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5.xml" ContentType="application/vnd.openxmlformats-officedocument.theme+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6.xml" ContentType="application/vnd.openxmlformats-officedocument.them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7.xml" ContentType="application/vnd.openxmlformats-officedocument.theme+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8.xml" ContentType="application/vnd.openxmlformats-officedocument.theme+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9.xml" ContentType="application/vnd.openxmlformats-officedocument.theme+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heme/theme10.xml" ContentType="application/vnd.openxmlformats-officedocument.theme+xml"/>
  <Override PartName="/ppt/theme/theme11.xml" ContentType="application/vnd.openxmlformats-officedocument.theme+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7" r:id="rId14"/>
    <p:sldMasterId id="2147483975" r:id="rId15"/>
    <p:sldMasterId id="2147484082" r:id="rId16"/>
    <p:sldMasterId id="2147484000" r:id="rId17"/>
    <p:sldMasterId id="2147484009" r:id="rId18"/>
    <p:sldMasterId id="2147484020" r:id="rId19"/>
    <p:sldMasterId id="2147484026" r:id="rId20"/>
    <p:sldMasterId id="2147484051" r:id="rId21"/>
    <p:sldMasterId id="2147484032" r:id="rId22"/>
  </p:sldMasterIdLst>
  <p:notesMasterIdLst>
    <p:notesMasterId r:id="rId40"/>
  </p:notesMasterIdLst>
  <p:handoutMasterIdLst>
    <p:handoutMasterId r:id="rId41"/>
  </p:handoutMasterIdLst>
  <p:sldIdLst>
    <p:sldId id="272" r:id="rId23"/>
    <p:sldId id="274" r:id="rId24"/>
    <p:sldId id="273" r:id="rId25"/>
    <p:sldId id="275" r:id="rId26"/>
    <p:sldId id="278" r:id="rId27"/>
    <p:sldId id="277" r:id="rId28"/>
    <p:sldId id="276" r:id="rId29"/>
    <p:sldId id="279" r:id="rId30"/>
    <p:sldId id="282" r:id="rId31"/>
    <p:sldId id="281" r:id="rId32"/>
    <p:sldId id="283" r:id="rId33"/>
    <p:sldId id="284" r:id="rId34"/>
    <p:sldId id="285" r:id="rId35"/>
    <p:sldId id="286" r:id="rId36"/>
    <p:sldId id="288" r:id="rId37"/>
    <p:sldId id="287" r:id="rId38"/>
    <p:sldId id="265" r:id="rId39"/>
  </p:sldIdLst>
  <p:sldSz cx="12192000" cy="6858000"/>
  <p:notesSz cx="6858000" cy="9144000"/>
  <p:custDataLst>
    <p:tags r:id="rId4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sa Boyes" initials="LB" lastIdx="4"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86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C133FF-D3CE-483E-AEC7-F7D545E8F6AC}" v="3" dt="2026-05-21T05:33:06.877"/>
  </p1510:revLst>
</p1510:revInfo>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6231" autoAdjust="0"/>
  </p:normalViewPr>
  <p:slideViewPr>
    <p:cSldViewPr snapToGrid="0">
      <p:cViewPr varScale="1">
        <p:scale>
          <a:sx n="59" d="100"/>
          <a:sy n="59" d="100"/>
        </p:scale>
        <p:origin x="964" y="52"/>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826"/>
    </p:cViewPr>
  </p:sorterViewPr>
  <p:notesViewPr>
    <p:cSldViewPr snapToGrid="0">
      <p:cViewPr varScale="1">
        <p:scale>
          <a:sx n="59" d="100"/>
          <a:sy n="59" d="100"/>
        </p:scale>
        <p:origin x="2371"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customXml" Target="../customXml/item13.xml"/><Relationship Id="rId18" Type="http://schemas.openxmlformats.org/officeDocument/2006/relationships/slideMaster" Target="slideMasters/slideMaster5.xml"/><Relationship Id="rId26" Type="http://schemas.openxmlformats.org/officeDocument/2006/relationships/slide" Target="slides/slide4.xml"/><Relationship Id="rId39" Type="http://schemas.openxmlformats.org/officeDocument/2006/relationships/slide" Target="slides/slide17.xml"/><Relationship Id="rId21" Type="http://schemas.openxmlformats.org/officeDocument/2006/relationships/slideMaster" Target="slideMasters/slideMaster8.xml"/><Relationship Id="rId34" Type="http://schemas.openxmlformats.org/officeDocument/2006/relationships/slide" Target="slides/slide12.xml"/><Relationship Id="rId42" Type="http://schemas.openxmlformats.org/officeDocument/2006/relationships/tags" Target="tags/tag1.xml"/><Relationship Id="rId47" Type="http://schemas.openxmlformats.org/officeDocument/2006/relationships/tableStyles" Target="tableStyles.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slideMaster" Target="slideMasters/slideMaster3.xml"/><Relationship Id="rId29" Type="http://schemas.openxmlformats.org/officeDocument/2006/relationships/slide" Target="slides/slide7.xml"/><Relationship Id="rId11" Type="http://schemas.openxmlformats.org/officeDocument/2006/relationships/customXml" Target="../customXml/item11.xml"/><Relationship Id="rId24" Type="http://schemas.openxmlformats.org/officeDocument/2006/relationships/slide" Target="slides/slide2.xml"/><Relationship Id="rId32" Type="http://schemas.openxmlformats.org/officeDocument/2006/relationships/slide" Target="slides/slide10.xml"/><Relationship Id="rId37" Type="http://schemas.openxmlformats.org/officeDocument/2006/relationships/slide" Target="slides/slide15.xml"/><Relationship Id="rId40" Type="http://schemas.openxmlformats.org/officeDocument/2006/relationships/notesMaster" Target="notesMasters/notesMaster1.xml"/><Relationship Id="rId45" Type="http://schemas.openxmlformats.org/officeDocument/2006/relationships/viewProps" Target="viewProps.xml"/><Relationship Id="rId5" Type="http://schemas.openxmlformats.org/officeDocument/2006/relationships/customXml" Target="../customXml/item5.xml"/><Relationship Id="rId15" Type="http://schemas.openxmlformats.org/officeDocument/2006/relationships/slideMaster" Target="slideMasters/slideMaster2.xml"/><Relationship Id="rId23" Type="http://schemas.openxmlformats.org/officeDocument/2006/relationships/slide" Target="slides/slide1.xml"/><Relationship Id="rId28" Type="http://schemas.openxmlformats.org/officeDocument/2006/relationships/slide" Target="slides/slide6.xml"/><Relationship Id="rId36" Type="http://schemas.openxmlformats.org/officeDocument/2006/relationships/slide" Target="slides/slide14.xml"/><Relationship Id="rId49" Type="http://schemas.microsoft.com/office/2015/10/relationships/revisionInfo" Target="revisionInfo.xml"/><Relationship Id="rId10" Type="http://schemas.openxmlformats.org/officeDocument/2006/relationships/customXml" Target="../customXml/item10.xml"/><Relationship Id="rId19" Type="http://schemas.openxmlformats.org/officeDocument/2006/relationships/slideMaster" Target="slideMasters/slideMaster6.xml"/><Relationship Id="rId31" Type="http://schemas.openxmlformats.org/officeDocument/2006/relationships/slide" Target="slides/slide9.xml"/><Relationship Id="rId44"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slideMaster" Target="slideMasters/slideMaster1.xml"/><Relationship Id="rId22" Type="http://schemas.openxmlformats.org/officeDocument/2006/relationships/slideMaster" Target="slideMasters/slideMaster9.xml"/><Relationship Id="rId27" Type="http://schemas.openxmlformats.org/officeDocument/2006/relationships/slide" Target="slides/slide5.xml"/><Relationship Id="rId30" Type="http://schemas.openxmlformats.org/officeDocument/2006/relationships/slide" Target="slides/slide8.xml"/><Relationship Id="rId35" Type="http://schemas.openxmlformats.org/officeDocument/2006/relationships/slide" Target="slides/slide13.xml"/><Relationship Id="rId43" Type="http://schemas.openxmlformats.org/officeDocument/2006/relationships/commentAuthors" Target="commentAuthors.xml"/><Relationship Id="rId48" Type="http://schemas.microsoft.com/office/2016/11/relationships/changesInfo" Target="changesInfos/changesInfo1.xml"/><Relationship Id="rId8" Type="http://schemas.openxmlformats.org/officeDocument/2006/relationships/customXml" Target="../customXml/item8.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slideMaster" Target="slideMasters/slideMaster4.xml"/><Relationship Id="rId25" Type="http://schemas.openxmlformats.org/officeDocument/2006/relationships/slide" Target="slides/slide3.xml"/><Relationship Id="rId33" Type="http://schemas.openxmlformats.org/officeDocument/2006/relationships/slide" Target="slides/slide11.xml"/><Relationship Id="rId38" Type="http://schemas.openxmlformats.org/officeDocument/2006/relationships/slide" Target="slides/slide16.xml"/><Relationship Id="rId46" Type="http://schemas.openxmlformats.org/officeDocument/2006/relationships/theme" Target="theme/theme1.xml"/><Relationship Id="rId20" Type="http://schemas.openxmlformats.org/officeDocument/2006/relationships/slideMaster" Target="slideMasters/slideMaster7.xml"/><Relationship Id="rId41"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customXml" Target="../customXml/item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garwal, Jhanavi" userId="60879e5b-bb87-4909-9918-932f547c1437" providerId="ADAL" clId="{C6E9D5FC-149B-4956-83EE-45724230973E}"/>
    <pc:docChg chg="undo custSel delSld modSld sldOrd">
      <pc:chgData name="Agarwal, Jhanavi" userId="60879e5b-bb87-4909-9918-932f547c1437" providerId="ADAL" clId="{C6E9D5FC-149B-4956-83EE-45724230973E}" dt="2026-05-21T05:40:22.228" v="41" actId="20577"/>
      <pc:docMkLst>
        <pc:docMk/>
      </pc:docMkLst>
      <pc:sldChg chg="ord">
        <pc:chgData name="Agarwal, Jhanavi" userId="60879e5b-bb87-4909-9918-932f547c1437" providerId="ADAL" clId="{C6E9D5FC-149B-4956-83EE-45724230973E}" dt="2026-05-21T05:16:01.116" v="22"/>
        <pc:sldMkLst>
          <pc:docMk/>
          <pc:sldMk cId="3795498122" sldId="274"/>
        </pc:sldMkLst>
      </pc:sldChg>
      <pc:sldChg chg="modSp mod">
        <pc:chgData name="Agarwal, Jhanavi" userId="60879e5b-bb87-4909-9918-932f547c1437" providerId="ADAL" clId="{C6E9D5FC-149B-4956-83EE-45724230973E}" dt="2026-05-21T04:30:02.329" v="14" actId="20577"/>
        <pc:sldMkLst>
          <pc:docMk/>
          <pc:sldMk cId="1302016258" sldId="275"/>
        </pc:sldMkLst>
        <pc:spChg chg="mod">
          <ac:chgData name="Agarwal, Jhanavi" userId="60879e5b-bb87-4909-9918-932f547c1437" providerId="ADAL" clId="{C6E9D5FC-149B-4956-83EE-45724230973E}" dt="2026-05-21T04:30:02.329" v="14" actId="20577"/>
          <ac:spMkLst>
            <pc:docMk/>
            <pc:sldMk cId="1302016258" sldId="275"/>
            <ac:spMk id="5" creationId="{F846A759-B71D-D236-D4CF-241FE604EBAE}"/>
          </ac:spMkLst>
        </pc:spChg>
      </pc:sldChg>
      <pc:sldChg chg="modSp mod">
        <pc:chgData name="Agarwal, Jhanavi" userId="60879e5b-bb87-4909-9918-932f547c1437" providerId="ADAL" clId="{C6E9D5FC-149B-4956-83EE-45724230973E}" dt="2026-05-21T04:31:07.064" v="17" actId="20577"/>
        <pc:sldMkLst>
          <pc:docMk/>
          <pc:sldMk cId="1499166552" sldId="277"/>
        </pc:sldMkLst>
        <pc:spChg chg="mod">
          <ac:chgData name="Agarwal, Jhanavi" userId="60879e5b-bb87-4909-9918-932f547c1437" providerId="ADAL" clId="{C6E9D5FC-149B-4956-83EE-45724230973E}" dt="2026-05-21T04:31:07.064" v="17" actId="20577"/>
          <ac:spMkLst>
            <pc:docMk/>
            <pc:sldMk cId="1499166552" sldId="277"/>
            <ac:spMk id="5" creationId="{D66486AC-9DEA-39BB-2A2A-D89666F48781}"/>
          </ac:spMkLst>
        </pc:spChg>
      </pc:sldChg>
      <pc:sldChg chg="modSp mod">
        <pc:chgData name="Agarwal, Jhanavi" userId="60879e5b-bb87-4909-9918-932f547c1437" providerId="ADAL" clId="{C6E9D5FC-149B-4956-83EE-45724230973E}" dt="2026-05-21T04:30:06.344" v="15" actId="20577"/>
        <pc:sldMkLst>
          <pc:docMk/>
          <pc:sldMk cId="598428432" sldId="278"/>
        </pc:sldMkLst>
        <pc:spChg chg="mod">
          <ac:chgData name="Agarwal, Jhanavi" userId="60879e5b-bb87-4909-9918-932f547c1437" providerId="ADAL" clId="{C6E9D5FC-149B-4956-83EE-45724230973E}" dt="2026-05-21T04:30:06.344" v="15" actId="20577"/>
          <ac:spMkLst>
            <pc:docMk/>
            <pc:sldMk cId="598428432" sldId="278"/>
            <ac:spMk id="5" creationId="{24A5CB75-0496-A950-B1AE-CCF83C6D7093}"/>
          </ac:spMkLst>
        </pc:spChg>
      </pc:sldChg>
      <pc:sldChg chg="del">
        <pc:chgData name="Agarwal, Jhanavi" userId="60879e5b-bb87-4909-9918-932f547c1437" providerId="ADAL" clId="{C6E9D5FC-149B-4956-83EE-45724230973E}" dt="2026-05-21T04:29:51.022" v="12" actId="47"/>
        <pc:sldMkLst>
          <pc:docMk/>
          <pc:sldMk cId="1212360162" sldId="280"/>
        </pc:sldMkLst>
      </pc:sldChg>
      <pc:sldChg chg="addSp modSp mod">
        <pc:chgData name="Agarwal, Jhanavi" userId="60879e5b-bb87-4909-9918-932f547c1437" providerId="ADAL" clId="{C6E9D5FC-149B-4956-83EE-45724230973E}" dt="2026-05-21T05:33:12.754" v="31" actId="1076"/>
        <pc:sldMkLst>
          <pc:docMk/>
          <pc:sldMk cId="183723368" sldId="282"/>
        </pc:sldMkLst>
        <pc:picChg chg="mod">
          <ac:chgData name="Agarwal, Jhanavi" userId="60879e5b-bb87-4909-9918-932f547c1437" providerId="ADAL" clId="{C6E9D5FC-149B-4956-83EE-45724230973E}" dt="2026-05-21T05:32:45.357" v="25" actId="1076"/>
          <ac:picMkLst>
            <pc:docMk/>
            <pc:sldMk cId="183723368" sldId="282"/>
            <ac:picMk id="8" creationId="{A9907E90-CBD2-4B53-6B05-0A3279059E27}"/>
          </ac:picMkLst>
        </pc:picChg>
        <pc:cxnChg chg="add">
          <ac:chgData name="Agarwal, Jhanavi" userId="60879e5b-bb87-4909-9918-932f547c1437" providerId="ADAL" clId="{C6E9D5FC-149B-4956-83EE-45724230973E}" dt="2026-05-21T05:32:39.540" v="23" actId="11529"/>
          <ac:cxnSpMkLst>
            <pc:docMk/>
            <pc:sldMk cId="183723368" sldId="282"/>
            <ac:cxnSpMk id="7" creationId="{E47F31FA-8274-C218-6101-D918977D25CC}"/>
          </ac:cxnSpMkLst>
        </pc:cxnChg>
        <pc:cxnChg chg="add mod">
          <ac:chgData name="Agarwal, Jhanavi" userId="60879e5b-bb87-4909-9918-932f547c1437" providerId="ADAL" clId="{C6E9D5FC-149B-4956-83EE-45724230973E}" dt="2026-05-21T05:32:56.421" v="27" actId="1076"/>
          <ac:cxnSpMkLst>
            <pc:docMk/>
            <pc:sldMk cId="183723368" sldId="282"/>
            <ac:cxnSpMk id="9" creationId="{1DE5CB1A-0F68-A192-7885-709C5764DE64}"/>
          </ac:cxnSpMkLst>
        </pc:cxnChg>
        <pc:cxnChg chg="add mod">
          <ac:chgData name="Agarwal, Jhanavi" userId="60879e5b-bb87-4909-9918-932f547c1437" providerId="ADAL" clId="{C6E9D5FC-149B-4956-83EE-45724230973E}" dt="2026-05-21T05:33:04.721" v="29" actId="1076"/>
          <ac:cxnSpMkLst>
            <pc:docMk/>
            <pc:sldMk cId="183723368" sldId="282"/>
            <ac:cxnSpMk id="10" creationId="{4398FBF8-4906-6312-A12C-D8A21FCF8D7F}"/>
          </ac:cxnSpMkLst>
        </pc:cxnChg>
        <pc:cxnChg chg="add mod">
          <ac:chgData name="Agarwal, Jhanavi" userId="60879e5b-bb87-4909-9918-932f547c1437" providerId="ADAL" clId="{C6E9D5FC-149B-4956-83EE-45724230973E}" dt="2026-05-21T05:33:12.754" v="31" actId="1076"/>
          <ac:cxnSpMkLst>
            <pc:docMk/>
            <pc:sldMk cId="183723368" sldId="282"/>
            <ac:cxnSpMk id="11" creationId="{001ECB87-867A-FBE0-5DB9-472BE244B267}"/>
          </ac:cxnSpMkLst>
        </pc:cxnChg>
      </pc:sldChg>
      <pc:sldChg chg="modSp mod">
        <pc:chgData name="Agarwal, Jhanavi" userId="60879e5b-bb87-4909-9918-932f547c1437" providerId="ADAL" clId="{C6E9D5FC-149B-4956-83EE-45724230973E}" dt="2026-05-20T19:00:16.933" v="11" actId="20577"/>
        <pc:sldMkLst>
          <pc:docMk/>
          <pc:sldMk cId="4056985146" sldId="285"/>
        </pc:sldMkLst>
        <pc:spChg chg="mod">
          <ac:chgData name="Agarwal, Jhanavi" userId="60879e5b-bb87-4909-9918-932f547c1437" providerId="ADAL" clId="{C6E9D5FC-149B-4956-83EE-45724230973E}" dt="2026-05-20T19:00:16.933" v="11" actId="20577"/>
          <ac:spMkLst>
            <pc:docMk/>
            <pc:sldMk cId="4056985146" sldId="285"/>
            <ac:spMk id="6" creationId="{FA79F5FC-FC73-543B-DF96-C133C9A7CDE4}"/>
          </ac:spMkLst>
        </pc:spChg>
      </pc:sldChg>
      <pc:sldChg chg="modSp mod">
        <pc:chgData name="Agarwal, Jhanavi" userId="60879e5b-bb87-4909-9918-932f547c1437" providerId="ADAL" clId="{C6E9D5FC-149B-4956-83EE-45724230973E}" dt="2026-05-21T05:40:22.228" v="41" actId="20577"/>
        <pc:sldMkLst>
          <pc:docMk/>
          <pc:sldMk cId="1233251894" sldId="288"/>
        </pc:sldMkLst>
        <pc:spChg chg="mod">
          <ac:chgData name="Agarwal, Jhanavi" userId="60879e5b-bb87-4909-9918-932f547c1437" providerId="ADAL" clId="{C6E9D5FC-149B-4956-83EE-45724230973E}" dt="2026-05-21T05:40:22.228" v="41" actId="20577"/>
          <ac:spMkLst>
            <pc:docMk/>
            <pc:sldMk cId="1233251894" sldId="288"/>
            <ac:spMk id="6" creationId="{011E7778-DEDF-D809-73BF-E5F2A846897E}"/>
          </ac:spMkLst>
        </pc:spChg>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tags" Target="../tags/tag92.xml"/><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83131E8-FB12-410D-BF61-66026F4B991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3F84DA3-B4E6-4214-A070-882C7BF7CE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BFD0D9C-4FB5-4727-9E3D-4B02106E0BF8}" type="datetimeFigureOut">
              <a:rPr lang="en-US" smtClean="0"/>
              <a:t>5/21/2026</a:t>
            </a:fld>
            <a:endParaRPr lang="en-US"/>
          </a:p>
        </p:txBody>
      </p:sp>
      <p:sp>
        <p:nvSpPr>
          <p:cNvPr id="4" name="Footer Placeholder 3">
            <a:extLst>
              <a:ext uri="{FF2B5EF4-FFF2-40B4-BE49-F238E27FC236}">
                <a16:creationId xmlns:a16="http://schemas.microsoft.com/office/drawing/2014/main" id="{10B9E54A-6E6E-45BD-A700-6E2757729EC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C70E95B-A9AE-4EB9-81E6-ECFE9C38ED5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95E8E-A04D-4A46-9BA0-C3F696754EF8}" type="slidenum">
              <a:rPr lang="en-US" smtClean="0"/>
              <a:t>‹#›</a:t>
            </a:fld>
            <a:endParaRPr lang="en-US"/>
          </a:p>
        </p:txBody>
      </p:sp>
    </p:spTree>
    <p:custDataLst>
      <p:tags r:id="rId2"/>
    </p:custDataLst>
    <p:extLst>
      <p:ext uri="{BB962C8B-B14F-4D97-AF65-F5344CB8AC3E}">
        <p14:creationId xmlns:p14="http://schemas.microsoft.com/office/powerpoint/2010/main" val="28587000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203200"/>
          </a:xfrm>
          <a:prstGeom prst="rect">
            <a:avLst/>
          </a:prstGeom>
        </p:spPr>
        <p:txBody>
          <a:bodyPr vert="horz" lIns="91440" tIns="45720" rIns="91440" bIns="45720" rtlCol="0"/>
          <a:lstStyle>
            <a:lvl1pPr algn="l">
              <a:defRPr sz="800"/>
            </a:lvl1pPr>
          </a:lstStyle>
          <a:p>
            <a:endParaRPr lang="en-GB"/>
          </a:p>
        </p:txBody>
      </p:sp>
      <p:sp>
        <p:nvSpPr>
          <p:cNvPr id="3" name="Date Placeholder 2"/>
          <p:cNvSpPr>
            <a:spLocks noGrp="1"/>
          </p:cNvSpPr>
          <p:nvPr>
            <p:ph type="dt" idx="1"/>
          </p:nvPr>
        </p:nvSpPr>
        <p:spPr>
          <a:xfrm>
            <a:off x="3884613" y="1"/>
            <a:ext cx="2971800" cy="203200"/>
          </a:xfrm>
          <a:prstGeom prst="rect">
            <a:avLst/>
          </a:prstGeom>
        </p:spPr>
        <p:txBody>
          <a:bodyPr vert="horz" lIns="91440" tIns="45720" rIns="91440" bIns="45720" rtlCol="0"/>
          <a:lstStyle>
            <a:lvl1pPr algn="r">
              <a:defRPr sz="800"/>
            </a:lvl1pPr>
          </a:lstStyle>
          <a:p>
            <a:fld id="{8336942B-E6A5-475C-AB1E-005DE3D92BF2}" type="datetimeFigureOut">
              <a:rPr lang="en-GB" smtClean="0"/>
              <a:pPr/>
              <a:t>21/05/2026</a:t>
            </a:fld>
            <a:endParaRPr lang="en-GB"/>
          </a:p>
        </p:txBody>
      </p:sp>
      <p:sp>
        <p:nvSpPr>
          <p:cNvPr id="4" name="Slide Image Placeholder 3"/>
          <p:cNvSpPr>
            <a:spLocks noGrp="1" noRot="1" noChangeAspect="1"/>
          </p:cNvSpPr>
          <p:nvPr>
            <p:ph type="sldImg" idx="2"/>
          </p:nvPr>
        </p:nvSpPr>
        <p:spPr>
          <a:xfrm>
            <a:off x="850498" y="299584"/>
            <a:ext cx="5157004" cy="2900816"/>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116114" y="3296783"/>
            <a:ext cx="6625772" cy="5629503"/>
          </a:xfrm>
          <a:prstGeom prst="rect">
            <a:avLst/>
          </a:prstGeom>
        </p:spPr>
        <p:txBody>
          <a:bodyPr vert="horz" lIns="0" tIns="0" rIns="0" bIns="0" numCol="1" spcCol="36000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0" y="8969829"/>
            <a:ext cx="2971800" cy="174171"/>
          </a:xfrm>
          <a:prstGeom prst="rect">
            <a:avLst/>
          </a:prstGeom>
        </p:spPr>
        <p:txBody>
          <a:bodyPr vert="horz" lIns="91440" tIns="45720" rIns="91440" bIns="45720" rtlCol="0" anchor="b"/>
          <a:lstStyle>
            <a:lvl1pPr algn="l">
              <a:defRPr sz="800"/>
            </a:lvl1pPr>
          </a:lstStyle>
          <a:p>
            <a:endParaRPr lang="en-GB"/>
          </a:p>
        </p:txBody>
      </p:sp>
      <p:sp>
        <p:nvSpPr>
          <p:cNvPr id="7" name="Slide Number Placeholder 6"/>
          <p:cNvSpPr>
            <a:spLocks noGrp="1"/>
          </p:cNvSpPr>
          <p:nvPr>
            <p:ph type="sldNum" sz="quarter" idx="5"/>
          </p:nvPr>
        </p:nvSpPr>
        <p:spPr>
          <a:xfrm>
            <a:off x="3884613" y="8969829"/>
            <a:ext cx="2971800" cy="174171"/>
          </a:xfrm>
          <a:prstGeom prst="rect">
            <a:avLst/>
          </a:prstGeom>
        </p:spPr>
        <p:txBody>
          <a:bodyPr vert="horz" lIns="91440" tIns="45720" rIns="91440" bIns="45720" rtlCol="0" anchor="b"/>
          <a:lstStyle>
            <a:lvl1pPr algn="r">
              <a:defRPr sz="800"/>
            </a:lvl1pPr>
          </a:lstStyle>
          <a:p>
            <a:fld id="{48857A81-DEF9-4B57-AC08-20326D7F815B}" type="slidenum">
              <a:rPr lang="en-GB" smtClean="0"/>
              <a:pPr/>
              <a:t>‹#›</a:t>
            </a:fld>
            <a:endParaRPr lang="en-GB"/>
          </a:p>
        </p:txBody>
      </p:sp>
    </p:spTree>
    <p:extLst>
      <p:ext uri="{BB962C8B-B14F-4D97-AF65-F5344CB8AC3E}">
        <p14:creationId xmlns:p14="http://schemas.microsoft.com/office/powerpoint/2010/main" val="187597517"/>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200"/>
      </a:spcAft>
      <a:buFont typeface="Arial" panose="020B0604020202020204" pitchFamily="34" charset="0"/>
      <a:buNone/>
      <a:defRPr sz="1000" kern="1200">
        <a:solidFill>
          <a:schemeClr val="tx1"/>
        </a:solidFill>
        <a:latin typeface="+mn-lt"/>
        <a:ea typeface="+mn-ea"/>
        <a:cs typeface="+mn-cs"/>
      </a:defRPr>
    </a:lvl1pPr>
    <a:lvl2pPr marL="252000" indent="-108000" algn="l" defTabSz="914400" rtl="0" eaLnBrk="1" latinLnBrk="0" hangingPunct="1">
      <a:spcAft>
        <a:spcPts val="200"/>
      </a:spcAft>
      <a:buFont typeface="Arial" panose="020B0604020202020204" pitchFamily="34" charset="0"/>
      <a:buChar char="•"/>
      <a:defRPr sz="1000" kern="1200">
        <a:solidFill>
          <a:schemeClr val="tx1"/>
        </a:solidFill>
        <a:latin typeface="+mn-lt"/>
        <a:ea typeface="+mn-ea"/>
        <a:cs typeface="+mn-cs"/>
      </a:defRPr>
    </a:lvl2pPr>
    <a:lvl3pPr marL="396000" indent="-108000" algn="l" defTabSz="914400" rtl="0" eaLnBrk="1" latinLnBrk="0" hangingPunct="1">
      <a:spcAft>
        <a:spcPts val="200"/>
      </a:spcAft>
      <a:buFont typeface="Arial" panose="020B0604020202020204" pitchFamily="34" charset="0"/>
      <a:buChar char="•"/>
      <a:defRPr sz="1000" kern="1200">
        <a:solidFill>
          <a:schemeClr val="tx1"/>
        </a:solidFill>
        <a:latin typeface="+mn-lt"/>
        <a:ea typeface="+mn-ea"/>
        <a:cs typeface="+mn-cs"/>
      </a:defRPr>
    </a:lvl3pPr>
    <a:lvl4pPr marL="540000" indent="-108000" algn="l" defTabSz="914400" rtl="0" eaLnBrk="1" latinLnBrk="0" hangingPunct="1">
      <a:spcAft>
        <a:spcPts val="200"/>
      </a:spcAft>
      <a:buFont typeface="Arial" panose="020B0604020202020204" pitchFamily="34" charset="0"/>
      <a:buChar char="•"/>
      <a:defRPr sz="1000" kern="1200">
        <a:solidFill>
          <a:schemeClr val="tx1"/>
        </a:solidFill>
        <a:latin typeface="+mn-lt"/>
        <a:ea typeface="+mn-ea"/>
        <a:cs typeface="+mn-cs"/>
      </a:defRPr>
    </a:lvl4pPr>
    <a:lvl5pPr marL="684000" indent="-108000" algn="l" defTabSz="914400" rtl="0" eaLnBrk="1" latinLnBrk="0" hangingPunct="1">
      <a:spcAft>
        <a:spcPts val="200"/>
      </a:spcAft>
      <a:buFont typeface="Arial" panose="020B0604020202020204" pitchFamily="34" charset="0"/>
      <a:buChar char="•"/>
      <a:defRPr sz="10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tags" Target="../tags/tag3.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2.xml"/><Relationship Id="rId1" Type="http://schemas.openxmlformats.org/officeDocument/2006/relationships/customXml" Target="../../customXml/item5.xml"/></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5.xml"/><Relationship Id="rId1" Type="http://schemas.openxmlformats.org/officeDocument/2006/relationships/tags" Target="../tags/tag14.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6.xml"/></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8.xml"/><Relationship Id="rId1" Type="http://schemas.openxmlformats.org/officeDocument/2006/relationships/tags" Target="../tags/tag17.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9.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0.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1.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2.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3.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4.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5.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6.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7.xml"/></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8.xml"/></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9.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0.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1.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2.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3.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4.xml"/></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5.xml"/></Relationships>
</file>

<file path=ppt/slideLayouts/_rels/slideLayout3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6.xml"/><Relationship Id="rId1" Type="http://schemas.openxmlformats.org/officeDocument/2006/relationships/customXml" Target="../../customXml/item6.xml"/></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38.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39.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slideMaster" Target="../slideMasters/slideMaster3.xml"/><Relationship Id="rId1" Type="http://schemas.openxmlformats.org/officeDocument/2006/relationships/tags" Target="../tags/tag40.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slideMaster" Target="../slideMasters/slideMaster3.xml"/><Relationship Id="rId1" Type="http://schemas.openxmlformats.org/officeDocument/2006/relationships/tags" Target="../tags/tag41.xml"/></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42.xml"/></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43.xml"/></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44.xml"/></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45.xml"/></Relationships>
</file>

<file path=ppt/slideLayouts/_rels/slideLayout3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46.xml"/><Relationship Id="rId1" Type="http://schemas.openxmlformats.org/officeDocument/2006/relationships/customXml" Target="../../customXml/item7.xml"/></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48.xml"/></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49.xml"/></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50.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slideMaster" Target="../slideMasters/slideMaster4.xml"/><Relationship Id="rId1" Type="http://schemas.openxmlformats.org/officeDocument/2006/relationships/tags" Target="../tags/tag51.xml"/></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52.xml"/></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53.xml"/></Relationships>
</file>

<file path=ppt/slideLayouts/_rels/slideLayout46.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54.xml"/><Relationship Id="rId1" Type="http://schemas.openxmlformats.org/officeDocument/2006/relationships/customXml" Target="../../customXml/item8.xml"/></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56.xml"/></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57.xml"/></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58.xml"/></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59.xml"/></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60.xml"/></Relationships>
</file>

<file path=ppt/slideLayouts/_rels/slideLayout52.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61.xml"/><Relationship Id="rId1" Type="http://schemas.openxmlformats.org/officeDocument/2006/relationships/customXml" Target="../../customXml/item9.xml"/></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63.xml"/></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64.xml"/></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65.xml"/></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66.xml"/></Relationships>
</file>

<file path=ppt/slideLayouts/_rels/slideLayout57.xml.rels><?xml version="1.0" encoding="UTF-8" standalone="yes"?>
<Relationships xmlns="http://schemas.openxmlformats.org/package/2006/relationships"><Relationship Id="rId3" Type="http://schemas.openxmlformats.org/officeDocument/2006/relationships/slideMaster" Target="../slideMasters/slideMaster6.xml"/><Relationship Id="rId2" Type="http://schemas.openxmlformats.org/officeDocument/2006/relationships/tags" Target="../tags/tag67.xml"/><Relationship Id="rId1" Type="http://schemas.openxmlformats.org/officeDocument/2006/relationships/customXml" Target="../../customXml/item10.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slideMaster" Target="../slideMasters/slideMaster7.xml"/><Relationship Id="rId1" Type="http://schemas.openxmlformats.org/officeDocument/2006/relationships/tags" Target="../tags/tag69.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slideMaster" Target="../slideMasters/slideMaster7.xml"/><Relationship Id="rId1" Type="http://schemas.openxmlformats.org/officeDocument/2006/relationships/tags" Target="../tags/tag70.xml"/><Relationship Id="rId5" Type="http://schemas.openxmlformats.org/officeDocument/2006/relationships/image" Target="../media/image4.svg"/><Relationship Id="rId4" Type="http://schemas.openxmlformats.org/officeDocument/2006/relationships/image" Target="../media/image5.sv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slideMaster" Target="../slideMasters/slideMaster7.xml"/><Relationship Id="rId1" Type="http://schemas.openxmlformats.org/officeDocument/2006/relationships/tags" Target="../tags/tag71.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slideMaster" Target="../slideMasters/slideMaster7.xml"/><Relationship Id="rId1" Type="http://schemas.openxmlformats.org/officeDocument/2006/relationships/tags" Target="../tags/tag72.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7.xml"/><Relationship Id="rId2" Type="http://schemas.openxmlformats.org/officeDocument/2006/relationships/tags" Target="../tags/tag73.xml"/><Relationship Id="rId1" Type="http://schemas.openxmlformats.org/officeDocument/2006/relationships/customXml" Target="../../customXml/item11.xml"/></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tags" Target="../tags/tag75.xml"/></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tags" Target="../tags/tag76.xml"/></Relationships>
</file>

<file path=ppt/slideLayouts/_rels/slideLayout65.xml.rels><?xml version="1.0" encoding="UTF-8" standalone="yes"?>
<Relationships xmlns="http://schemas.openxmlformats.org/package/2006/relationships"><Relationship Id="rId3" Type="http://schemas.openxmlformats.org/officeDocument/2006/relationships/slideMaster" Target="../slideMasters/slideMaster8.xml"/><Relationship Id="rId2" Type="http://schemas.openxmlformats.org/officeDocument/2006/relationships/tags" Target="../tags/tag77.xml"/><Relationship Id="rId1" Type="http://schemas.openxmlformats.org/officeDocument/2006/relationships/customXml" Target="../../customXml/item12.xml"/></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tags" Target="../tags/tag79.xml"/></Relationships>
</file>

<file path=ppt/slideLayouts/_rels/slideLayout6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tags" Target="../tags/tag80.xml"/></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tags" Target="../tags/tag81.xml"/></Relationships>
</file>

<file path=ppt/slideLayouts/_rels/slideLayout6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tags" Target="../tags/tag82.xml"/></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tags" Target="../tags/tag83.xml"/></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tags" Target="../tags/tag84.xml"/></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tags" Target="../tags/tag85.xml"/></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tags" Target="../tags/tag86.xml"/></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tags" Target="../tags/tag87.xml"/></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tags" Target="../tags/tag88.xml"/></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tags" Target="../tags/tag89.xml"/></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tags" Target="../tags/tag90.xml"/></Relationships>
</file>

<file path=ppt/slideLayouts/_rels/slideLayout78.xml.rels><?xml version="1.0" encoding="UTF-8" standalone="yes"?>
<Relationships xmlns="http://schemas.openxmlformats.org/package/2006/relationships"><Relationship Id="rId3" Type="http://schemas.openxmlformats.org/officeDocument/2006/relationships/slideMaster" Target="../slideMasters/slideMaster9.xml"/><Relationship Id="rId2" Type="http://schemas.openxmlformats.org/officeDocument/2006/relationships/tags" Target="../tags/tag91.xml"/><Relationship Id="rId1" Type="http://schemas.openxmlformats.org/officeDocument/2006/relationships/customXml" Target="../../customXml/item1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9E6A1CD-3FD6-4AD3-876A-75F060E88A2E}"/>
              </a:ext>
            </a:extLst>
          </p:cNvPr>
          <p:cNvSpPr>
            <a:spLocks noGrp="1"/>
          </p:cNvSpPr>
          <p:nvPr>
            <p:ph type="dt" sz="half" idx="26"/>
          </p:nvPr>
        </p:nvSpPr>
        <p:spPr>
          <a:xfrm>
            <a:off x="1219200" y="5989064"/>
            <a:ext cx="1828800" cy="207749"/>
          </a:xfrm>
        </p:spPr>
        <p:txBody>
          <a:bodyPr wrap="square" lIns="0" bIns="0">
            <a:spAutoFit/>
          </a:bodyPr>
          <a:lstStyle>
            <a:lvl1pPr algn="l">
              <a:lnSpc>
                <a:spcPct val="100000"/>
              </a:lnSpc>
              <a:defRPr/>
            </a:lvl1pPr>
          </a:lstStyle>
          <a:p>
            <a:endParaRPr lang="en-GB" dirty="0"/>
          </a:p>
        </p:txBody>
      </p:sp>
      <p:sp>
        <p:nvSpPr>
          <p:cNvPr id="8" name="Text Placeholder 7">
            <a:extLst>
              <a:ext uri="{FF2B5EF4-FFF2-40B4-BE49-F238E27FC236}">
                <a16:creationId xmlns:a16="http://schemas.microsoft.com/office/drawing/2014/main" id="{7468ED59-10F2-418A-8E8D-5A205AB6BDFD}"/>
              </a:ext>
            </a:extLst>
          </p:cNvPr>
          <p:cNvSpPr>
            <a:spLocks noGrp="1"/>
          </p:cNvSpPr>
          <p:nvPr>
            <p:ph type="body" sz="quarter" idx="27" hasCustomPrompt="1"/>
          </p:nvPr>
        </p:nvSpPr>
        <p:spPr>
          <a:xfrm>
            <a:off x="1219200" y="6349213"/>
            <a:ext cx="4876799" cy="161583"/>
          </a:xfrm>
        </p:spPr>
        <p:txBody>
          <a:bodyPr wrap="square" lIns="0" tIns="0" rIns="0" bIns="0" anchor="t" anchorCtr="0">
            <a:spAutoFit/>
          </a:bodyPr>
          <a:lstStyle>
            <a:lvl1pPr marL="0" indent="0">
              <a:lnSpc>
                <a:spcPct val="100000"/>
              </a:lnSpc>
              <a:buNone/>
              <a:defRPr sz="1050"/>
            </a:lvl1pPr>
            <a:lvl2pPr marL="432000" indent="0">
              <a:buNone/>
              <a:defRPr sz="1050"/>
            </a:lvl2pPr>
            <a:lvl3pPr marL="684000" indent="0">
              <a:buNone/>
              <a:defRPr sz="1050"/>
            </a:lvl3pPr>
            <a:lvl4pPr marL="828000" indent="0">
              <a:buNone/>
              <a:defRPr sz="1050"/>
            </a:lvl4pPr>
            <a:lvl5pPr marL="959400" indent="0">
              <a:buNone/>
              <a:defRPr sz="1050"/>
            </a:lvl5pPr>
          </a:lstStyle>
          <a:p>
            <a:pPr lvl="0"/>
            <a:r>
              <a:rPr lang="en-US" dirty="0"/>
              <a:t>Click to add confidentiality statement here</a:t>
            </a:r>
          </a:p>
        </p:txBody>
      </p:sp>
      <p:sp>
        <p:nvSpPr>
          <p:cNvPr id="2" name="Title 1">
            <a:extLst>
              <a:ext uri="{FF2B5EF4-FFF2-40B4-BE49-F238E27FC236}">
                <a16:creationId xmlns:a16="http://schemas.microsoft.com/office/drawing/2014/main" id="{49CDCC3B-CA12-4A4B-B5F5-D2062F3C58EC}"/>
              </a:ext>
            </a:extLst>
          </p:cNvPr>
          <p:cNvSpPr>
            <a:spLocks noGrp="1"/>
          </p:cNvSpPr>
          <p:nvPr>
            <p:ph type="title" hasCustomPrompt="1"/>
          </p:nvPr>
        </p:nvSpPr>
        <p:spPr>
          <a:xfrm>
            <a:off x="1219201" y="1793325"/>
            <a:ext cx="4876799" cy="2649135"/>
          </a:xfrm>
        </p:spPr>
        <p:txBody>
          <a:bodyPr anchor="b" anchorCtr="0">
            <a:normAutofit/>
          </a:bodyPr>
          <a:lstStyle>
            <a:lvl1pPr>
              <a:lnSpc>
                <a:spcPct val="100000"/>
              </a:lnSpc>
              <a:defRPr sz="4000">
                <a:solidFill>
                  <a:schemeClr val="accent1"/>
                </a:solidFill>
              </a:defRPr>
            </a:lvl1pPr>
          </a:lstStyle>
          <a:p>
            <a:r>
              <a:rPr lang="en-US" dirty="0"/>
              <a:t>Click to enter title here</a:t>
            </a:r>
          </a:p>
        </p:txBody>
      </p:sp>
      <p:sp>
        <p:nvSpPr>
          <p:cNvPr id="6" name="Picture Placeholder 12">
            <a:extLst>
              <a:ext uri="{FF2B5EF4-FFF2-40B4-BE49-F238E27FC236}">
                <a16:creationId xmlns:a16="http://schemas.microsoft.com/office/drawing/2014/main" id="{3506CBD9-0F78-454A-9842-87C2546180B8}"/>
              </a:ext>
            </a:extLst>
          </p:cNvPr>
          <p:cNvSpPr>
            <a:spLocks noGrp="1"/>
          </p:cNvSpPr>
          <p:nvPr>
            <p:ph type="pic" sz="quarter" idx="20" hasCustomPrompt="1"/>
          </p:nvPr>
        </p:nvSpPr>
        <p:spPr>
          <a:xfrm>
            <a:off x="6705600" y="0"/>
            <a:ext cx="5486400" cy="6858000"/>
          </a:xfrm>
          <a:prstGeom prst="rect">
            <a:avLst/>
          </a:prstGeom>
          <a:solidFill>
            <a:schemeClr val="bg2">
              <a:lumMod val="40000"/>
              <a:lumOff val="60000"/>
            </a:schemeClr>
          </a:solidFill>
        </p:spPr>
        <p:txBody>
          <a:bodyPr wrap="square" tIns="72000" bIns="1080000" anchor="ctr">
            <a:noAutofit/>
          </a:bodyPr>
          <a:lstStyle>
            <a:lvl1pPr marL="0" indent="0" algn="ctr">
              <a:lnSpc>
                <a:spcPct val="100000"/>
              </a:lnSpc>
              <a:spcBef>
                <a:spcPts val="0"/>
              </a:spcBef>
              <a:spcAft>
                <a:spcPts val="0"/>
              </a:spcAft>
              <a:buNone/>
              <a:defRPr sz="1600" b="1">
                <a:solidFill>
                  <a:schemeClr val="tx1"/>
                </a:solidFill>
              </a:defRPr>
            </a:lvl1pPr>
          </a:lstStyle>
          <a:p>
            <a:r>
              <a:rPr lang="en-US" dirty="0"/>
              <a:t>_______________________________</a:t>
            </a:r>
            <a:br>
              <a:rPr lang="en-US" dirty="0"/>
            </a:br>
            <a:br>
              <a:rPr lang="en-US" dirty="0"/>
            </a:br>
            <a:r>
              <a:rPr lang="en-US" dirty="0"/>
              <a:t>To add a brand image here:</a:t>
            </a:r>
            <a:br>
              <a:rPr lang="en-US" dirty="0"/>
            </a:br>
            <a:r>
              <a:rPr lang="en-US" dirty="0"/>
              <a:t>Select this placeholder and click </a:t>
            </a:r>
            <a:br>
              <a:rPr lang="en-US" dirty="0"/>
            </a:br>
            <a:r>
              <a:rPr lang="en-US" dirty="0"/>
              <a:t>Brand Pictures in </a:t>
            </a:r>
            <a:r>
              <a:rPr lang="en-US" dirty="0" err="1"/>
              <a:t>BrandIn</a:t>
            </a:r>
            <a:r>
              <a:rPr lang="en-US" dirty="0"/>
              <a:t>.</a:t>
            </a:r>
            <a:br>
              <a:rPr lang="en-US" dirty="0"/>
            </a:br>
            <a:br>
              <a:rPr lang="en-US" dirty="0"/>
            </a:br>
            <a:r>
              <a:rPr lang="en-US" dirty="0"/>
              <a:t>Clicking the icon will insert an </a:t>
            </a:r>
            <a:br>
              <a:rPr lang="en-US" dirty="0"/>
            </a:br>
            <a:r>
              <a:rPr lang="en-US" dirty="0"/>
              <a:t>image from your own files.</a:t>
            </a:r>
            <a:br>
              <a:rPr lang="en-US" dirty="0"/>
            </a:br>
            <a:br>
              <a:rPr lang="en-US" dirty="0"/>
            </a:br>
            <a:br>
              <a:rPr lang="en-US" dirty="0"/>
            </a:br>
            <a:br>
              <a:rPr lang="en-US" dirty="0"/>
            </a:br>
            <a:r>
              <a:rPr lang="en-US" dirty="0"/>
              <a:t>The image can then be scaled within </a:t>
            </a:r>
            <a:br>
              <a:rPr lang="en-US" dirty="0"/>
            </a:br>
            <a:r>
              <a:rPr lang="en-US" dirty="0"/>
              <a:t>the frame by using the Crop feature in </a:t>
            </a:r>
            <a:br>
              <a:rPr lang="en-US" dirty="0"/>
            </a:br>
            <a:r>
              <a:rPr lang="en-US" dirty="0"/>
              <a:t>the Picture Format tab of the ribbon.</a:t>
            </a:r>
            <a:br>
              <a:rPr lang="en-US" dirty="0"/>
            </a:br>
            <a:r>
              <a:rPr lang="en-US" dirty="0"/>
              <a:t>_______________________________</a:t>
            </a:r>
          </a:p>
        </p:txBody>
      </p:sp>
      <p:pic>
        <p:nvPicPr>
          <p:cNvPr id="7" name="Picture 2" descr="Image result for ASTRAZENECA LOGO">
            <a:extLst>
              <a:ext uri="{FF2B5EF4-FFF2-40B4-BE49-F238E27FC236}">
                <a16:creationId xmlns:a16="http://schemas.microsoft.com/office/drawing/2014/main" id="{1ED72C3C-E918-420F-9374-6F1CBE3946F7}"/>
              </a:ext>
            </a:extLst>
          </p:cNvPr>
          <p:cNvPicPr>
            <a:picLocks noChangeAspect="1" noChangeArrowheads="1"/>
          </p:cNvPicPr>
          <p:nvPr userDrawn="1">
            <p:custDataLst>
              <p:tags r:id="rId2"/>
            </p:custDataLst>
          </p:nvPr>
        </p:nvPicPr>
        <p:blipFill>
          <a:blip r:embed="rId4">
            <a:extLst>
              <a:ext uri="{28A0092B-C50C-407E-A947-70E740481C1C}">
                <a14:useLocalDpi xmlns:a14="http://schemas.microsoft.com/office/drawing/2010/main" val="0"/>
              </a:ext>
            </a:extLst>
          </a:blip>
          <a:srcRect/>
          <a:stretch>
            <a:fillRect/>
          </a:stretch>
        </p:blipFill>
        <p:spPr bwMode="auto">
          <a:xfrm>
            <a:off x="1219200" y="401638"/>
            <a:ext cx="2438400" cy="660740"/>
          </a:xfrm>
          <a:prstGeom prst="rect">
            <a:avLst/>
          </a:prstGeom>
          <a:noFill/>
          <a:extLst>
            <a:ext uri="{909E8E84-426E-40DD-AFC4-6F175D3DCCD1}">
              <a14:hiddenFill xmlns:a14="http://schemas.microsoft.com/office/drawing/2010/main">
                <a:solidFill>
                  <a:srgbClr val="FFFFFF"/>
                </a:solidFill>
              </a14:hiddenFill>
            </a:ext>
          </a:extLst>
        </p:spPr>
      </p:pic>
      <p:sp>
        <p:nvSpPr>
          <p:cNvPr id="10" name="Text Placeholder 9">
            <a:extLst>
              <a:ext uri="{FF2B5EF4-FFF2-40B4-BE49-F238E27FC236}">
                <a16:creationId xmlns:a16="http://schemas.microsoft.com/office/drawing/2014/main" id="{632E5583-912E-4EA8-8EDC-7B6B86E76274}"/>
              </a:ext>
            </a:extLst>
          </p:cNvPr>
          <p:cNvSpPr>
            <a:spLocks noGrp="1"/>
          </p:cNvSpPr>
          <p:nvPr>
            <p:ph type="body" sz="quarter" idx="21" hasCustomPrompt="1"/>
          </p:nvPr>
        </p:nvSpPr>
        <p:spPr>
          <a:xfrm>
            <a:off x="1219200" y="4594860"/>
            <a:ext cx="4876799" cy="1241804"/>
          </a:xfrm>
          <a:prstGeom prst="rect">
            <a:avLst/>
          </a:prstGeom>
        </p:spPr>
        <p:txBody>
          <a:bodyPr lIns="0" tIns="0" rIns="0" bIns="0">
            <a:normAutofit/>
          </a:bodyPr>
          <a:lstStyle>
            <a:lvl1pPr marL="0" indent="0">
              <a:lnSpc>
                <a:spcPct val="100000"/>
              </a:lnSpc>
              <a:buNone/>
              <a:defRPr sz="2400">
                <a:solidFill>
                  <a:schemeClr val="tx1"/>
                </a:solidFill>
              </a:defRPr>
            </a:lvl1pPr>
          </a:lstStyle>
          <a:p>
            <a:pPr lvl="0"/>
            <a:r>
              <a:rPr lang="en-US" dirty="0"/>
              <a:t>Click to add subtitle / presenters</a:t>
            </a:r>
          </a:p>
        </p:txBody>
      </p:sp>
      <p:sp>
        <p:nvSpPr>
          <p:cNvPr id="15" name="Freeform: Shape 14">
            <a:extLst>
              <a:ext uri="{FF2B5EF4-FFF2-40B4-BE49-F238E27FC236}">
                <a16:creationId xmlns:a16="http://schemas.microsoft.com/office/drawing/2014/main" id="{72260595-7C87-4D29-977E-EE25A0D9291A}"/>
              </a:ext>
            </a:extLst>
          </p:cNvPr>
          <p:cNvSpPr/>
          <p:nvPr userDrawn="1"/>
        </p:nvSpPr>
        <p:spPr>
          <a:xfrm>
            <a:off x="-2087955" y="1"/>
            <a:ext cx="2064161" cy="6858000"/>
          </a:xfrm>
          <a:custGeom>
            <a:avLst/>
            <a:gdLst>
              <a:gd name="connsiteX0" fmla="*/ 0 w 2064161"/>
              <a:gd name="connsiteY0" fmla="*/ 0 h 6858000"/>
              <a:gd name="connsiteX1" fmla="*/ 2002971 w 2064161"/>
              <a:gd name="connsiteY1" fmla="*/ 0 h 6858000"/>
              <a:gd name="connsiteX2" fmla="*/ 2002971 w 2064161"/>
              <a:gd name="connsiteY2" fmla="*/ 6447122 h 6858000"/>
              <a:gd name="connsiteX3" fmla="*/ 2064161 w 2064161"/>
              <a:gd name="connsiteY3" fmla="*/ 6538118 h 6858000"/>
              <a:gd name="connsiteX4" fmla="*/ 2002971 w 2064161"/>
              <a:gd name="connsiteY4" fmla="*/ 6629114 h 6858000"/>
              <a:gd name="connsiteX5" fmla="*/ 2002971 w 2064161"/>
              <a:gd name="connsiteY5" fmla="*/ 6858000 h 6858000"/>
              <a:gd name="connsiteX6" fmla="*/ 0 w 206416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64161" h="6858000">
                <a:moveTo>
                  <a:pt x="0" y="0"/>
                </a:moveTo>
                <a:lnTo>
                  <a:pt x="2002971" y="0"/>
                </a:lnTo>
                <a:lnTo>
                  <a:pt x="2002971" y="6447122"/>
                </a:lnTo>
                <a:lnTo>
                  <a:pt x="2064161" y="6538118"/>
                </a:lnTo>
                <a:lnTo>
                  <a:pt x="2002971" y="6629114"/>
                </a:lnTo>
                <a:lnTo>
                  <a:pt x="2002971"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rIns="144000" bIns="216000" rtlCol="0" anchor="b" anchorCtr="0">
            <a:noAutofit/>
          </a:bodyPr>
          <a:lstStyle/>
          <a:p>
            <a:pPr>
              <a:lnSpc>
                <a:spcPct val="100000"/>
              </a:lnSpc>
              <a:spcAft>
                <a:spcPts val="600"/>
              </a:spcAft>
            </a:pPr>
            <a:r>
              <a:rPr lang="en-GB" sz="1400">
                <a:solidFill>
                  <a:schemeClr val="tx1"/>
                </a:solidFill>
              </a:rPr>
              <a:t>Please ensure you have added the correct confidentiality statement. </a:t>
            </a:r>
          </a:p>
          <a:p>
            <a:pPr>
              <a:lnSpc>
                <a:spcPct val="100000"/>
              </a:lnSpc>
              <a:spcAft>
                <a:spcPts val="600"/>
              </a:spcAft>
            </a:pPr>
            <a:r>
              <a:rPr lang="en-GB" sz="1400">
                <a:solidFill>
                  <a:schemeClr val="tx1"/>
                </a:solidFill>
              </a:rPr>
              <a:t>Type the correct statement: </a:t>
            </a:r>
            <a:br>
              <a:rPr lang="en-GB" sz="1400">
                <a:solidFill>
                  <a:schemeClr val="accent1"/>
                </a:solidFill>
              </a:rPr>
            </a:br>
            <a:r>
              <a:rPr lang="en-GB" sz="1400">
                <a:solidFill>
                  <a:schemeClr val="accent1"/>
                </a:solidFill>
              </a:rPr>
              <a:t>‘</a:t>
            </a:r>
            <a:r>
              <a:rPr lang="en-GB" sz="1400" b="1" i="1">
                <a:solidFill>
                  <a:schemeClr val="accent1"/>
                </a:solidFill>
              </a:rPr>
              <a:t>Company Restricted’ </a:t>
            </a:r>
            <a:r>
              <a:rPr lang="en-GB" sz="1400" b="0">
                <a:solidFill>
                  <a:schemeClr val="tx1"/>
                </a:solidFill>
              </a:rPr>
              <a:t>or</a:t>
            </a:r>
            <a:r>
              <a:rPr lang="en-GB" sz="1400" b="1">
                <a:solidFill>
                  <a:schemeClr val="accent1"/>
                </a:solidFill>
              </a:rPr>
              <a:t> ‘</a:t>
            </a:r>
            <a:r>
              <a:rPr lang="en-GB" sz="1400" b="1" i="1">
                <a:solidFill>
                  <a:schemeClr val="accent1"/>
                </a:solidFill>
              </a:rPr>
              <a:t>Strictly Confidential’ </a:t>
            </a:r>
            <a:r>
              <a:rPr lang="en-GB" sz="1400" b="0" i="1">
                <a:solidFill>
                  <a:schemeClr val="tx1"/>
                </a:solidFill>
              </a:rPr>
              <a:t>.</a:t>
            </a:r>
            <a:r>
              <a:rPr lang="en-GB" sz="1400" b="1" i="1">
                <a:solidFill>
                  <a:schemeClr val="accent1"/>
                </a:solidFill>
              </a:rPr>
              <a:t> </a:t>
            </a:r>
            <a:r>
              <a:rPr lang="en-GB" sz="1400" b="0" i="0">
                <a:solidFill>
                  <a:schemeClr val="tx1"/>
                </a:solidFill>
              </a:rPr>
              <a:t>No statement is needed </a:t>
            </a:r>
            <a:br>
              <a:rPr lang="en-GB" sz="1400" b="0" i="0">
                <a:solidFill>
                  <a:schemeClr val="tx1"/>
                </a:solidFill>
              </a:rPr>
            </a:br>
            <a:r>
              <a:rPr lang="en-GB" sz="1400" b="0" i="0">
                <a:solidFill>
                  <a:schemeClr val="tx1"/>
                </a:solidFill>
              </a:rPr>
              <a:t>for public information. </a:t>
            </a:r>
            <a:endParaRPr lang="en-GB" sz="1400" b="0">
              <a:solidFill>
                <a:schemeClr val="tx1"/>
              </a:solidFill>
            </a:endParaRPr>
          </a:p>
        </p:txBody>
      </p:sp>
      <p:sp>
        <p:nvSpPr>
          <p:cNvPr id="14" name="Oval 13">
            <a:extLst>
              <a:ext uri="{FF2B5EF4-FFF2-40B4-BE49-F238E27FC236}">
                <a16:creationId xmlns:a16="http://schemas.microsoft.com/office/drawing/2014/main" id="{E4809C05-E460-4D1A-BC84-C63C988F5D2D}"/>
              </a:ext>
            </a:extLst>
          </p:cNvPr>
          <p:cNvSpPr/>
          <p:nvPr userDrawn="1"/>
        </p:nvSpPr>
        <p:spPr>
          <a:xfrm>
            <a:off x="-1944694" y="3878333"/>
            <a:ext cx="419968" cy="41996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Aft>
                <a:spcPts val="600"/>
              </a:spcAft>
            </a:pPr>
            <a:r>
              <a:rPr lang="en-US" sz="2400" b="1">
                <a:solidFill>
                  <a:schemeClr val="bg1"/>
                </a:solidFill>
                <a:latin typeface="+mn-lt"/>
              </a:rPr>
              <a:t>!</a:t>
            </a:r>
          </a:p>
        </p:txBody>
      </p:sp>
      <p:sp>
        <p:nvSpPr>
          <p:cNvPr id="11" name="Rectangle 10">
            <a:extLst>
              <a:ext uri="{FF2B5EF4-FFF2-40B4-BE49-F238E27FC236}">
                <a16:creationId xmlns:a16="http://schemas.microsoft.com/office/drawing/2014/main" id="{E615AFDE-47EA-B9B3-CDD0-170ACBAE9885}"/>
              </a:ext>
            </a:extLst>
          </p:cNvPr>
          <p:cNvSpPr/>
          <p:nvPr userDrawn="1"/>
        </p:nvSpPr>
        <p:spPr>
          <a:xfrm>
            <a:off x="0" y="0"/>
            <a:ext cx="6096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dirty="0" err="1"/>
          </a:p>
        </p:txBody>
      </p:sp>
    </p:spTree>
    <p:custDataLst>
      <p:tags r:id="rId1"/>
    </p:custDataLst>
    <p:extLst>
      <p:ext uri="{BB962C8B-B14F-4D97-AF65-F5344CB8AC3E}">
        <p14:creationId xmlns:p14="http://schemas.microsoft.com/office/powerpoint/2010/main" val="2848700265"/>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1" name="Text Placeholder 96">
            <a:extLst>
              <a:ext uri="{FF2B5EF4-FFF2-40B4-BE49-F238E27FC236}">
                <a16:creationId xmlns:a16="http://schemas.microsoft.com/office/drawing/2014/main" id="{C949FF72-87ED-4607-89DB-176C532FA3A0}"/>
              </a:ext>
            </a:extLst>
          </p:cNvPr>
          <p:cNvSpPr>
            <a:spLocks noGrp="1"/>
          </p:cNvSpPr>
          <p:nvPr>
            <p:ph type="body" sz="quarter" idx="111" hasCustomPrompt="1"/>
          </p:nvPr>
        </p:nvSpPr>
        <p:spPr>
          <a:xfrm>
            <a:off x="609600" y="6200775"/>
            <a:ext cx="9753600" cy="657225"/>
          </a:xfrm>
        </p:spPr>
        <p:txBody>
          <a:bodyPr bIns="72000" anchor="b" anchorCtr="0">
            <a:noAutofit/>
          </a:bodyPr>
          <a:lstStyle>
            <a:lvl1pPr>
              <a:lnSpc>
                <a:spcPct val="100000"/>
              </a:lnSpc>
              <a:spcAft>
                <a:spcPts val="300"/>
              </a:spcAft>
              <a:buNone/>
              <a:defRPr sz="800"/>
            </a:lvl1pPr>
          </a:lstStyle>
          <a:p>
            <a:pPr lvl="0"/>
            <a:r>
              <a:rPr lang="en-US" dirty="0"/>
              <a:t>Footnotes</a:t>
            </a:r>
          </a:p>
        </p:txBody>
      </p:sp>
      <p:sp>
        <p:nvSpPr>
          <p:cNvPr id="7" name="Date Placeholder 6">
            <a:extLst>
              <a:ext uri="{FF2B5EF4-FFF2-40B4-BE49-F238E27FC236}">
                <a16:creationId xmlns:a16="http://schemas.microsoft.com/office/drawing/2014/main" id="{F002CC1A-50FF-4A50-8660-D325E3429D98}"/>
              </a:ext>
            </a:extLst>
          </p:cNvPr>
          <p:cNvSpPr>
            <a:spLocks noGrp="1"/>
          </p:cNvSpPr>
          <p:nvPr>
            <p:ph type="dt" sz="half" idx="20"/>
          </p:nvPr>
        </p:nvSpPr>
        <p:spPr/>
        <p:txBody>
          <a:bodyPr/>
          <a:lstStyle>
            <a:lvl1pPr>
              <a:lnSpc>
                <a:spcPct val="100000"/>
              </a:lnSpc>
              <a:defRPr/>
            </a:lvl1pPr>
          </a:lstStyle>
          <a:p>
            <a:endParaRPr lang="en-GB" dirty="0"/>
          </a:p>
        </p:txBody>
      </p:sp>
      <p:sp>
        <p:nvSpPr>
          <p:cNvPr id="10" name="Slide Number Placeholder 9">
            <a:extLst>
              <a:ext uri="{FF2B5EF4-FFF2-40B4-BE49-F238E27FC236}">
                <a16:creationId xmlns:a16="http://schemas.microsoft.com/office/drawing/2014/main" id="{7E938F29-84D5-4449-9358-343332B4BEF7}"/>
              </a:ext>
            </a:extLst>
          </p:cNvPr>
          <p:cNvSpPr>
            <a:spLocks noGrp="1"/>
          </p:cNvSpPr>
          <p:nvPr>
            <p:ph type="sldNum" sz="quarter" idx="22"/>
          </p:nvPr>
        </p:nvSpPr>
        <p:spPr/>
        <p:txBody>
          <a:bodyPr/>
          <a:lstStyle>
            <a:lvl1pPr>
              <a:lnSpc>
                <a:spcPct val="100000"/>
              </a:lnSpc>
              <a:defRPr/>
            </a:lvl1pPr>
          </a:lstStyle>
          <a:p>
            <a:fld id="{F8E47D07-9D1E-4FE9-B31A-2F5863681021}" type="slidenum">
              <a:rPr lang="en-GB" smtClean="0"/>
              <a:pPr/>
              <a:t>‹#›</a:t>
            </a:fld>
            <a:endParaRPr lang="en-GB"/>
          </a:p>
        </p:txBody>
      </p:sp>
      <p:sp>
        <p:nvSpPr>
          <p:cNvPr id="3" name="Title 2">
            <a:extLst>
              <a:ext uri="{FF2B5EF4-FFF2-40B4-BE49-F238E27FC236}">
                <a16:creationId xmlns:a16="http://schemas.microsoft.com/office/drawing/2014/main" id="{22AD159F-7756-3DA0-DF27-72115E048DD5}"/>
              </a:ext>
            </a:extLst>
          </p:cNvPr>
          <p:cNvSpPr>
            <a:spLocks noGrp="1"/>
          </p:cNvSpPr>
          <p:nvPr>
            <p:ph type="title" hasCustomPrompt="1"/>
          </p:nvPr>
        </p:nvSpPr>
        <p:spPr/>
        <p:txBody>
          <a:bodyPr/>
          <a:lstStyle/>
          <a:p>
            <a:r>
              <a:rPr lang="en-US" dirty="0"/>
              <a:t>Click to enter title here</a:t>
            </a:r>
          </a:p>
        </p:txBody>
      </p:sp>
      <p:sp>
        <p:nvSpPr>
          <p:cNvPr id="9" name="Content Placeholder 8">
            <a:extLst>
              <a:ext uri="{FF2B5EF4-FFF2-40B4-BE49-F238E27FC236}">
                <a16:creationId xmlns:a16="http://schemas.microsoft.com/office/drawing/2014/main" id="{06C49CE0-A935-60E2-C2F2-67EBD888955D}"/>
              </a:ext>
            </a:extLst>
          </p:cNvPr>
          <p:cNvSpPr>
            <a:spLocks noGrp="1"/>
          </p:cNvSpPr>
          <p:nvPr>
            <p:ph sz="quarter" idx="112" hasCustomPrompt="1"/>
          </p:nvPr>
        </p:nvSpPr>
        <p:spPr/>
        <p:txBody>
          <a:bodyPr/>
          <a:lstStyle/>
          <a:p>
            <a:pPr lvl="0"/>
            <a:r>
              <a:rPr lang="en-US" dirty="0"/>
              <a:t>Click to add text here. </a:t>
            </a:r>
            <a:br>
              <a:rPr lang="en-US" dirty="0"/>
            </a:br>
            <a:r>
              <a:rPr lang="en-US" dirty="0"/>
              <a:t>When pasting copy from other slides, be sure to right-click and choose ‘Keep text only’.</a:t>
            </a:r>
            <a:br>
              <a:rPr lang="en-US" dirty="0"/>
            </a:br>
            <a:r>
              <a:rPr lang="en-US" dirty="0"/>
              <a:t>To increase bullet level, select your text and press Tab.</a:t>
            </a:r>
            <a:br>
              <a:rPr lang="en-US" dirty="0"/>
            </a:br>
            <a:r>
              <a:rPr lang="en-US" dirty="0"/>
              <a:t>To decrease bullet level, select your bullet text and press Shift + Tab.</a:t>
            </a:r>
          </a:p>
          <a:p>
            <a:pPr lvl="1"/>
            <a:r>
              <a:rPr lang="en-US" dirty="0"/>
              <a:t>Second level</a:t>
            </a:r>
          </a:p>
          <a:p>
            <a:pPr lvl="2"/>
            <a:r>
              <a:rPr lang="en-US" dirty="0"/>
              <a:t>Third level</a:t>
            </a:r>
          </a:p>
          <a:p>
            <a:pPr lvl="3"/>
            <a:r>
              <a:rPr lang="en-US" dirty="0"/>
              <a:t>Fourth level</a:t>
            </a:r>
          </a:p>
          <a:p>
            <a:pPr lvl="4"/>
            <a:r>
              <a:rPr lang="en-US" dirty="0"/>
              <a:t>Fifth level</a:t>
            </a:r>
          </a:p>
        </p:txBody>
      </p:sp>
    </p:spTree>
    <p:custDataLst>
      <p:tags r:id="rId1"/>
    </p:custDataLst>
    <p:extLst>
      <p:ext uri="{BB962C8B-B14F-4D97-AF65-F5344CB8AC3E}">
        <p14:creationId xmlns:p14="http://schemas.microsoft.com/office/powerpoint/2010/main" val="3983713331"/>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in Lens">
    <p:spTree>
      <p:nvGrpSpPr>
        <p:cNvPr id="1" name=""/>
        <p:cNvGrpSpPr/>
        <p:nvPr/>
      </p:nvGrpSpPr>
      <p:grpSpPr>
        <a:xfrm>
          <a:off x="0" y="0"/>
          <a:ext cx="0" cy="0"/>
          <a:chOff x="0" y="0"/>
          <a:chExt cx="0" cy="0"/>
        </a:xfrm>
      </p:grpSpPr>
      <p:sp>
        <p:nvSpPr>
          <p:cNvPr id="8" name="Text Placeholder 96">
            <a:extLst>
              <a:ext uri="{FF2B5EF4-FFF2-40B4-BE49-F238E27FC236}">
                <a16:creationId xmlns:a16="http://schemas.microsoft.com/office/drawing/2014/main" id="{DFE25DB2-F58D-4AD2-B640-7A1061569FFB}"/>
              </a:ext>
            </a:extLst>
          </p:cNvPr>
          <p:cNvSpPr>
            <a:spLocks noGrp="1"/>
          </p:cNvSpPr>
          <p:nvPr>
            <p:ph type="body" sz="quarter" idx="111" hasCustomPrompt="1"/>
          </p:nvPr>
        </p:nvSpPr>
        <p:spPr>
          <a:xfrm>
            <a:off x="5486400" y="6200775"/>
            <a:ext cx="4876799" cy="657225"/>
          </a:xfrm>
        </p:spPr>
        <p:txBody>
          <a:bodyPr bIns="72000" anchor="b" anchorCtr="0">
            <a:noAutofit/>
          </a:bodyPr>
          <a:lstStyle>
            <a:lvl1pPr>
              <a:lnSpc>
                <a:spcPct val="100000"/>
              </a:lnSpc>
              <a:spcAft>
                <a:spcPts val="300"/>
              </a:spcAft>
              <a:buNone/>
              <a:defRPr sz="800"/>
            </a:lvl1pPr>
          </a:lstStyle>
          <a:p>
            <a:pPr lvl="0"/>
            <a:r>
              <a:rPr lang="en-US" dirty="0"/>
              <a:t>Footnotes</a:t>
            </a:r>
          </a:p>
        </p:txBody>
      </p:sp>
      <p:sp>
        <p:nvSpPr>
          <p:cNvPr id="10" name="Date Placeholder 9">
            <a:extLst>
              <a:ext uri="{FF2B5EF4-FFF2-40B4-BE49-F238E27FC236}">
                <a16:creationId xmlns:a16="http://schemas.microsoft.com/office/drawing/2014/main" id="{59C580CE-4074-4379-8D68-E5118B13A13A}"/>
              </a:ext>
            </a:extLst>
          </p:cNvPr>
          <p:cNvSpPr>
            <a:spLocks noGrp="1"/>
          </p:cNvSpPr>
          <p:nvPr>
            <p:ph type="dt" sz="half" idx="20"/>
          </p:nvPr>
        </p:nvSpPr>
        <p:spPr/>
        <p:txBody>
          <a:bodyPr/>
          <a:lstStyle>
            <a:lvl1pPr>
              <a:lnSpc>
                <a:spcPct val="100000"/>
              </a:lnSpc>
              <a:defRPr/>
            </a:lvl1pPr>
          </a:lstStyle>
          <a:p>
            <a:endParaRPr lang="en-GB"/>
          </a:p>
        </p:txBody>
      </p:sp>
      <p:sp>
        <p:nvSpPr>
          <p:cNvPr id="2" name="Rectangle 1">
            <a:extLst>
              <a:ext uri="{FF2B5EF4-FFF2-40B4-BE49-F238E27FC236}">
                <a16:creationId xmlns:a16="http://schemas.microsoft.com/office/drawing/2014/main" id="{36FAF170-FDDE-1344-54BF-D168FE796F71}"/>
              </a:ext>
            </a:extLst>
          </p:cNvPr>
          <p:cNvSpPr/>
          <p:nvPr userDrawn="1"/>
        </p:nvSpPr>
        <p:spPr>
          <a:xfrm>
            <a:off x="1" y="0"/>
            <a:ext cx="609598"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dirty="0" err="1"/>
          </a:p>
        </p:txBody>
      </p:sp>
      <p:sp>
        <p:nvSpPr>
          <p:cNvPr id="12" name="Title 11">
            <a:extLst>
              <a:ext uri="{FF2B5EF4-FFF2-40B4-BE49-F238E27FC236}">
                <a16:creationId xmlns:a16="http://schemas.microsoft.com/office/drawing/2014/main" id="{CD0FA13F-5B1F-4795-B0E7-3E97B5D8E071}"/>
              </a:ext>
            </a:extLst>
          </p:cNvPr>
          <p:cNvSpPr>
            <a:spLocks noGrp="1"/>
          </p:cNvSpPr>
          <p:nvPr>
            <p:ph type="title" hasCustomPrompt="1"/>
          </p:nvPr>
        </p:nvSpPr>
        <p:spPr>
          <a:xfrm>
            <a:off x="609599" y="-2"/>
            <a:ext cx="4267201" cy="6858001"/>
          </a:xfrm>
          <a:prstGeom prst="rect">
            <a:avLst/>
          </a:prstGeom>
          <a:solidFill>
            <a:schemeClr val="accent1"/>
          </a:solidFill>
        </p:spPr>
        <p:txBody>
          <a:bodyPr wrap="square" lIns="306000" tIns="360000" rIns="306000" bIns="360000" anchor="t" anchorCtr="0">
            <a:normAutofit/>
          </a:bodyPr>
          <a:lstStyle>
            <a:lvl1pPr>
              <a:lnSpc>
                <a:spcPct val="100000"/>
              </a:lnSpc>
              <a:defRPr sz="4000">
                <a:solidFill>
                  <a:schemeClr val="bg1"/>
                </a:solidFill>
              </a:defRPr>
            </a:lvl1pPr>
          </a:lstStyle>
          <a:p>
            <a:r>
              <a:rPr lang="en-US" dirty="0"/>
              <a:t>Click to enter title here</a:t>
            </a:r>
          </a:p>
        </p:txBody>
      </p:sp>
      <p:sp>
        <p:nvSpPr>
          <p:cNvPr id="4" name="Content Placeholder 3">
            <a:extLst>
              <a:ext uri="{FF2B5EF4-FFF2-40B4-BE49-F238E27FC236}">
                <a16:creationId xmlns:a16="http://schemas.microsoft.com/office/drawing/2014/main" id="{75A4EBE2-41F7-48F4-B525-605699ECF92F}"/>
              </a:ext>
            </a:extLst>
          </p:cNvPr>
          <p:cNvSpPr>
            <a:spLocks noGrp="1"/>
          </p:cNvSpPr>
          <p:nvPr>
            <p:ph sz="quarter" idx="19" hasCustomPrompt="1"/>
          </p:nvPr>
        </p:nvSpPr>
        <p:spPr>
          <a:xfrm>
            <a:off x="5486400" y="404813"/>
            <a:ext cx="6096000" cy="5796000"/>
          </a:xfrm>
        </p:spPr>
        <p:txBody>
          <a:bodyPr/>
          <a:lstStyle>
            <a:lvl1pPr>
              <a:lnSpc>
                <a:spcPct val="100000"/>
              </a:lnSpc>
              <a:defRPr/>
            </a:lvl1pPr>
            <a:lvl2pPr marL="460800" indent="-228600">
              <a:lnSpc>
                <a:spcPct val="100000"/>
              </a:lnSpc>
              <a:defRPr lang="en-US" sz="2400" kern="1200" dirty="0">
                <a:solidFill>
                  <a:schemeClr val="tx1"/>
                </a:solidFill>
                <a:latin typeface="+mn-lt"/>
                <a:ea typeface="+mn-ea"/>
                <a:cs typeface="+mn-cs"/>
              </a:defRPr>
            </a:lvl2pPr>
            <a:lvl3pPr marL="691200" indent="-228600">
              <a:lnSpc>
                <a:spcPct val="100000"/>
              </a:lnSpc>
              <a:defRPr lang="en-US" sz="2000" kern="1200" dirty="0">
                <a:solidFill>
                  <a:schemeClr val="tx1"/>
                </a:solidFill>
                <a:latin typeface="+mn-lt"/>
                <a:ea typeface="+mn-ea"/>
                <a:cs typeface="+mn-cs"/>
              </a:defRPr>
            </a:lvl3pPr>
            <a:lvl4pPr marL="921600" indent="-2286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US" dirty="0"/>
              <a:t>Click to add text here. </a:t>
            </a:r>
            <a:br>
              <a:rPr lang="en-US" dirty="0"/>
            </a:br>
            <a:r>
              <a:rPr lang="en-US" dirty="0"/>
              <a:t>When pasting copy from other slides, be sure to right-click and choose ‘Keep text only’.</a:t>
            </a:r>
            <a:br>
              <a:rPr lang="en-US" dirty="0"/>
            </a:br>
            <a:r>
              <a:rPr lang="en-US" dirty="0"/>
              <a:t>To increase bullet level, select your text and press Tab.</a:t>
            </a:r>
            <a:br>
              <a:rPr lang="en-US" dirty="0"/>
            </a:br>
            <a:r>
              <a:rPr lang="en-US" dirty="0"/>
              <a:t>To decrease bullet level, select your bullet text and press Shift + Tab.</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12">
            <a:extLst>
              <a:ext uri="{FF2B5EF4-FFF2-40B4-BE49-F238E27FC236}">
                <a16:creationId xmlns:a16="http://schemas.microsoft.com/office/drawing/2014/main" id="{D2C25B5D-B685-4B55-8498-3486110FDCFE}"/>
              </a:ext>
            </a:extLst>
          </p:cNvPr>
          <p:cNvSpPr>
            <a:spLocks noGrp="1"/>
          </p:cNvSpPr>
          <p:nvPr>
            <p:ph type="sldNum" sz="quarter" idx="22"/>
          </p:nvPr>
        </p:nvSpPr>
        <p:spPr/>
        <p:txBody>
          <a:bodyPr/>
          <a:lstStyle>
            <a:lvl1pPr>
              <a:lnSpc>
                <a:spcPct val="100000"/>
              </a:lnSpc>
              <a:defRPr>
                <a:solidFill>
                  <a:schemeClr val="bg1"/>
                </a:solidFill>
              </a:defRPr>
            </a:lvl1pPr>
          </a:lstStyle>
          <a:p>
            <a:fld id="{F8E47D07-9D1E-4FE9-B31A-2F5863681021}" type="slidenum">
              <a:rPr lang="en-GB" smtClean="0"/>
              <a:pPr/>
              <a:t>‹#›</a:t>
            </a:fld>
            <a:endParaRPr lang="en-GB"/>
          </a:p>
        </p:txBody>
      </p:sp>
    </p:spTree>
    <p:custDataLst>
      <p:tags r:id="rId1"/>
    </p:custDataLst>
    <p:extLst>
      <p:ext uri="{BB962C8B-B14F-4D97-AF65-F5344CB8AC3E}">
        <p14:creationId xmlns:p14="http://schemas.microsoft.com/office/powerpoint/2010/main" val="2028580439"/>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accent1"/>
        </a:solidFill>
        <a:effectLst/>
      </p:bgPr>
    </p:bg>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41CC83E6-E70E-43EE-817C-4F68FB75EFD9}"/>
              </a:ext>
            </a:extLst>
          </p:cNvPr>
          <p:cNvSpPr>
            <a:spLocks noGrp="1"/>
          </p:cNvSpPr>
          <p:nvPr>
            <p:ph type="dt" sz="half" idx="35"/>
          </p:nvPr>
        </p:nvSpPr>
        <p:spPr>
          <a:noFill/>
        </p:spPr>
        <p:txBody>
          <a:bodyPr/>
          <a:lstStyle>
            <a:lvl1pPr>
              <a:lnSpc>
                <a:spcPct val="100000"/>
              </a:lnSpc>
              <a:defRPr>
                <a:solidFill>
                  <a:schemeClr val="bg1"/>
                </a:solidFill>
              </a:defRPr>
            </a:lvl1pPr>
          </a:lstStyle>
          <a:p>
            <a:endParaRPr lang="en-GB" dirty="0"/>
          </a:p>
        </p:txBody>
      </p:sp>
      <p:sp>
        <p:nvSpPr>
          <p:cNvPr id="22" name="Picture Placeholder 21">
            <a:extLst>
              <a:ext uri="{FF2B5EF4-FFF2-40B4-BE49-F238E27FC236}">
                <a16:creationId xmlns:a16="http://schemas.microsoft.com/office/drawing/2014/main" id="{0486192A-3DB1-49EB-9B2C-D5E68AF24B1A}"/>
              </a:ext>
            </a:extLst>
          </p:cNvPr>
          <p:cNvSpPr>
            <a:spLocks noGrp="1"/>
          </p:cNvSpPr>
          <p:nvPr>
            <p:ph type="pic" sz="quarter" idx="36" hasCustomPrompt="1"/>
          </p:nvPr>
        </p:nvSpPr>
        <p:spPr>
          <a:xfrm>
            <a:off x="609600" y="-1"/>
            <a:ext cx="4267200" cy="6858001"/>
          </a:xfrm>
          <a:prstGeom prst="rect">
            <a:avLst/>
          </a:prstGeom>
          <a:solidFill>
            <a:schemeClr val="bg2">
              <a:lumMod val="40000"/>
              <a:lumOff val="60000"/>
            </a:schemeClr>
          </a:solidFill>
        </p:spPr>
        <p:txBody>
          <a:bodyPr wrap="square" tIns="360000" bIns="140400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sz="1600" b="1"/>
            </a:lvl1pPr>
          </a:lstStyle>
          <a:p>
            <a:r>
              <a:rPr lang="en-US" dirty="0"/>
              <a:t>_______________________________</a:t>
            </a:r>
            <a:br>
              <a:rPr lang="en-US" dirty="0"/>
            </a:br>
            <a:br>
              <a:rPr lang="en-US" dirty="0"/>
            </a:br>
            <a:r>
              <a:rPr lang="en-US" dirty="0"/>
              <a:t>To add a brand image here:</a:t>
            </a:r>
            <a:br>
              <a:rPr lang="en-US" dirty="0"/>
            </a:br>
            <a:r>
              <a:rPr lang="en-US" dirty="0"/>
              <a:t>Select this placeholder and click </a:t>
            </a:r>
            <a:br>
              <a:rPr lang="en-US" dirty="0"/>
            </a:br>
            <a:r>
              <a:rPr lang="en-US" dirty="0"/>
              <a:t>Brand Pictures in </a:t>
            </a:r>
            <a:r>
              <a:rPr lang="en-US" dirty="0" err="1"/>
              <a:t>BrandIn</a:t>
            </a:r>
            <a:r>
              <a:rPr lang="en-US" dirty="0"/>
              <a:t>.</a:t>
            </a:r>
            <a:br>
              <a:rPr lang="en-US" dirty="0"/>
            </a:br>
            <a:br>
              <a:rPr lang="en-US" dirty="0"/>
            </a:br>
            <a:r>
              <a:rPr lang="en-US" dirty="0"/>
              <a:t>Clicking the icon will insert an </a:t>
            </a:r>
            <a:br>
              <a:rPr lang="en-US" dirty="0"/>
            </a:br>
            <a:r>
              <a:rPr lang="en-US" dirty="0"/>
              <a:t>image from your own files.</a:t>
            </a:r>
            <a:br>
              <a:rPr lang="en-US" dirty="0"/>
            </a:br>
            <a:br>
              <a:rPr lang="en-US" dirty="0"/>
            </a:br>
            <a:br>
              <a:rPr lang="en-US" dirty="0"/>
            </a:br>
            <a:br>
              <a:rPr lang="en-US" dirty="0"/>
            </a:br>
            <a:r>
              <a:rPr lang="en-US" dirty="0"/>
              <a:t>The image can then be scaled within </a:t>
            </a:r>
            <a:br>
              <a:rPr lang="en-US" dirty="0"/>
            </a:br>
            <a:r>
              <a:rPr lang="en-US" dirty="0"/>
              <a:t>the frame by using the Crop feature in </a:t>
            </a:r>
            <a:br>
              <a:rPr lang="en-US" dirty="0"/>
            </a:br>
            <a:r>
              <a:rPr lang="en-US" dirty="0"/>
              <a:t>the Picture Format tab of the ribbon.</a:t>
            </a:r>
            <a:br>
              <a:rPr lang="en-US" dirty="0"/>
            </a:br>
            <a:r>
              <a:rPr lang="en-US" dirty="0"/>
              <a:t>_______________________________</a:t>
            </a:r>
          </a:p>
        </p:txBody>
      </p:sp>
      <p:sp>
        <p:nvSpPr>
          <p:cNvPr id="13" name="Title 12">
            <a:extLst>
              <a:ext uri="{FF2B5EF4-FFF2-40B4-BE49-F238E27FC236}">
                <a16:creationId xmlns:a16="http://schemas.microsoft.com/office/drawing/2014/main" id="{4447ADDD-920E-4BEB-819B-9759B3CF06AB}"/>
              </a:ext>
            </a:extLst>
          </p:cNvPr>
          <p:cNvSpPr>
            <a:spLocks noGrp="1"/>
          </p:cNvSpPr>
          <p:nvPr>
            <p:ph type="title" hasCustomPrompt="1"/>
          </p:nvPr>
        </p:nvSpPr>
        <p:spPr>
          <a:xfrm>
            <a:off x="5486400" y="2612570"/>
            <a:ext cx="6095999" cy="1829883"/>
          </a:xfrm>
          <a:prstGeom prst="rect">
            <a:avLst/>
          </a:prstGeom>
          <a:noFill/>
        </p:spPr>
        <p:txBody>
          <a:bodyPr wrap="square" lIns="0" tIns="0" rIns="0" bIns="0" anchor="b" anchorCtr="0">
            <a:normAutofit/>
          </a:bodyPr>
          <a:lstStyle>
            <a:lvl1pPr>
              <a:lnSpc>
                <a:spcPct val="100000"/>
              </a:lnSpc>
              <a:defRPr sz="4000">
                <a:solidFill>
                  <a:schemeClr val="bg1"/>
                </a:solidFill>
              </a:defRPr>
            </a:lvl1pPr>
          </a:lstStyle>
          <a:p>
            <a:r>
              <a:rPr lang="en-US" dirty="0"/>
              <a:t>Click to enter</a:t>
            </a:r>
            <a:br>
              <a:rPr lang="en-US" dirty="0"/>
            </a:br>
            <a:r>
              <a:rPr lang="en-US" dirty="0"/>
              <a:t>section title here</a:t>
            </a:r>
            <a:endParaRPr lang="en-GB" dirty="0"/>
          </a:p>
        </p:txBody>
      </p:sp>
      <p:sp>
        <p:nvSpPr>
          <p:cNvPr id="5" name="Text Placeholder 4">
            <a:extLst>
              <a:ext uri="{FF2B5EF4-FFF2-40B4-BE49-F238E27FC236}">
                <a16:creationId xmlns:a16="http://schemas.microsoft.com/office/drawing/2014/main" id="{D60AE4F3-AAA3-4B8D-A01A-1FF9B8F9F42A}"/>
              </a:ext>
            </a:extLst>
          </p:cNvPr>
          <p:cNvSpPr>
            <a:spLocks noGrp="1"/>
          </p:cNvSpPr>
          <p:nvPr>
            <p:ph type="body" sz="quarter" idx="33" hasCustomPrompt="1"/>
          </p:nvPr>
        </p:nvSpPr>
        <p:spPr>
          <a:xfrm>
            <a:off x="5486400" y="2093120"/>
            <a:ext cx="1219200" cy="367044"/>
          </a:xfrm>
          <a:prstGeom prst="rect">
            <a:avLst/>
          </a:prstGeom>
          <a:noFill/>
        </p:spPr>
        <p:txBody>
          <a:bodyPr wrap="square" bIns="0" anchor="ctr" anchorCtr="0">
            <a:noAutofit/>
          </a:bodyPr>
          <a:lstStyle>
            <a:lvl1pPr marL="0" indent="0" algn="l">
              <a:lnSpc>
                <a:spcPct val="100000"/>
              </a:lnSpc>
              <a:spcBef>
                <a:spcPts val="0"/>
              </a:spcBef>
              <a:spcAft>
                <a:spcPts val="0"/>
              </a:spcAft>
              <a:buNone/>
              <a:defRPr sz="4000" b="0">
                <a:solidFill>
                  <a:schemeClr val="bg1"/>
                </a:solidFill>
                <a:latin typeface="+mj-lt"/>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dirty="0"/>
              <a:t>##</a:t>
            </a:r>
          </a:p>
        </p:txBody>
      </p:sp>
      <p:sp>
        <p:nvSpPr>
          <p:cNvPr id="8" name="Text Placeholder 7">
            <a:extLst>
              <a:ext uri="{FF2B5EF4-FFF2-40B4-BE49-F238E27FC236}">
                <a16:creationId xmlns:a16="http://schemas.microsoft.com/office/drawing/2014/main" id="{45758FA1-2B23-4C7E-97FD-FBA94AB3853B}"/>
              </a:ext>
            </a:extLst>
          </p:cNvPr>
          <p:cNvSpPr>
            <a:spLocks noGrp="1"/>
          </p:cNvSpPr>
          <p:nvPr>
            <p:ph type="body" sz="quarter" idx="34" hasCustomPrompt="1"/>
          </p:nvPr>
        </p:nvSpPr>
        <p:spPr>
          <a:xfrm>
            <a:off x="5486400" y="4594860"/>
            <a:ext cx="6095999" cy="1604328"/>
          </a:xfrm>
          <a:prstGeom prst="rect">
            <a:avLst/>
          </a:prstGeom>
          <a:noFill/>
        </p:spPr>
        <p:txBody>
          <a:bodyPr lIns="0"/>
          <a:lstStyle>
            <a:lvl1pPr marL="0" indent="0">
              <a:lnSpc>
                <a:spcPct val="100000"/>
              </a:lnSpc>
              <a:buNone/>
              <a:defRPr>
                <a:solidFill>
                  <a:schemeClr val="bg1"/>
                </a:solidFill>
              </a:defRPr>
            </a:lvl1pPr>
            <a:lvl5pPr>
              <a:defRPr/>
            </a:lvl5pPr>
          </a:lstStyle>
          <a:p>
            <a:pPr lvl="0"/>
            <a:r>
              <a:rPr lang="en-US" dirty="0"/>
              <a:t>Click to add subtitle / presenter name(s)</a:t>
            </a:r>
          </a:p>
        </p:txBody>
      </p:sp>
      <p:sp>
        <p:nvSpPr>
          <p:cNvPr id="2" name="Rectangle 1">
            <a:extLst>
              <a:ext uri="{FF2B5EF4-FFF2-40B4-BE49-F238E27FC236}">
                <a16:creationId xmlns:a16="http://schemas.microsoft.com/office/drawing/2014/main" id="{66C8FFD6-F80A-6FE7-F2DA-B84894F847B1}"/>
              </a:ext>
            </a:extLst>
          </p:cNvPr>
          <p:cNvSpPr/>
          <p:nvPr userDrawn="1"/>
        </p:nvSpPr>
        <p:spPr>
          <a:xfrm>
            <a:off x="0" y="0"/>
            <a:ext cx="6096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dirty="0" err="1"/>
          </a:p>
        </p:txBody>
      </p:sp>
      <p:sp>
        <p:nvSpPr>
          <p:cNvPr id="3" name="Slide Number Placeholder 2">
            <a:extLst>
              <a:ext uri="{FF2B5EF4-FFF2-40B4-BE49-F238E27FC236}">
                <a16:creationId xmlns:a16="http://schemas.microsoft.com/office/drawing/2014/main" id="{5022EE6A-C1CE-C4DD-14D1-07032B63EEDD}"/>
              </a:ext>
            </a:extLst>
          </p:cNvPr>
          <p:cNvSpPr>
            <a:spLocks noGrp="1"/>
          </p:cNvSpPr>
          <p:nvPr>
            <p:ph type="sldNum" sz="quarter" idx="37"/>
          </p:nvPr>
        </p:nvSpPr>
        <p:spPr/>
        <p:txBody>
          <a:bodyPr/>
          <a:lstStyle>
            <a:lvl1pPr>
              <a:defRPr>
                <a:solidFill>
                  <a:schemeClr val="bg1"/>
                </a:solidFill>
              </a:defRPr>
            </a:lvl1pPr>
          </a:lstStyle>
          <a:p>
            <a:fld id="{F8E47D07-9D1E-4FE9-B31A-2F5863681021}" type="slidenum">
              <a:rPr lang="en-GB" smtClean="0"/>
              <a:pPr/>
              <a:t>‹#›</a:t>
            </a:fld>
            <a:endParaRPr lang="en-GB" dirty="0"/>
          </a:p>
        </p:txBody>
      </p:sp>
    </p:spTree>
    <p:custDataLst>
      <p:tags r:id="rId1"/>
    </p:custData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Key Statement">
    <p:bg>
      <p:bgPr>
        <a:solidFill>
          <a:schemeClr val="accent1"/>
        </a:solidFill>
        <a:effectLst/>
      </p:bgPr>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BED79329-DEE2-6B5B-9C1F-745C3F420C2C}"/>
              </a:ext>
            </a:extLst>
          </p:cNvPr>
          <p:cNvSpPr>
            <a:spLocks noGrp="1"/>
          </p:cNvSpPr>
          <p:nvPr>
            <p:ph type="dt" sz="half" idx="10"/>
          </p:nvPr>
        </p:nvSpPr>
        <p:spPr/>
        <p:txBody>
          <a:bodyPr/>
          <a:lstStyle>
            <a:lvl1pPr>
              <a:defRPr>
                <a:solidFill>
                  <a:schemeClr val="bg1"/>
                </a:solidFill>
              </a:defRPr>
            </a:lvl1pPr>
          </a:lstStyle>
          <a:p>
            <a:endParaRPr lang="en-GB" dirty="0"/>
          </a:p>
        </p:txBody>
      </p:sp>
      <p:sp>
        <p:nvSpPr>
          <p:cNvPr id="4" name="Rectangle 3">
            <a:extLst>
              <a:ext uri="{FF2B5EF4-FFF2-40B4-BE49-F238E27FC236}">
                <a16:creationId xmlns:a16="http://schemas.microsoft.com/office/drawing/2014/main" id="{4CCA696F-FE62-7DC6-CF45-AC2C07C7F1E1}"/>
              </a:ext>
            </a:extLst>
          </p:cNvPr>
          <p:cNvSpPr/>
          <p:nvPr userDrawn="1"/>
        </p:nvSpPr>
        <p:spPr>
          <a:xfrm>
            <a:off x="0" y="0"/>
            <a:ext cx="609601"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dirty="0" err="1"/>
          </a:p>
        </p:txBody>
      </p:sp>
      <p:sp>
        <p:nvSpPr>
          <p:cNvPr id="2" name="Title 1">
            <a:extLst>
              <a:ext uri="{FF2B5EF4-FFF2-40B4-BE49-F238E27FC236}">
                <a16:creationId xmlns:a16="http://schemas.microsoft.com/office/drawing/2014/main" id="{FEDCFFF0-7218-4B33-8DFC-E37157D920C0}"/>
              </a:ext>
            </a:extLst>
          </p:cNvPr>
          <p:cNvSpPr>
            <a:spLocks noGrp="1"/>
          </p:cNvSpPr>
          <p:nvPr>
            <p:ph type="title" hasCustomPrompt="1"/>
          </p:nvPr>
        </p:nvSpPr>
        <p:spPr>
          <a:xfrm>
            <a:off x="1219199" y="1847640"/>
            <a:ext cx="10363199" cy="3162720"/>
          </a:xfrm>
          <a:prstGeom prst="rect">
            <a:avLst/>
          </a:prstGeom>
          <a:noFill/>
        </p:spPr>
        <p:txBody>
          <a:bodyPr lIns="576000" rIns="576000" anchor="ctr" anchorCtr="0">
            <a:normAutofit/>
          </a:bodyPr>
          <a:lstStyle>
            <a:lvl1pPr algn="ctr">
              <a:lnSpc>
                <a:spcPct val="100000"/>
              </a:lnSpc>
              <a:defRPr sz="4000">
                <a:solidFill>
                  <a:schemeClr val="bg1"/>
                </a:solidFill>
              </a:defRPr>
            </a:lvl1pPr>
          </a:lstStyle>
          <a:p>
            <a:r>
              <a:rPr lang="en-US" dirty="0"/>
              <a:t>Click to add key statement</a:t>
            </a:r>
          </a:p>
        </p:txBody>
      </p:sp>
      <p:sp>
        <p:nvSpPr>
          <p:cNvPr id="6" name="Text Placeholder 30">
            <a:extLst>
              <a:ext uri="{FF2B5EF4-FFF2-40B4-BE49-F238E27FC236}">
                <a16:creationId xmlns:a16="http://schemas.microsoft.com/office/drawing/2014/main" id="{5D26F7D8-035B-2F1A-15EB-A70A1725659A}"/>
              </a:ext>
            </a:extLst>
          </p:cNvPr>
          <p:cNvSpPr txBox="1">
            <a:spLocks/>
          </p:cNvSpPr>
          <p:nvPr userDrawn="1"/>
        </p:nvSpPr>
        <p:spPr>
          <a:xfrm>
            <a:off x="11704319" y="6321108"/>
            <a:ext cx="294812" cy="355098"/>
          </a:xfrm>
          <a:prstGeom prst="rect">
            <a:avLst/>
          </a:prstGeom>
          <a:blipFill>
            <a:blip>
              <a:extLst>
                <a:ext uri="{96DAC541-7B7A-43D3-8B79-37D633B846F1}">
                  <asvg:svgBlip xmlns:asvg="http://schemas.microsoft.com/office/drawing/2016/SVG/main" r:embed="rId3"/>
                </a:ext>
              </a:extLst>
            </a:blip>
            <a:stretch>
              <a:fillRect/>
            </a:stretch>
          </a:blipFill>
        </p:spPr>
        <p:txBody>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600" kern="1200">
                <a:solidFill>
                  <a:schemeClr val="tx2"/>
                </a:solidFill>
                <a:latin typeface="+mn-lt"/>
                <a:ea typeface="+mn-ea"/>
                <a:cs typeface="+mn-cs"/>
              </a:defRPr>
            </a:lvl1pPr>
            <a:lvl2pPr marL="2286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600" kern="1200">
                <a:solidFill>
                  <a:schemeClr val="tx2"/>
                </a:solidFill>
                <a:latin typeface="+mn-lt"/>
                <a:ea typeface="+mn-ea"/>
                <a:cs typeface="+mn-cs"/>
              </a:defRPr>
            </a:lvl2pPr>
            <a:lvl3pPr marL="4445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400" kern="1200">
                <a:solidFill>
                  <a:schemeClr val="tx2"/>
                </a:solidFill>
                <a:latin typeface="+mn-lt"/>
                <a:ea typeface="+mn-ea"/>
                <a:cs typeface="+mn-cs"/>
              </a:defRPr>
            </a:lvl3pPr>
            <a:lvl4pPr marL="625475"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4pPr>
            <a:lvl5pPr marL="80645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dirty="0">
                <a:solidFill>
                  <a:schemeClr val="bg1"/>
                </a:solidFill>
              </a:rPr>
              <a:t> </a:t>
            </a:r>
          </a:p>
        </p:txBody>
      </p:sp>
      <p:sp>
        <p:nvSpPr>
          <p:cNvPr id="8" name="Slide Number Placeholder 7">
            <a:extLst>
              <a:ext uri="{FF2B5EF4-FFF2-40B4-BE49-F238E27FC236}">
                <a16:creationId xmlns:a16="http://schemas.microsoft.com/office/drawing/2014/main" id="{D972FF70-061B-854A-B511-EE108BDB1AD0}"/>
              </a:ext>
            </a:extLst>
          </p:cNvPr>
          <p:cNvSpPr>
            <a:spLocks noGrp="1"/>
          </p:cNvSpPr>
          <p:nvPr>
            <p:ph type="sldNum" sz="quarter" idx="11"/>
          </p:nvPr>
        </p:nvSpPr>
        <p:spPr/>
        <p:txBody>
          <a:bodyPr/>
          <a:lstStyle>
            <a:lvl1pPr>
              <a:defRPr>
                <a:solidFill>
                  <a:schemeClr val="bg1"/>
                </a:solidFill>
              </a:defRPr>
            </a:lvl1pPr>
          </a:lstStyle>
          <a:p>
            <a:fld id="{F8E47D07-9D1E-4FE9-B31A-2F5863681021}" type="slidenum">
              <a:rPr lang="en-GB" smtClean="0"/>
              <a:pPr/>
              <a:t>‹#›</a:t>
            </a:fld>
            <a:endParaRPr lang="en-GB" dirty="0"/>
          </a:p>
        </p:txBody>
      </p:sp>
    </p:spTree>
    <p:custDataLst>
      <p:tags r:id="rId1"/>
    </p:custDataLst>
    <p:extLst>
      <p:ext uri="{BB962C8B-B14F-4D97-AF65-F5344CB8AC3E}">
        <p14:creationId xmlns:p14="http://schemas.microsoft.com/office/powerpoint/2010/main" val="42148095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ext Placeholder 96">
            <a:extLst>
              <a:ext uri="{FF2B5EF4-FFF2-40B4-BE49-F238E27FC236}">
                <a16:creationId xmlns:a16="http://schemas.microsoft.com/office/drawing/2014/main" id="{462FAF15-0CB5-418E-A59C-EA8FADE526AE}"/>
              </a:ext>
            </a:extLst>
          </p:cNvPr>
          <p:cNvSpPr>
            <a:spLocks noGrp="1"/>
          </p:cNvSpPr>
          <p:nvPr>
            <p:ph type="body" sz="quarter" idx="111" hasCustomPrompt="1"/>
          </p:nvPr>
        </p:nvSpPr>
        <p:spPr>
          <a:xfrm>
            <a:off x="609600" y="6200775"/>
            <a:ext cx="9753600" cy="657225"/>
          </a:xfrm>
        </p:spPr>
        <p:txBody>
          <a:bodyPr lIns="0" bIns="72000" anchor="b" anchorCtr="0">
            <a:noAutofit/>
          </a:bodyPr>
          <a:lstStyle>
            <a:lvl1pPr>
              <a:lnSpc>
                <a:spcPct val="100000"/>
              </a:lnSpc>
              <a:spcAft>
                <a:spcPts val="300"/>
              </a:spcAft>
              <a:buNone/>
              <a:defRPr sz="800"/>
            </a:lvl1pPr>
          </a:lstStyle>
          <a:p>
            <a:pPr lvl="0"/>
            <a:r>
              <a:rPr lang="en-US" dirty="0"/>
              <a:t>Footnotes</a:t>
            </a:r>
          </a:p>
        </p:txBody>
      </p:sp>
      <p:sp>
        <p:nvSpPr>
          <p:cNvPr id="8" name="Date Placeholder 7">
            <a:extLst>
              <a:ext uri="{FF2B5EF4-FFF2-40B4-BE49-F238E27FC236}">
                <a16:creationId xmlns:a16="http://schemas.microsoft.com/office/drawing/2014/main" id="{11075AA4-1FA9-4704-A587-D8E88C1D1EF9}"/>
              </a:ext>
            </a:extLst>
          </p:cNvPr>
          <p:cNvSpPr>
            <a:spLocks noGrp="1"/>
          </p:cNvSpPr>
          <p:nvPr>
            <p:ph type="dt" sz="half" idx="10"/>
          </p:nvPr>
        </p:nvSpPr>
        <p:spPr/>
        <p:txBody>
          <a:bodyPr/>
          <a:lstStyle>
            <a:lvl1pPr>
              <a:lnSpc>
                <a:spcPct val="100000"/>
              </a:lnSpc>
              <a:defRPr/>
            </a:lvl1pPr>
          </a:lstStyle>
          <a:p>
            <a:endParaRPr lang="en-GB" dirty="0"/>
          </a:p>
        </p:txBody>
      </p:sp>
      <p:sp>
        <p:nvSpPr>
          <p:cNvPr id="11" name="Slide Number Placeholder 10">
            <a:extLst>
              <a:ext uri="{FF2B5EF4-FFF2-40B4-BE49-F238E27FC236}">
                <a16:creationId xmlns:a16="http://schemas.microsoft.com/office/drawing/2014/main" id="{A7BF9FC5-73CA-47D5-891A-42CBDE79952C}"/>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dirty="0"/>
          </a:p>
        </p:txBody>
      </p:sp>
      <p:sp>
        <p:nvSpPr>
          <p:cNvPr id="4" name="Title 3">
            <a:extLst>
              <a:ext uri="{FF2B5EF4-FFF2-40B4-BE49-F238E27FC236}">
                <a16:creationId xmlns:a16="http://schemas.microsoft.com/office/drawing/2014/main" id="{210C8DA3-851F-55FD-7B74-6FCAE0E03C6E}"/>
              </a:ext>
            </a:extLst>
          </p:cNvPr>
          <p:cNvSpPr>
            <a:spLocks noGrp="1"/>
          </p:cNvSpPr>
          <p:nvPr>
            <p:ph type="title" hasCustomPrompt="1"/>
          </p:nvPr>
        </p:nvSpPr>
        <p:spPr/>
        <p:txBody>
          <a:bodyPr/>
          <a:lstStyle/>
          <a:p>
            <a:r>
              <a:rPr lang="en-US" dirty="0"/>
              <a:t>Click to enter title here</a:t>
            </a:r>
          </a:p>
        </p:txBody>
      </p:sp>
    </p:spTree>
    <p:custDataLst>
      <p:tags r:id="rId1"/>
    </p:custDataLst>
    <p:extLst>
      <p:ext uri="{BB962C8B-B14F-4D97-AF65-F5344CB8AC3E}">
        <p14:creationId xmlns:p14="http://schemas.microsoft.com/office/powerpoint/2010/main" val="1926881019"/>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Text Placeholder 96">
            <a:extLst>
              <a:ext uri="{FF2B5EF4-FFF2-40B4-BE49-F238E27FC236}">
                <a16:creationId xmlns:a16="http://schemas.microsoft.com/office/drawing/2014/main" id="{5D317BC2-3CD5-4931-93AD-CC95F2C50D24}"/>
              </a:ext>
            </a:extLst>
          </p:cNvPr>
          <p:cNvSpPr>
            <a:spLocks noGrp="1"/>
          </p:cNvSpPr>
          <p:nvPr>
            <p:ph type="body" sz="quarter" idx="111" hasCustomPrompt="1"/>
          </p:nvPr>
        </p:nvSpPr>
        <p:spPr>
          <a:xfrm>
            <a:off x="609600" y="6200775"/>
            <a:ext cx="9528175" cy="657225"/>
          </a:xfrm>
        </p:spPr>
        <p:txBody>
          <a:bodyPr lIns="0" bIns="72000" anchor="b" anchorCtr="0">
            <a:noAutofit/>
          </a:bodyPr>
          <a:lstStyle>
            <a:lvl1pPr>
              <a:lnSpc>
                <a:spcPct val="100000"/>
              </a:lnSpc>
              <a:spcAft>
                <a:spcPts val="300"/>
              </a:spcAft>
              <a:buNone/>
              <a:defRPr sz="800"/>
            </a:lvl1pPr>
          </a:lstStyle>
          <a:p>
            <a:pPr lvl="0"/>
            <a:r>
              <a:rPr lang="en-US" dirty="0"/>
              <a:t>Footnotes</a:t>
            </a:r>
          </a:p>
        </p:txBody>
      </p:sp>
      <p:sp>
        <p:nvSpPr>
          <p:cNvPr id="9" name="Date Placeholder 8">
            <a:extLst>
              <a:ext uri="{FF2B5EF4-FFF2-40B4-BE49-F238E27FC236}">
                <a16:creationId xmlns:a16="http://schemas.microsoft.com/office/drawing/2014/main" id="{9B03F247-4297-4973-90A3-0193475AC741}"/>
              </a:ext>
            </a:extLst>
          </p:cNvPr>
          <p:cNvSpPr>
            <a:spLocks noGrp="1"/>
          </p:cNvSpPr>
          <p:nvPr>
            <p:ph type="dt" sz="half" idx="10"/>
          </p:nvPr>
        </p:nvSpPr>
        <p:spPr/>
        <p:txBody>
          <a:bodyPr/>
          <a:lstStyle>
            <a:lvl1pPr>
              <a:lnSpc>
                <a:spcPct val="100000"/>
              </a:lnSpc>
              <a:defRPr/>
            </a:lvl1pPr>
          </a:lstStyle>
          <a:p>
            <a:endParaRPr lang="en-GB"/>
          </a:p>
        </p:txBody>
      </p:sp>
      <p:sp>
        <p:nvSpPr>
          <p:cNvPr id="11" name="Slide Number Placeholder 10">
            <a:extLst>
              <a:ext uri="{FF2B5EF4-FFF2-40B4-BE49-F238E27FC236}">
                <a16:creationId xmlns:a16="http://schemas.microsoft.com/office/drawing/2014/main" id="{E358DA9E-BDF5-4DC7-B478-434301DA6253}"/>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Tree>
    <p:custDataLst>
      <p:tags r:id="rId1"/>
    </p:custDataLst>
    <p:extLst>
      <p:ext uri="{BB962C8B-B14F-4D97-AF65-F5344CB8AC3E}">
        <p14:creationId xmlns:p14="http://schemas.microsoft.com/office/powerpoint/2010/main" val="190829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fidentiality Notice">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848B27A-10B7-4200-88E7-16263562F97B}"/>
              </a:ext>
            </a:extLst>
          </p:cNvPr>
          <p:cNvSpPr txBox="1"/>
          <p:nvPr userDrawn="1"/>
        </p:nvSpPr>
        <p:spPr>
          <a:xfrm>
            <a:off x="609600" y="4731068"/>
            <a:ext cx="7924800" cy="1523494"/>
          </a:xfrm>
          <a:prstGeom prst="rect">
            <a:avLst/>
          </a:prstGeom>
          <a:noFill/>
        </p:spPr>
        <p:txBody>
          <a:bodyPr wrap="square" lIns="0" tIns="0" rIns="0" bIns="0" rtlCol="0">
            <a:spAutoFit/>
          </a:bodyPr>
          <a:lstStyle/>
          <a:p>
            <a:pPr marL="12700">
              <a:lnSpc>
                <a:spcPct val="100000"/>
              </a:lnSpc>
              <a:spcBef>
                <a:spcPts val="100"/>
              </a:spcBef>
            </a:pPr>
            <a:r>
              <a:rPr lang="en-US" sz="1200" b="1" spc="-5" dirty="0">
                <a:solidFill>
                  <a:schemeClr val="tx1"/>
                </a:solidFill>
                <a:latin typeface="+mn-lt"/>
                <a:cs typeface="Arial"/>
              </a:rPr>
              <a:t>Confidentiality</a:t>
            </a:r>
            <a:r>
              <a:rPr lang="en-US" sz="1200" b="1" spc="-10" dirty="0">
                <a:solidFill>
                  <a:schemeClr val="tx1"/>
                </a:solidFill>
                <a:latin typeface="+mn-lt"/>
                <a:cs typeface="Arial"/>
              </a:rPr>
              <a:t> </a:t>
            </a:r>
            <a:r>
              <a:rPr lang="en-US" sz="1200" b="1" spc="-5" dirty="0">
                <a:solidFill>
                  <a:schemeClr val="tx1"/>
                </a:solidFill>
                <a:latin typeface="+mn-lt"/>
                <a:cs typeface="Arial"/>
              </a:rPr>
              <a:t>Notice</a:t>
            </a:r>
            <a:endParaRPr lang="en-US" sz="1200" dirty="0">
              <a:solidFill>
                <a:schemeClr val="tx1"/>
              </a:solidFill>
              <a:latin typeface="+mn-lt"/>
              <a:cs typeface="Arial"/>
            </a:endParaRPr>
          </a:p>
          <a:p>
            <a:pPr marL="26670" marR="5080">
              <a:lnSpc>
                <a:spcPct val="100000"/>
              </a:lnSpc>
              <a:spcBef>
                <a:spcPts val="780"/>
              </a:spcBef>
            </a:pPr>
            <a:r>
              <a:rPr lang="en-US" sz="1200" spc="5" dirty="0">
                <a:solidFill>
                  <a:schemeClr val="tx1"/>
                </a:solidFill>
                <a:latin typeface="+mn-lt"/>
                <a:cs typeface="Arial"/>
              </a:rPr>
              <a:t>This </a:t>
            </a:r>
            <a:r>
              <a:rPr lang="en-US" sz="1200" dirty="0">
                <a:solidFill>
                  <a:schemeClr val="tx1"/>
                </a:solidFill>
                <a:latin typeface="+mn-lt"/>
                <a:cs typeface="Arial"/>
              </a:rPr>
              <a:t>file is </a:t>
            </a:r>
            <a:r>
              <a:rPr lang="en-US" sz="1200" spc="5" dirty="0">
                <a:solidFill>
                  <a:schemeClr val="tx1"/>
                </a:solidFill>
                <a:latin typeface="+mn-lt"/>
                <a:cs typeface="Arial"/>
              </a:rPr>
              <a:t>private </a:t>
            </a:r>
            <a:r>
              <a:rPr lang="en-US" sz="1200" spc="10" dirty="0">
                <a:solidFill>
                  <a:schemeClr val="tx1"/>
                </a:solidFill>
                <a:latin typeface="+mn-lt"/>
                <a:cs typeface="Arial"/>
              </a:rPr>
              <a:t>and may contain confidential and proprietary information. </a:t>
            </a:r>
            <a:r>
              <a:rPr lang="en-US" sz="1200" dirty="0">
                <a:solidFill>
                  <a:schemeClr val="tx1"/>
                </a:solidFill>
                <a:latin typeface="+mn-lt"/>
                <a:cs typeface="Arial"/>
              </a:rPr>
              <a:t>If </a:t>
            </a:r>
            <a:r>
              <a:rPr lang="en-US" sz="1200" spc="10" dirty="0">
                <a:solidFill>
                  <a:schemeClr val="tx1"/>
                </a:solidFill>
                <a:latin typeface="+mn-lt"/>
                <a:cs typeface="Arial"/>
              </a:rPr>
              <a:t>you have received </a:t>
            </a:r>
            <a:r>
              <a:rPr lang="en-US" sz="1200" spc="5" dirty="0">
                <a:solidFill>
                  <a:schemeClr val="tx1"/>
                </a:solidFill>
                <a:latin typeface="+mn-lt"/>
                <a:cs typeface="Arial"/>
              </a:rPr>
              <a:t>this </a:t>
            </a:r>
            <a:r>
              <a:rPr lang="en-US" sz="1200" dirty="0">
                <a:solidFill>
                  <a:schemeClr val="tx1"/>
                </a:solidFill>
                <a:latin typeface="+mn-lt"/>
                <a:cs typeface="Arial"/>
              </a:rPr>
              <a:t>file in </a:t>
            </a:r>
            <a:r>
              <a:rPr lang="en-US" sz="1200" spc="10" dirty="0">
                <a:solidFill>
                  <a:schemeClr val="tx1"/>
                </a:solidFill>
                <a:latin typeface="+mn-lt"/>
                <a:cs typeface="Arial"/>
              </a:rPr>
              <a:t>error, please </a:t>
            </a:r>
            <a:r>
              <a:rPr lang="en-US" sz="1200" spc="5" dirty="0">
                <a:solidFill>
                  <a:schemeClr val="tx1"/>
                </a:solidFill>
                <a:latin typeface="+mn-lt"/>
                <a:cs typeface="Arial"/>
              </a:rPr>
              <a:t>notify us </a:t>
            </a:r>
            <a:r>
              <a:rPr lang="en-US" sz="1200" spc="10" dirty="0">
                <a:solidFill>
                  <a:schemeClr val="tx1"/>
                </a:solidFill>
                <a:latin typeface="+mn-lt"/>
                <a:cs typeface="Arial"/>
              </a:rPr>
              <a:t>and remove </a:t>
            </a:r>
            <a:r>
              <a:rPr lang="en-US" sz="1200" dirty="0">
                <a:solidFill>
                  <a:schemeClr val="tx1"/>
                </a:solidFill>
                <a:latin typeface="+mn-lt"/>
                <a:cs typeface="Arial"/>
              </a:rPr>
              <a:t>it </a:t>
            </a:r>
            <a:r>
              <a:rPr lang="en-US" sz="1200" spc="5" dirty="0">
                <a:solidFill>
                  <a:schemeClr val="tx1"/>
                </a:solidFill>
                <a:latin typeface="+mn-lt"/>
                <a:cs typeface="Arial"/>
              </a:rPr>
              <a:t>from </a:t>
            </a:r>
            <a:r>
              <a:rPr lang="en-US" sz="1200" spc="10" dirty="0">
                <a:solidFill>
                  <a:schemeClr val="tx1"/>
                </a:solidFill>
                <a:latin typeface="+mn-lt"/>
                <a:cs typeface="Arial"/>
              </a:rPr>
              <a:t>your system and </a:t>
            </a:r>
            <a:r>
              <a:rPr lang="en-US" sz="1200" spc="5" dirty="0">
                <a:solidFill>
                  <a:schemeClr val="tx1"/>
                </a:solidFill>
                <a:latin typeface="+mn-lt"/>
                <a:cs typeface="Arial"/>
              </a:rPr>
              <a:t>note that </a:t>
            </a:r>
            <a:r>
              <a:rPr lang="en-US" sz="1200" spc="10" dirty="0">
                <a:solidFill>
                  <a:schemeClr val="tx1"/>
                </a:solidFill>
                <a:latin typeface="+mn-lt"/>
                <a:cs typeface="Arial"/>
              </a:rPr>
              <a:t>you must not copy, </a:t>
            </a:r>
            <a:r>
              <a:rPr lang="en-US" sz="1200" spc="5" dirty="0">
                <a:solidFill>
                  <a:schemeClr val="tx1"/>
                </a:solidFill>
                <a:latin typeface="+mn-lt"/>
                <a:cs typeface="Arial"/>
              </a:rPr>
              <a:t>distribute or take </a:t>
            </a:r>
            <a:r>
              <a:rPr lang="en-US" sz="1200" spc="10" dirty="0">
                <a:solidFill>
                  <a:schemeClr val="tx1"/>
                </a:solidFill>
                <a:latin typeface="+mn-lt"/>
                <a:cs typeface="Arial"/>
              </a:rPr>
              <a:t>any </a:t>
            </a:r>
            <a:r>
              <a:rPr lang="en-US" sz="1200" spc="5" dirty="0">
                <a:solidFill>
                  <a:schemeClr val="tx1"/>
                </a:solidFill>
                <a:latin typeface="+mn-lt"/>
                <a:cs typeface="Arial"/>
              </a:rPr>
              <a:t>action </a:t>
            </a:r>
            <a:r>
              <a:rPr lang="en-US" sz="1200" dirty="0">
                <a:solidFill>
                  <a:schemeClr val="tx1"/>
                </a:solidFill>
                <a:latin typeface="+mn-lt"/>
                <a:cs typeface="Arial"/>
              </a:rPr>
              <a:t>in </a:t>
            </a:r>
            <a:r>
              <a:rPr lang="en-US" sz="1200" spc="10" dirty="0">
                <a:solidFill>
                  <a:schemeClr val="tx1"/>
                </a:solidFill>
                <a:latin typeface="+mn-lt"/>
                <a:cs typeface="Arial"/>
              </a:rPr>
              <a:t>reliance </a:t>
            </a:r>
            <a:r>
              <a:rPr lang="en-US" sz="1200" spc="5" dirty="0">
                <a:solidFill>
                  <a:schemeClr val="tx1"/>
                </a:solidFill>
                <a:latin typeface="+mn-lt"/>
                <a:cs typeface="Arial"/>
              </a:rPr>
              <a:t>on </a:t>
            </a:r>
            <a:r>
              <a:rPr lang="en-US" sz="1200" dirty="0">
                <a:solidFill>
                  <a:schemeClr val="tx1"/>
                </a:solidFill>
                <a:latin typeface="+mn-lt"/>
                <a:cs typeface="Arial"/>
              </a:rPr>
              <a:t>it. </a:t>
            </a:r>
            <a:br>
              <a:rPr lang="en-US" sz="1200" dirty="0">
                <a:solidFill>
                  <a:schemeClr val="tx1"/>
                </a:solidFill>
                <a:latin typeface="+mn-lt"/>
                <a:cs typeface="Arial"/>
              </a:rPr>
            </a:br>
            <a:r>
              <a:rPr lang="en-US" sz="1200" spc="10" dirty="0">
                <a:solidFill>
                  <a:schemeClr val="tx1"/>
                </a:solidFill>
                <a:latin typeface="+mn-lt"/>
                <a:cs typeface="Arial"/>
              </a:rPr>
              <a:t>Any unauthorized use </a:t>
            </a:r>
            <a:r>
              <a:rPr lang="en-US" sz="1200" spc="5" dirty="0">
                <a:solidFill>
                  <a:schemeClr val="tx1"/>
                </a:solidFill>
                <a:latin typeface="+mn-lt"/>
                <a:cs typeface="Arial"/>
              </a:rPr>
              <a:t>or </a:t>
            </a:r>
            <a:r>
              <a:rPr lang="en-US" sz="1200" spc="10" dirty="0">
                <a:solidFill>
                  <a:schemeClr val="tx1"/>
                </a:solidFill>
                <a:latin typeface="+mn-lt"/>
                <a:cs typeface="Arial"/>
              </a:rPr>
              <a:t>disclosure </a:t>
            </a:r>
            <a:r>
              <a:rPr lang="en-US" sz="1200" spc="5" dirty="0">
                <a:solidFill>
                  <a:schemeClr val="tx1"/>
                </a:solidFill>
                <a:latin typeface="+mn-lt"/>
                <a:cs typeface="Arial"/>
              </a:rPr>
              <a:t>of the </a:t>
            </a:r>
            <a:r>
              <a:rPr lang="en-US" sz="1200" spc="10" dirty="0">
                <a:solidFill>
                  <a:schemeClr val="tx1"/>
                </a:solidFill>
                <a:latin typeface="+mn-lt"/>
                <a:cs typeface="Arial"/>
              </a:rPr>
              <a:t>contents </a:t>
            </a:r>
            <a:r>
              <a:rPr lang="en-US" sz="1200" spc="5" dirty="0">
                <a:solidFill>
                  <a:schemeClr val="tx1"/>
                </a:solidFill>
                <a:latin typeface="+mn-lt"/>
                <a:cs typeface="Arial"/>
              </a:rPr>
              <a:t>of this </a:t>
            </a:r>
            <a:r>
              <a:rPr lang="en-US" sz="1200" dirty="0">
                <a:solidFill>
                  <a:schemeClr val="tx1"/>
                </a:solidFill>
                <a:latin typeface="+mn-lt"/>
                <a:cs typeface="Arial"/>
              </a:rPr>
              <a:t>file is </a:t>
            </a:r>
            <a:r>
              <a:rPr lang="en-US" sz="1200" spc="10" dirty="0">
                <a:solidFill>
                  <a:schemeClr val="tx1"/>
                </a:solidFill>
                <a:latin typeface="+mn-lt"/>
                <a:cs typeface="Arial"/>
              </a:rPr>
              <a:t>not permitted and may </a:t>
            </a:r>
            <a:r>
              <a:rPr lang="en-US" sz="1200" spc="5" dirty="0">
                <a:solidFill>
                  <a:schemeClr val="tx1"/>
                </a:solidFill>
                <a:latin typeface="+mn-lt"/>
                <a:cs typeface="Arial"/>
              </a:rPr>
              <a:t>be </a:t>
            </a:r>
            <a:r>
              <a:rPr lang="en-US" sz="1200" spc="10" dirty="0">
                <a:solidFill>
                  <a:schemeClr val="tx1"/>
                </a:solidFill>
                <a:latin typeface="+mn-lt"/>
                <a:cs typeface="Arial"/>
              </a:rPr>
              <a:t>unlawful. </a:t>
            </a:r>
          </a:p>
          <a:p>
            <a:pPr marL="26670" marR="5080">
              <a:lnSpc>
                <a:spcPct val="100000"/>
              </a:lnSpc>
              <a:spcBef>
                <a:spcPts val="780"/>
              </a:spcBef>
            </a:pPr>
            <a:r>
              <a:rPr lang="en-US" sz="1200" spc="10" dirty="0">
                <a:solidFill>
                  <a:schemeClr val="tx1"/>
                </a:solidFill>
                <a:latin typeface="+mn-lt"/>
                <a:cs typeface="Arial"/>
              </a:rPr>
              <a:t>AstraZeneca PLC, </a:t>
            </a:r>
            <a:r>
              <a:rPr lang="en-US" sz="1200" dirty="0">
                <a:solidFill>
                  <a:schemeClr val="tx1"/>
                </a:solidFill>
                <a:latin typeface="+mn-lt"/>
                <a:cs typeface="Arial"/>
              </a:rPr>
              <a:t>1 </a:t>
            </a:r>
            <a:r>
              <a:rPr lang="en-US" sz="1200" spc="10" dirty="0">
                <a:solidFill>
                  <a:schemeClr val="tx1"/>
                </a:solidFill>
                <a:latin typeface="+mn-lt"/>
                <a:cs typeface="Arial"/>
              </a:rPr>
              <a:t>Francis Crick Avenue, Cambridge Biomedical </a:t>
            </a:r>
            <a:r>
              <a:rPr lang="en-US" sz="1200" spc="15" dirty="0">
                <a:solidFill>
                  <a:schemeClr val="tx1"/>
                </a:solidFill>
                <a:latin typeface="+mn-lt"/>
                <a:cs typeface="Arial"/>
              </a:rPr>
              <a:t>Campus, </a:t>
            </a:r>
            <a:r>
              <a:rPr lang="en-US" sz="1200" spc="10" dirty="0">
                <a:solidFill>
                  <a:schemeClr val="tx1"/>
                </a:solidFill>
                <a:latin typeface="+mn-lt"/>
                <a:cs typeface="Arial"/>
              </a:rPr>
              <a:t>Cambridge, CB2 0AA, UK</a:t>
            </a:r>
          </a:p>
          <a:p>
            <a:pPr marL="26670" marR="5080">
              <a:lnSpc>
                <a:spcPct val="100000"/>
              </a:lnSpc>
              <a:spcBef>
                <a:spcPts val="200"/>
              </a:spcBef>
            </a:pPr>
            <a:r>
              <a:rPr lang="en-US" sz="1200" spc="10" dirty="0">
                <a:solidFill>
                  <a:schemeClr val="tx1"/>
                </a:solidFill>
                <a:latin typeface="+mn-lt"/>
                <a:cs typeface="Arial"/>
              </a:rPr>
              <a:t>+44(0)203 749 5000</a:t>
            </a:r>
            <a:br>
              <a:rPr lang="en-US" sz="1200" spc="10" dirty="0">
                <a:solidFill>
                  <a:schemeClr val="tx1"/>
                </a:solidFill>
                <a:latin typeface="+mn-lt"/>
                <a:cs typeface="Arial"/>
              </a:rPr>
            </a:br>
            <a:r>
              <a:rPr lang="en-US" sz="1200" u="none" spc="10" dirty="0">
                <a:solidFill>
                  <a:schemeClr val="tx1"/>
                </a:solidFill>
                <a:latin typeface="+mn-lt"/>
                <a:cs typeface="Arial"/>
              </a:rPr>
              <a:t>www.astrazeneca.com</a:t>
            </a:r>
            <a:endParaRPr lang="en-US" sz="1200" dirty="0">
              <a:solidFill>
                <a:schemeClr val="tx1"/>
              </a:solidFill>
            </a:endParaRPr>
          </a:p>
        </p:txBody>
      </p:sp>
      <p:sp>
        <p:nvSpPr>
          <p:cNvPr id="4" name="Date Placeholder 3">
            <a:extLst>
              <a:ext uri="{FF2B5EF4-FFF2-40B4-BE49-F238E27FC236}">
                <a16:creationId xmlns:a16="http://schemas.microsoft.com/office/drawing/2014/main" id="{2AB750B5-01B2-430D-BF92-6E5CD93388D3}"/>
              </a:ext>
            </a:extLst>
          </p:cNvPr>
          <p:cNvSpPr>
            <a:spLocks noGrp="1"/>
          </p:cNvSpPr>
          <p:nvPr>
            <p:ph type="dt" sz="half" idx="10"/>
          </p:nvPr>
        </p:nvSpPr>
        <p:spPr/>
        <p:txBody>
          <a:bodyPr/>
          <a:lstStyle>
            <a:lvl1pPr>
              <a:lnSpc>
                <a:spcPct val="100000"/>
              </a:lnSpc>
              <a:defRPr/>
            </a:lvl1pPr>
          </a:lstStyle>
          <a:p>
            <a:endParaRPr lang="en-GB"/>
          </a:p>
        </p:txBody>
      </p:sp>
      <p:sp>
        <p:nvSpPr>
          <p:cNvPr id="8" name="Slide Number Placeholder 7">
            <a:extLst>
              <a:ext uri="{FF2B5EF4-FFF2-40B4-BE49-F238E27FC236}">
                <a16:creationId xmlns:a16="http://schemas.microsoft.com/office/drawing/2014/main" id="{25C10CA0-7F28-40CE-9633-59C6800E7665}"/>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Tree>
    <p:custDataLst>
      <p:tags r:id="rId1"/>
    </p:custDataLst>
    <p:extLst>
      <p:ext uri="{BB962C8B-B14F-4D97-AF65-F5344CB8AC3E}">
        <p14:creationId xmlns:p14="http://schemas.microsoft.com/office/powerpoint/2010/main" val="824475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ND">
    <p:bg>
      <p:bgPr>
        <a:solidFill>
          <a:schemeClr val="tx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C22DA5D-EC7E-40C3-8862-3E3748AD6C3A}"/>
              </a:ext>
            </a:extLst>
          </p:cNvPr>
          <p:cNvSpPr txBox="1">
            <a:spLocks/>
          </p:cNvSpPr>
          <p:nvPr userDrawn="1"/>
        </p:nvSpPr>
        <p:spPr>
          <a:xfrm>
            <a:off x="1257304" y="769811"/>
            <a:ext cx="9677394" cy="5318379"/>
          </a:xfrm>
          <a:prstGeom prst="rect">
            <a:avLst/>
          </a:prstGeom>
        </p:spPr>
        <p:txBody>
          <a:bodyPr vert="horz" wrap="square" lIns="0" tIns="0" rIns="0" bIns="0" rtlCol="0" anchor="t">
            <a:spAutoFit/>
          </a:bodyPr>
          <a:lstStyle>
            <a:lvl1pPr algn="ctr" defTabSz="914400" rtl="0" eaLnBrk="1" latinLnBrk="0" hangingPunct="1">
              <a:lnSpc>
                <a:spcPct val="90000"/>
              </a:lnSpc>
              <a:spcBef>
                <a:spcPct val="0"/>
              </a:spcBef>
              <a:buNone/>
              <a:defRPr sz="6000" kern="1200">
                <a:solidFill>
                  <a:schemeClr val="bg1"/>
                </a:solidFill>
                <a:latin typeface="+mj-lt"/>
                <a:ea typeface="+mj-ea"/>
                <a:cs typeface="+mj-cs"/>
              </a:defRPr>
            </a:lvl1pPr>
          </a:lstStyle>
          <a:p>
            <a:pPr>
              <a:lnSpc>
                <a:spcPct val="90000"/>
              </a:lnSpc>
            </a:pPr>
            <a:r>
              <a:rPr lang="en-US" sz="9600" dirty="0"/>
              <a:t>Do not use layouts</a:t>
            </a:r>
            <a:br>
              <a:rPr lang="en-US" sz="9600" dirty="0"/>
            </a:br>
            <a:r>
              <a:rPr lang="en-US" sz="9600" dirty="0"/>
              <a:t>in this section appearing after this point. </a:t>
            </a:r>
          </a:p>
        </p:txBody>
      </p:sp>
      <p:sp>
        <p:nvSpPr>
          <p:cNvPr id="4" name="DO NOT DELETE (BRANDIN)">
            <a:extLst>
              <a:ext uri="{FF2B5EF4-FFF2-40B4-BE49-F238E27FC236}">
                <a16:creationId xmlns:a16="http://schemas.microsoft.com/office/drawing/2014/main" id="{69877D48-052F-814D-ACE8-304F09202645}"/>
              </a:ext>
            </a:extLst>
          </p:cNvPr>
          <p:cNvSpPr/>
          <p:nvPr userDrawn="1"/>
        </p:nvSpPr>
        <p:spPr>
          <a:xfrm>
            <a:off x="152400" y="15240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20000"/>
              </a:lnSpc>
              <a:spcAft>
                <a:spcPts val="600"/>
              </a:spcAft>
            </a:pPr>
            <a:endParaRPr lang="en-US" dirty="0" err="1"/>
          </a:p>
        </p:txBody>
      </p:sp>
    </p:spTree>
    <p:custDataLst>
      <p:custData r:id="rId1"/>
      <p:tags r:id="rId2"/>
    </p:custDataLst>
    <p:extLst>
      <p:ext uri="{BB962C8B-B14F-4D97-AF65-F5344CB8AC3E}">
        <p14:creationId xmlns:p14="http://schemas.microsoft.com/office/powerpoint/2010/main" val="967950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 Dual Logo">
    <p:spTree>
      <p:nvGrpSpPr>
        <p:cNvPr id="1" name=""/>
        <p:cNvGrpSpPr/>
        <p:nvPr/>
      </p:nvGrpSpPr>
      <p:grpSpPr>
        <a:xfrm>
          <a:off x="0" y="0"/>
          <a:ext cx="0" cy="0"/>
          <a:chOff x="0" y="0"/>
          <a:chExt cx="0" cy="0"/>
        </a:xfrm>
      </p:grpSpPr>
      <p:sp>
        <p:nvSpPr>
          <p:cNvPr id="15" name="Text Placeholder 7">
            <a:extLst>
              <a:ext uri="{FF2B5EF4-FFF2-40B4-BE49-F238E27FC236}">
                <a16:creationId xmlns:a16="http://schemas.microsoft.com/office/drawing/2014/main" id="{AF0B1B31-3000-4CD8-BB26-CDF0CF4ED32F}"/>
              </a:ext>
            </a:extLst>
          </p:cNvPr>
          <p:cNvSpPr>
            <a:spLocks noGrp="1"/>
          </p:cNvSpPr>
          <p:nvPr>
            <p:ph type="body" sz="quarter" idx="27" hasCustomPrompt="1"/>
          </p:nvPr>
        </p:nvSpPr>
        <p:spPr>
          <a:xfrm>
            <a:off x="1219200" y="6349213"/>
            <a:ext cx="5486400" cy="161583"/>
          </a:xfrm>
        </p:spPr>
        <p:txBody>
          <a:bodyPr wrap="square" lIns="0" tIns="0" rIns="0" bIns="0" anchor="t" anchorCtr="0">
            <a:spAutoFit/>
          </a:bodyPr>
          <a:lstStyle>
            <a:lvl1pPr marL="0" indent="0">
              <a:lnSpc>
                <a:spcPct val="100000"/>
              </a:lnSpc>
              <a:buNone/>
              <a:defRPr sz="1050"/>
            </a:lvl1pPr>
            <a:lvl2pPr marL="432000" indent="0">
              <a:buNone/>
              <a:defRPr sz="1050"/>
            </a:lvl2pPr>
            <a:lvl3pPr marL="684000" indent="0">
              <a:buNone/>
              <a:defRPr sz="1050"/>
            </a:lvl3pPr>
            <a:lvl4pPr marL="828000" indent="0">
              <a:buNone/>
              <a:defRPr sz="1050"/>
            </a:lvl4pPr>
            <a:lvl5pPr marL="959400" indent="0">
              <a:buNone/>
              <a:defRPr sz="1050"/>
            </a:lvl5pPr>
          </a:lstStyle>
          <a:p>
            <a:pPr lvl="0"/>
            <a:r>
              <a:rPr lang="en-US" dirty="0"/>
              <a:t>Click to add confidentiality statement here</a:t>
            </a:r>
          </a:p>
        </p:txBody>
      </p:sp>
      <p:sp>
        <p:nvSpPr>
          <p:cNvPr id="3" name="Date Placeholder 2">
            <a:extLst>
              <a:ext uri="{FF2B5EF4-FFF2-40B4-BE49-F238E27FC236}">
                <a16:creationId xmlns:a16="http://schemas.microsoft.com/office/drawing/2014/main" id="{39E6A1CD-3FD6-4AD3-876A-75F060E88A2E}"/>
              </a:ext>
            </a:extLst>
          </p:cNvPr>
          <p:cNvSpPr>
            <a:spLocks noGrp="1"/>
          </p:cNvSpPr>
          <p:nvPr>
            <p:ph type="dt" sz="half" idx="26"/>
          </p:nvPr>
        </p:nvSpPr>
        <p:spPr>
          <a:xfrm>
            <a:off x="1219200" y="5989058"/>
            <a:ext cx="1828800" cy="207755"/>
          </a:xfrm>
        </p:spPr>
        <p:txBody>
          <a:bodyPr lIns="0" bIns="0"/>
          <a:lstStyle>
            <a:lvl1pPr algn="l">
              <a:lnSpc>
                <a:spcPct val="100000"/>
              </a:lnSpc>
              <a:defRPr/>
            </a:lvl1pPr>
          </a:lstStyle>
          <a:p>
            <a:endParaRPr lang="en-GB" dirty="0"/>
          </a:p>
        </p:txBody>
      </p:sp>
      <p:pic>
        <p:nvPicPr>
          <p:cNvPr id="5" name="Picture 2" descr="Image result for ASTRAZENECA LOGO">
            <a:extLst>
              <a:ext uri="{FF2B5EF4-FFF2-40B4-BE49-F238E27FC236}">
                <a16:creationId xmlns:a16="http://schemas.microsoft.com/office/drawing/2014/main" id="{05391862-9B15-7D95-620B-0163161D69A8}"/>
              </a:ext>
            </a:extLst>
          </p:cNvPr>
          <p:cNvPicPr>
            <a:picLocks noChangeAspect="1" noChangeArrowheads="1"/>
          </p:cNvPicPr>
          <p:nvPr userDrawn="1">
            <p:custDataLst>
              <p:tags r:id="rId2"/>
            </p:custDataLst>
          </p:nvPr>
        </p:nvPicPr>
        <p:blipFill>
          <a:blip r:embed="rId4">
            <a:extLst>
              <a:ext uri="{28A0092B-C50C-407E-A947-70E740481C1C}">
                <a14:useLocalDpi xmlns:a14="http://schemas.microsoft.com/office/drawing/2010/main" val="0"/>
              </a:ext>
            </a:extLst>
          </a:blip>
          <a:srcRect/>
          <a:stretch>
            <a:fillRect/>
          </a:stretch>
        </p:blipFill>
        <p:spPr bwMode="auto">
          <a:xfrm>
            <a:off x="1219200" y="401638"/>
            <a:ext cx="2438400" cy="66074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B1970160-AA31-20E0-0840-74BEF55D3FB8}"/>
              </a:ext>
            </a:extLst>
          </p:cNvPr>
          <p:cNvSpPr/>
          <p:nvPr userDrawn="1"/>
        </p:nvSpPr>
        <p:spPr>
          <a:xfrm>
            <a:off x="0" y="0"/>
            <a:ext cx="6096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dirty="0" err="1"/>
          </a:p>
        </p:txBody>
      </p:sp>
      <p:sp>
        <p:nvSpPr>
          <p:cNvPr id="2" name="Title 1">
            <a:extLst>
              <a:ext uri="{FF2B5EF4-FFF2-40B4-BE49-F238E27FC236}">
                <a16:creationId xmlns:a16="http://schemas.microsoft.com/office/drawing/2014/main" id="{49CDCC3B-CA12-4A4B-B5F5-D2062F3C58EC}"/>
              </a:ext>
            </a:extLst>
          </p:cNvPr>
          <p:cNvSpPr>
            <a:spLocks noGrp="1"/>
          </p:cNvSpPr>
          <p:nvPr>
            <p:ph type="title" hasCustomPrompt="1"/>
          </p:nvPr>
        </p:nvSpPr>
        <p:spPr>
          <a:xfrm>
            <a:off x="1219200" y="1793324"/>
            <a:ext cx="5486400" cy="2649133"/>
          </a:xfrm>
        </p:spPr>
        <p:txBody>
          <a:bodyPr anchor="b" anchorCtr="0">
            <a:normAutofit/>
          </a:bodyPr>
          <a:lstStyle>
            <a:lvl1pPr>
              <a:lnSpc>
                <a:spcPct val="100000"/>
              </a:lnSpc>
              <a:defRPr sz="4000">
                <a:solidFill>
                  <a:schemeClr val="accent1"/>
                </a:solidFill>
              </a:defRPr>
            </a:lvl1pPr>
          </a:lstStyle>
          <a:p>
            <a:r>
              <a:rPr lang="en-US" dirty="0"/>
              <a:t>Click to enter title here</a:t>
            </a:r>
          </a:p>
        </p:txBody>
      </p:sp>
      <p:sp>
        <p:nvSpPr>
          <p:cNvPr id="6" name="Picture Placeholder 12">
            <a:extLst>
              <a:ext uri="{FF2B5EF4-FFF2-40B4-BE49-F238E27FC236}">
                <a16:creationId xmlns:a16="http://schemas.microsoft.com/office/drawing/2014/main" id="{3506CBD9-0F78-454A-9842-87C2546180B8}"/>
              </a:ext>
            </a:extLst>
          </p:cNvPr>
          <p:cNvSpPr>
            <a:spLocks noGrp="1"/>
          </p:cNvSpPr>
          <p:nvPr>
            <p:ph type="pic" sz="quarter" idx="20" hasCustomPrompt="1"/>
          </p:nvPr>
        </p:nvSpPr>
        <p:spPr>
          <a:xfrm>
            <a:off x="7315200" y="0"/>
            <a:ext cx="4878036" cy="6865200"/>
          </a:xfrm>
          <a:prstGeom prst="rect">
            <a:avLst/>
          </a:prstGeom>
          <a:solidFill>
            <a:schemeClr val="bg2">
              <a:lumMod val="40000"/>
              <a:lumOff val="60000"/>
            </a:schemeClr>
          </a:solidFill>
        </p:spPr>
        <p:txBody>
          <a:bodyPr vert="horz" wrap="square" lIns="0" tIns="72000" rIns="0" bIns="1080000" rtlCol="0" anchor="ctr">
            <a:noAutofit/>
          </a:bodyPr>
          <a:lstStyle>
            <a:lvl1pPr marL="0" indent="0" algn="ctr" defTabSz="914400" rtl="0" eaLnBrk="1" latinLnBrk="0" hangingPunct="1">
              <a:lnSpc>
                <a:spcPct val="100000"/>
              </a:lnSpc>
              <a:spcBef>
                <a:spcPts val="0"/>
              </a:spcBef>
              <a:spcAft>
                <a:spcPts val="0"/>
              </a:spcAft>
              <a:buFont typeface="Arial" panose="020B0604020202020204" pitchFamily="34" charset="0"/>
              <a:buNone/>
              <a:defRPr lang="en-US" sz="1600" b="1" kern="1200" dirty="0" smtClean="0">
                <a:solidFill>
                  <a:schemeClr val="tx1"/>
                </a:solidFill>
                <a:latin typeface="+mn-lt"/>
                <a:ea typeface="+mn-ea"/>
                <a:cs typeface="+mn-cs"/>
              </a:defRPr>
            </a:lvl1pPr>
          </a:lstStyle>
          <a:p>
            <a:r>
              <a:rPr lang="en-US" dirty="0"/>
              <a:t>_______________________________</a:t>
            </a:r>
            <a:br>
              <a:rPr lang="en-US" dirty="0"/>
            </a:br>
            <a:br>
              <a:rPr lang="en-US" dirty="0"/>
            </a:br>
            <a:r>
              <a:rPr lang="en-US" dirty="0"/>
              <a:t>To add a brand image here:</a:t>
            </a:r>
            <a:br>
              <a:rPr lang="en-US" dirty="0"/>
            </a:br>
            <a:r>
              <a:rPr lang="en-US" dirty="0"/>
              <a:t>Select this placeholder and click </a:t>
            </a:r>
            <a:br>
              <a:rPr lang="en-US" dirty="0"/>
            </a:br>
            <a:r>
              <a:rPr lang="en-US" dirty="0"/>
              <a:t>Brand Pictures in </a:t>
            </a:r>
            <a:r>
              <a:rPr lang="en-US" dirty="0" err="1"/>
              <a:t>BrandIn</a:t>
            </a:r>
            <a:r>
              <a:rPr lang="en-US" dirty="0"/>
              <a:t>.</a:t>
            </a:r>
            <a:br>
              <a:rPr lang="en-US" dirty="0"/>
            </a:br>
            <a:br>
              <a:rPr lang="en-US" dirty="0"/>
            </a:br>
            <a:r>
              <a:rPr lang="en-US" dirty="0"/>
              <a:t>Clicking the icon will insert an </a:t>
            </a:r>
            <a:br>
              <a:rPr lang="en-US" dirty="0"/>
            </a:br>
            <a:r>
              <a:rPr lang="en-US" dirty="0"/>
              <a:t>image from your own files.</a:t>
            </a:r>
            <a:br>
              <a:rPr lang="en-US" dirty="0"/>
            </a:br>
            <a:br>
              <a:rPr lang="en-US" dirty="0"/>
            </a:br>
            <a:br>
              <a:rPr lang="en-US" dirty="0"/>
            </a:br>
            <a:br>
              <a:rPr lang="en-US" dirty="0"/>
            </a:br>
            <a:r>
              <a:rPr lang="en-US" dirty="0"/>
              <a:t>The image can then be scaled within </a:t>
            </a:r>
            <a:br>
              <a:rPr lang="en-US" dirty="0"/>
            </a:br>
            <a:r>
              <a:rPr lang="en-US" dirty="0"/>
              <a:t>the frame by using the Crop feature in </a:t>
            </a:r>
            <a:br>
              <a:rPr lang="en-US" dirty="0"/>
            </a:br>
            <a:r>
              <a:rPr lang="en-US" dirty="0"/>
              <a:t>the Picture Format tab of the ribbon.</a:t>
            </a:r>
            <a:br>
              <a:rPr lang="en-US" dirty="0"/>
            </a:br>
            <a:r>
              <a:rPr lang="en-US" dirty="0"/>
              <a:t>_______________________________</a:t>
            </a:r>
          </a:p>
        </p:txBody>
      </p:sp>
      <p:sp>
        <p:nvSpPr>
          <p:cNvPr id="10" name="Text Placeholder 9">
            <a:extLst>
              <a:ext uri="{FF2B5EF4-FFF2-40B4-BE49-F238E27FC236}">
                <a16:creationId xmlns:a16="http://schemas.microsoft.com/office/drawing/2014/main" id="{632E5583-912E-4EA8-8EDC-7B6B86E76274}"/>
              </a:ext>
            </a:extLst>
          </p:cNvPr>
          <p:cNvSpPr>
            <a:spLocks noGrp="1"/>
          </p:cNvSpPr>
          <p:nvPr>
            <p:ph type="body" sz="quarter" idx="21" hasCustomPrompt="1"/>
          </p:nvPr>
        </p:nvSpPr>
        <p:spPr>
          <a:xfrm>
            <a:off x="1219200" y="4594860"/>
            <a:ext cx="5486400" cy="1241799"/>
          </a:xfrm>
          <a:prstGeom prst="rect">
            <a:avLst/>
          </a:prstGeom>
        </p:spPr>
        <p:txBody>
          <a:bodyPr lIns="0">
            <a:normAutofit/>
          </a:bodyPr>
          <a:lstStyle>
            <a:lvl1pPr marL="0" indent="0">
              <a:lnSpc>
                <a:spcPct val="100000"/>
              </a:lnSpc>
              <a:buNone/>
              <a:defRPr sz="2400">
                <a:solidFill>
                  <a:schemeClr val="tx1"/>
                </a:solidFill>
              </a:defRPr>
            </a:lvl1pPr>
          </a:lstStyle>
          <a:p>
            <a:pPr lvl="0"/>
            <a:r>
              <a:rPr lang="en-US" dirty="0"/>
              <a:t>Click to add subtitle / presenters</a:t>
            </a:r>
          </a:p>
        </p:txBody>
      </p:sp>
      <p:sp>
        <p:nvSpPr>
          <p:cNvPr id="11" name="Picture Placeholder 3">
            <a:extLst>
              <a:ext uri="{FF2B5EF4-FFF2-40B4-BE49-F238E27FC236}">
                <a16:creationId xmlns:a16="http://schemas.microsoft.com/office/drawing/2014/main" id="{894F9465-82DF-4370-9E47-56C71396EFC4}"/>
              </a:ext>
            </a:extLst>
          </p:cNvPr>
          <p:cNvSpPr>
            <a:spLocks noGrp="1"/>
          </p:cNvSpPr>
          <p:nvPr>
            <p:ph type="pic" sz="quarter" idx="25" hasCustomPrompt="1"/>
          </p:nvPr>
        </p:nvSpPr>
        <p:spPr>
          <a:xfrm>
            <a:off x="4267200" y="427377"/>
            <a:ext cx="2438400" cy="635001"/>
          </a:xfrm>
        </p:spPr>
        <p:txBody>
          <a:bodyPr anchor="ctr" anchorCtr="0">
            <a:normAutofit/>
          </a:bodyPr>
          <a:lstStyle>
            <a:lvl1pPr marL="0" indent="0" algn="ctr">
              <a:lnSpc>
                <a:spcPct val="100000"/>
              </a:lnSpc>
              <a:buNone/>
              <a:defRPr sz="1400"/>
            </a:lvl1pPr>
          </a:lstStyle>
          <a:p>
            <a:r>
              <a:rPr lang="en-US" dirty="0"/>
              <a:t>Use this placeholder for a secondary logo if needed</a:t>
            </a:r>
          </a:p>
        </p:txBody>
      </p:sp>
      <p:sp>
        <p:nvSpPr>
          <p:cNvPr id="16" name="Freeform: Shape 15">
            <a:extLst>
              <a:ext uri="{FF2B5EF4-FFF2-40B4-BE49-F238E27FC236}">
                <a16:creationId xmlns:a16="http://schemas.microsoft.com/office/drawing/2014/main" id="{B8C86533-B59D-4640-AA9B-D75189B4B4CA}"/>
              </a:ext>
            </a:extLst>
          </p:cNvPr>
          <p:cNvSpPr/>
          <p:nvPr userDrawn="1"/>
        </p:nvSpPr>
        <p:spPr>
          <a:xfrm>
            <a:off x="-2087955" y="1"/>
            <a:ext cx="2064161" cy="6858000"/>
          </a:xfrm>
          <a:custGeom>
            <a:avLst/>
            <a:gdLst>
              <a:gd name="connsiteX0" fmla="*/ 0 w 2064161"/>
              <a:gd name="connsiteY0" fmla="*/ 0 h 6858000"/>
              <a:gd name="connsiteX1" fmla="*/ 2002971 w 2064161"/>
              <a:gd name="connsiteY1" fmla="*/ 0 h 6858000"/>
              <a:gd name="connsiteX2" fmla="*/ 2002971 w 2064161"/>
              <a:gd name="connsiteY2" fmla="*/ 6447122 h 6858000"/>
              <a:gd name="connsiteX3" fmla="*/ 2064161 w 2064161"/>
              <a:gd name="connsiteY3" fmla="*/ 6538118 h 6858000"/>
              <a:gd name="connsiteX4" fmla="*/ 2002971 w 2064161"/>
              <a:gd name="connsiteY4" fmla="*/ 6629114 h 6858000"/>
              <a:gd name="connsiteX5" fmla="*/ 2002971 w 2064161"/>
              <a:gd name="connsiteY5" fmla="*/ 6858000 h 6858000"/>
              <a:gd name="connsiteX6" fmla="*/ 0 w 206416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64161" h="6858000">
                <a:moveTo>
                  <a:pt x="0" y="0"/>
                </a:moveTo>
                <a:lnTo>
                  <a:pt x="2002971" y="0"/>
                </a:lnTo>
                <a:lnTo>
                  <a:pt x="2002971" y="6447122"/>
                </a:lnTo>
                <a:lnTo>
                  <a:pt x="2064161" y="6538118"/>
                </a:lnTo>
                <a:lnTo>
                  <a:pt x="2002971" y="6629114"/>
                </a:lnTo>
                <a:lnTo>
                  <a:pt x="2002971"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rIns="144000" bIns="216000" rtlCol="0" anchor="b" anchorCtr="0">
            <a:noAutofit/>
          </a:bodyPr>
          <a:lstStyle/>
          <a:p>
            <a:pPr>
              <a:lnSpc>
                <a:spcPct val="100000"/>
              </a:lnSpc>
              <a:spcAft>
                <a:spcPts val="600"/>
              </a:spcAft>
            </a:pPr>
            <a:r>
              <a:rPr lang="en-GB" sz="1400">
                <a:solidFill>
                  <a:schemeClr val="tx1"/>
                </a:solidFill>
              </a:rPr>
              <a:t>Please ensure you have added the correct confidentiality statement. </a:t>
            </a:r>
          </a:p>
          <a:p>
            <a:pPr>
              <a:lnSpc>
                <a:spcPct val="100000"/>
              </a:lnSpc>
              <a:spcAft>
                <a:spcPts val="600"/>
              </a:spcAft>
            </a:pPr>
            <a:r>
              <a:rPr lang="en-GB" sz="1400">
                <a:solidFill>
                  <a:schemeClr val="tx1"/>
                </a:solidFill>
              </a:rPr>
              <a:t>Type the correct statement: </a:t>
            </a:r>
            <a:br>
              <a:rPr lang="en-GB" sz="1400">
                <a:solidFill>
                  <a:schemeClr val="accent1"/>
                </a:solidFill>
              </a:rPr>
            </a:br>
            <a:r>
              <a:rPr lang="en-GB" sz="1400">
                <a:solidFill>
                  <a:schemeClr val="accent1"/>
                </a:solidFill>
              </a:rPr>
              <a:t>‘</a:t>
            </a:r>
            <a:r>
              <a:rPr lang="en-GB" sz="1400" b="1" i="1">
                <a:solidFill>
                  <a:schemeClr val="accent1"/>
                </a:solidFill>
              </a:rPr>
              <a:t>Company Restricted’ </a:t>
            </a:r>
            <a:r>
              <a:rPr lang="en-GB" sz="1400" b="0">
                <a:solidFill>
                  <a:schemeClr val="tx1"/>
                </a:solidFill>
              </a:rPr>
              <a:t>or</a:t>
            </a:r>
            <a:r>
              <a:rPr lang="en-GB" sz="1400" b="1">
                <a:solidFill>
                  <a:schemeClr val="accent1"/>
                </a:solidFill>
              </a:rPr>
              <a:t> ‘</a:t>
            </a:r>
            <a:r>
              <a:rPr lang="en-GB" sz="1400" b="1" i="1">
                <a:solidFill>
                  <a:schemeClr val="accent1"/>
                </a:solidFill>
              </a:rPr>
              <a:t>Strictly Confidential’ </a:t>
            </a:r>
            <a:r>
              <a:rPr lang="en-GB" sz="1400" b="0" i="1">
                <a:solidFill>
                  <a:schemeClr val="tx1"/>
                </a:solidFill>
              </a:rPr>
              <a:t>.</a:t>
            </a:r>
            <a:r>
              <a:rPr lang="en-GB" sz="1400" b="1" i="1">
                <a:solidFill>
                  <a:schemeClr val="accent1"/>
                </a:solidFill>
              </a:rPr>
              <a:t> </a:t>
            </a:r>
            <a:r>
              <a:rPr lang="en-GB" sz="1400" b="0" i="0">
                <a:solidFill>
                  <a:schemeClr val="tx1"/>
                </a:solidFill>
              </a:rPr>
              <a:t>No statement is needed </a:t>
            </a:r>
            <a:br>
              <a:rPr lang="en-GB" sz="1400" b="0" i="0">
                <a:solidFill>
                  <a:schemeClr val="tx1"/>
                </a:solidFill>
              </a:rPr>
            </a:br>
            <a:r>
              <a:rPr lang="en-GB" sz="1400" b="0" i="0">
                <a:solidFill>
                  <a:schemeClr val="tx1"/>
                </a:solidFill>
              </a:rPr>
              <a:t>for public information. </a:t>
            </a:r>
            <a:endParaRPr lang="en-GB" sz="1400" b="0">
              <a:solidFill>
                <a:schemeClr val="tx1"/>
              </a:solidFill>
            </a:endParaRPr>
          </a:p>
        </p:txBody>
      </p:sp>
      <p:sp>
        <p:nvSpPr>
          <p:cNvPr id="17" name="Oval 16">
            <a:extLst>
              <a:ext uri="{FF2B5EF4-FFF2-40B4-BE49-F238E27FC236}">
                <a16:creationId xmlns:a16="http://schemas.microsoft.com/office/drawing/2014/main" id="{CF3181C7-2372-4ADB-A7E1-372907919D37}"/>
              </a:ext>
            </a:extLst>
          </p:cNvPr>
          <p:cNvSpPr/>
          <p:nvPr userDrawn="1"/>
        </p:nvSpPr>
        <p:spPr>
          <a:xfrm>
            <a:off x="-1944694" y="3878333"/>
            <a:ext cx="419968" cy="41996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Aft>
                <a:spcPts val="600"/>
              </a:spcAft>
            </a:pPr>
            <a:r>
              <a:rPr lang="en-US" sz="2400" b="1">
                <a:solidFill>
                  <a:schemeClr val="bg1"/>
                </a:solidFill>
                <a:latin typeface="+mn-lt"/>
              </a:rPr>
              <a:t>!</a:t>
            </a:r>
          </a:p>
        </p:txBody>
      </p:sp>
    </p:spTree>
    <p:custDataLst>
      <p:tags r:id="rId1"/>
    </p:custDataLst>
    <p:extLst>
      <p:ext uri="{BB962C8B-B14F-4D97-AF65-F5344CB8AC3E}">
        <p14:creationId xmlns:p14="http://schemas.microsoft.com/office/powerpoint/2010/main" val="634878808"/>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Slide Alternative">
    <p:bg>
      <p:bgPr>
        <a:solidFill>
          <a:schemeClr val="accent1"/>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9E6A1CD-3FD6-4AD3-876A-75F060E88A2E}"/>
              </a:ext>
            </a:extLst>
          </p:cNvPr>
          <p:cNvSpPr>
            <a:spLocks noGrp="1"/>
          </p:cNvSpPr>
          <p:nvPr>
            <p:ph type="dt" sz="half" idx="26"/>
          </p:nvPr>
        </p:nvSpPr>
        <p:spPr>
          <a:xfrm>
            <a:off x="7924801" y="5989058"/>
            <a:ext cx="1279358" cy="207755"/>
          </a:xfrm>
        </p:spPr>
        <p:txBody>
          <a:bodyPr lIns="0" bIns="0"/>
          <a:lstStyle>
            <a:lvl1pPr algn="l">
              <a:lnSpc>
                <a:spcPct val="100000"/>
              </a:lnSpc>
              <a:defRPr>
                <a:solidFill>
                  <a:schemeClr val="bg1"/>
                </a:solidFill>
              </a:defRPr>
            </a:lvl1pPr>
          </a:lstStyle>
          <a:p>
            <a:endParaRPr lang="en-GB" dirty="0"/>
          </a:p>
        </p:txBody>
      </p:sp>
      <p:sp>
        <p:nvSpPr>
          <p:cNvPr id="14" name="Text Placeholder 7">
            <a:extLst>
              <a:ext uri="{FF2B5EF4-FFF2-40B4-BE49-F238E27FC236}">
                <a16:creationId xmlns:a16="http://schemas.microsoft.com/office/drawing/2014/main" id="{92EBB4F1-3A58-475F-9EBB-925156182B78}"/>
              </a:ext>
            </a:extLst>
          </p:cNvPr>
          <p:cNvSpPr>
            <a:spLocks noGrp="1"/>
          </p:cNvSpPr>
          <p:nvPr>
            <p:ph type="body" sz="quarter" idx="27" hasCustomPrompt="1"/>
          </p:nvPr>
        </p:nvSpPr>
        <p:spPr>
          <a:xfrm>
            <a:off x="7924801" y="6349213"/>
            <a:ext cx="3657600" cy="161583"/>
          </a:xfrm>
        </p:spPr>
        <p:txBody>
          <a:bodyPr wrap="square" lIns="0" tIns="0" rIns="0" bIns="0" anchor="ctr" anchorCtr="0">
            <a:normAutofit/>
          </a:bodyPr>
          <a:lstStyle>
            <a:lvl1pPr marL="0" indent="0">
              <a:lnSpc>
                <a:spcPct val="100000"/>
              </a:lnSpc>
              <a:buNone/>
              <a:defRPr sz="1050">
                <a:solidFill>
                  <a:schemeClr val="bg1"/>
                </a:solidFill>
              </a:defRPr>
            </a:lvl1pPr>
            <a:lvl2pPr marL="432000" indent="0">
              <a:buNone/>
              <a:defRPr sz="1050"/>
            </a:lvl2pPr>
            <a:lvl3pPr marL="684000" indent="0">
              <a:buNone/>
              <a:defRPr sz="1050"/>
            </a:lvl3pPr>
            <a:lvl4pPr marL="828000" indent="0">
              <a:buNone/>
              <a:defRPr sz="1050"/>
            </a:lvl4pPr>
            <a:lvl5pPr marL="959400" indent="0">
              <a:buNone/>
              <a:defRPr sz="1050"/>
            </a:lvl5pPr>
          </a:lstStyle>
          <a:p>
            <a:pPr lvl="0"/>
            <a:r>
              <a:rPr lang="en-US" dirty="0"/>
              <a:t>Click to add confidentiality statement here</a:t>
            </a:r>
          </a:p>
        </p:txBody>
      </p:sp>
      <p:sp>
        <p:nvSpPr>
          <p:cNvPr id="13" name="Picture Placeholder 12">
            <a:extLst>
              <a:ext uri="{FF2B5EF4-FFF2-40B4-BE49-F238E27FC236}">
                <a16:creationId xmlns:a16="http://schemas.microsoft.com/office/drawing/2014/main" id="{332A73A7-F1E1-4085-B3F6-999828C7F549}"/>
              </a:ext>
            </a:extLst>
          </p:cNvPr>
          <p:cNvSpPr>
            <a:spLocks noGrp="1"/>
          </p:cNvSpPr>
          <p:nvPr>
            <p:ph type="pic" sz="quarter" idx="20" hasCustomPrompt="1"/>
          </p:nvPr>
        </p:nvSpPr>
        <p:spPr>
          <a:xfrm>
            <a:off x="0" y="0"/>
            <a:ext cx="6705600" cy="6858000"/>
          </a:xfrm>
          <a:prstGeom prst="rect">
            <a:avLst/>
          </a:prstGeom>
          <a:solidFill>
            <a:schemeClr val="bg2">
              <a:lumMod val="40000"/>
              <a:lumOff val="60000"/>
            </a:schemeClr>
          </a:solidFill>
        </p:spPr>
        <p:txBody>
          <a:bodyPr vert="horz" wrap="square" lIns="91440" tIns="432000" rIns="91440" bIns="1404000" rtlCol="0" anchor="ctr">
            <a:noAutofit/>
          </a:bodyPr>
          <a:lstStyle>
            <a:lvl1pPr marL="0" indent="0" algn="ctr">
              <a:lnSpc>
                <a:spcPct val="100000"/>
              </a:lnSpc>
              <a:spcAft>
                <a:spcPts val="0"/>
              </a:spcAft>
              <a:buNone/>
              <a:defRPr lang="en-US" sz="1600" b="1" dirty="0">
                <a:solidFill>
                  <a:schemeClr val="tx1"/>
                </a:solidFill>
              </a:defRPr>
            </a:lvl1pPr>
          </a:lstStyle>
          <a:p>
            <a:pPr marL="228600" lvl="0" indent="-228600" algn="ctr"/>
            <a:r>
              <a:rPr lang="en-US" dirty="0"/>
              <a:t>_______________________________</a:t>
            </a:r>
            <a:br>
              <a:rPr lang="en-US" dirty="0"/>
            </a:br>
            <a:br>
              <a:rPr lang="en-US" dirty="0"/>
            </a:br>
            <a:r>
              <a:rPr lang="en-US" dirty="0"/>
              <a:t>To add a brand image here:</a:t>
            </a:r>
            <a:br>
              <a:rPr lang="en-US" dirty="0"/>
            </a:br>
            <a:r>
              <a:rPr lang="en-US" dirty="0"/>
              <a:t>Select this placeholder and click </a:t>
            </a:r>
            <a:br>
              <a:rPr lang="en-US" dirty="0"/>
            </a:br>
            <a:r>
              <a:rPr lang="en-US" dirty="0"/>
              <a:t>Brand Pictures in </a:t>
            </a:r>
            <a:r>
              <a:rPr lang="en-US" dirty="0" err="1"/>
              <a:t>BrandIn</a:t>
            </a:r>
            <a:r>
              <a:rPr lang="en-US" dirty="0"/>
              <a:t>.</a:t>
            </a:r>
            <a:br>
              <a:rPr lang="en-US" dirty="0"/>
            </a:br>
            <a:br>
              <a:rPr lang="en-US" dirty="0"/>
            </a:br>
            <a:r>
              <a:rPr lang="en-US" dirty="0"/>
              <a:t>Clicking the icon will insert an </a:t>
            </a:r>
            <a:br>
              <a:rPr lang="en-US" dirty="0"/>
            </a:br>
            <a:r>
              <a:rPr lang="en-US" dirty="0"/>
              <a:t>image from your own files.</a:t>
            </a:r>
            <a:br>
              <a:rPr lang="en-US" dirty="0"/>
            </a:br>
            <a:br>
              <a:rPr lang="en-US" dirty="0"/>
            </a:br>
            <a:br>
              <a:rPr lang="en-US" dirty="0"/>
            </a:br>
            <a:br>
              <a:rPr lang="en-US" dirty="0"/>
            </a:br>
            <a:r>
              <a:rPr lang="en-US" dirty="0"/>
              <a:t>The image can then be scaled within </a:t>
            </a:r>
            <a:br>
              <a:rPr lang="en-US" dirty="0"/>
            </a:br>
            <a:r>
              <a:rPr lang="en-US" dirty="0"/>
              <a:t>the frame by using the Crop feature in </a:t>
            </a:r>
            <a:br>
              <a:rPr lang="en-US" dirty="0"/>
            </a:br>
            <a:r>
              <a:rPr lang="en-US" dirty="0"/>
              <a:t>the Picture Format tab of the ribbon.</a:t>
            </a:r>
            <a:br>
              <a:rPr lang="en-US" dirty="0"/>
            </a:br>
            <a:r>
              <a:rPr lang="en-US" dirty="0"/>
              <a:t>_______________________________</a:t>
            </a:r>
          </a:p>
        </p:txBody>
      </p:sp>
      <p:grpSp>
        <p:nvGrpSpPr>
          <p:cNvPr id="11" name="Group 10">
            <a:extLst>
              <a:ext uri="{FF2B5EF4-FFF2-40B4-BE49-F238E27FC236}">
                <a16:creationId xmlns:a16="http://schemas.microsoft.com/office/drawing/2014/main" id="{9516A261-40A9-4E3C-8184-C41208C9782A}"/>
              </a:ext>
            </a:extLst>
          </p:cNvPr>
          <p:cNvGrpSpPr/>
          <p:nvPr userDrawn="1"/>
        </p:nvGrpSpPr>
        <p:grpSpPr>
          <a:xfrm>
            <a:off x="9168234" y="436310"/>
            <a:ext cx="2416181" cy="585338"/>
            <a:chOff x="9168234" y="436310"/>
            <a:chExt cx="2416181" cy="585338"/>
          </a:xfrm>
        </p:grpSpPr>
        <p:sp>
          <p:nvSpPr>
            <p:cNvPr id="6" name="Freeform: Shape 5">
              <a:extLst>
                <a:ext uri="{FF2B5EF4-FFF2-40B4-BE49-F238E27FC236}">
                  <a16:creationId xmlns:a16="http://schemas.microsoft.com/office/drawing/2014/main" id="{1CB6D089-790C-9B8D-F460-C1567878F945}"/>
                </a:ext>
              </a:extLst>
            </p:cNvPr>
            <p:cNvSpPr/>
            <p:nvPr/>
          </p:nvSpPr>
          <p:spPr>
            <a:xfrm>
              <a:off x="9168234" y="755229"/>
              <a:ext cx="1961045" cy="263764"/>
            </a:xfrm>
            <a:custGeom>
              <a:avLst/>
              <a:gdLst>
                <a:gd name="connsiteX0" fmla="*/ 76969 w 1961045"/>
                <a:gd name="connsiteY0" fmla="*/ 151125 h 263764"/>
                <a:gd name="connsiteX1" fmla="*/ 116775 w 1961045"/>
                <a:gd name="connsiteY1" fmla="*/ 43130 h 263764"/>
                <a:gd name="connsiteX2" fmla="*/ 154620 w 1961045"/>
                <a:gd name="connsiteY2" fmla="*/ 151125 h 263764"/>
                <a:gd name="connsiteX3" fmla="*/ 193232 w 1961045"/>
                <a:gd name="connsiteY3" fmla="*/ 259973 h 263764"/>
                <a:gd name="connsiteX4" fmla="*/ 229714 w 1961045"/>
                <a:gd name="connsiteY4" fmla="*/ 259973 h 263764"/>
                <a:gd name="connsiteX5" fmla="*/ 135101 w 1961045"/>
                <a:gd name="connsiteY5" fmla="*/ 0 h 263764"/>
                <a:gd name="connsiteX6" fmla="*/ 99045 w 1961045"/>
                <a:gd name="connsiteY6" fmla="*/ 0 h 263764"/>
                <a:gd name="connsiteX7" fmla="*/ 0 w 1961045"/>
                <a:gd name="connsiteY7" fmla="*/ 259973 h 263764"/>
                <a:gd name="connsiteX8" fmla="*/ 36822 w 1961045"/>
                <a:gd name="connsiteY8" fmla="*/ 259973 h 263764"/>
                <a:gd name="connsiteX9" fmla="*/ 65888 w 1961045"/>
                <a:gd name="connsiteY9" fmla="*/ 180276 h 263764"/>
                <a:gd name="connsiteX10" fmla="*/ 164933 w 1961045"/>
                <a:gd name="connsiteY10" fmla="*/ 180276 h 263764"/>
                <a:gd name="connsiteX11" fmla="*/ 366263 w 1961045"/>
                <a:gd name="connsiteY11" fmla="*/ 204910 h 263764"/>
                <a:gd name="connsiteX12" fmla="*/ 319724 w 1961045"/>
                <a:gd name="connsiteY12" fmla="*/ 237385 h 263764"/>
                <a:gd name="connsiteX13" fmla="*/ 271309 w 1961045"/>
                <a:gd name="connsiteY13" fmla="*/ 215394 h 263764"/>
                <a:gd name="connsiteX14" fmla="*/ 236192 w 1961045"/>
                <a:gd name="connsiteY14" fmla="*/ 221531 h 263764"/>
                <a:gd name="connsiteX15" fmla="*/ 318275 w 1961045"/>
                <a:gd name="connsiteY15" fmla="*/ 262871 h 263764"/>
                <a:gd name="connsiteX16" fmla="*/ 400955 w 1961045"/>
                <a:gd name="connsiteY16" fmla="*/ 200733 h 263764"/>
                <a:gd name="connsiteX17" fmla="*/ 319383 w 1961045"/>
                <a:gd name="connsiteY17" fmla="*/ 139618 h 263764"/>
                <a:gd name="connsiteX18" fmla="*/ 273525 w 1961045"/>
                <a:gd name="connsiteY18" fmla="*/ 108848 h 263764"/>
                <a:gd name="connsiteX19" fmla="*/ 312479 w 1961045"/>
                <a:gd name="connsiteY19" fmla="*/ 80208 h 263764"/>
                <a:gd name="connsiteX20" fmla="*/ 357398 w 1961045"/>
                <a:gd name="connsiteY20" fmla="*/ 105779 h 263764"/>
                <a:gd name="connsiteX21" fmla="*/ 388169 w 1961045"/>
                <a:gd name="connsiteY21" fmla="*/ 92908 h 263764"/>
                <a:gd name="connsiteX22" fmla="*/ 316314 w 1961045"/>
                <a:gd name="connsiteY22" fmla="*/ 55063 h 263764"/>
                <a:gd name="connsiteX23" fmla="*/ 240283 w 1961045"/>
                <a:gd name="connsiteY23" fmla="*/ 113365 h 263764"/>
                <a:gd name="connsiteX24" fmla="*/ 308984 w 1961045"/>
                <a:gd name="connsiteY24" fmla="*/ 169451 h 263764"/>
                <a:gd name="connsiteX25" fmla="*/ 366263 w 1961045"/>
                <a:gd name="connsiteY25" fmla="*/ 204910 h 263764"/>
                <a:gd name="connsiteX26" fmla="*/ 473747 w 1961045"/>
                <a:gd name="connsiteY26" fmla="*/ 341 h 263764"/>
                <a:gd name="connsiteX27" fmla="*/ 439652 w 1961045"/>
                <a:gd name="connsiteY27" fmla="*/ 14661 h 263764"/>
                <a:gd name="connsiteX28" fmla="*/ 439652 w 1961045"/>
                <a:gd name="connsiteY28" fmla="*/ 62649 h 263764"/>
                <a:gd name="connsiteX29" fmla="*/ 408200 w 1961045"/>
                <a:gd name="connsiteY29" fmla="*/ 62649 h 263764"/>
                <a:gd name="connsiteX30" fmla="*/ 408200 w 1961045"/>
                <a:gd name="connsiteY30" fmla="*/ 90266 h 263764"/>
                <a:gd name="connsiteX31" fmla="*/ 439567 w 1961045"/>
                <a:gd name="connsiteY31" fmla="*/ 90266 h 263764"/>
                <a:gd name="connsiteX32" fmla="*/ 439567 w 1961045"/>
                <a:gd name="connsiteY32" fmla="*/ 216843 h 263764"/>
                <a:gd name="connsiteX33" fmla="*/ 477583 w 1961045"/>
                <a:gd name="connsiteY33" fmla="*/ 261337 h 263764"/>
                <a:gd name="connsiteX34" fmla="*/ 509717 w 1961045"/>
                <a:gd name="connsiteY34" fmla="*/ 258012 h 263764"/>
                <a:gd name="connsiteX35" fmla="*/ 509717 w 1961045"/>
                <a:gd name="connsiteY35" fmla="*/ 230651 h 263764"/>
                <a:gd name="connsiteX36" fmla="*/ 487981 w 1961045"/>
                <a:gd name="connsiteY36" fmla="*/ 235169 h 263764"/>
                <a:gd name="connsiteX37" fmla="*/ 473747 w 1961045"/>
                <a:gd name="connsiteY37" fmla="*/ 201841 h 263764"/>
                <a:gd name="connsiteX38" fmla="*/ 473747 w 1961045"/>
                <a:gd name="connsiteY38" fmla="*/ 89925 h 263764"/>
                <a:gd name="connsiteX39" fmla="*/ 509717 w 1961045"/>
                <a:gd name="connsiteY39" fmla="*/ 89925 h 263764"/>
                <a:gd name="connsiteX40" fmla="*/ 509717 w 1961045"/>
                <a:gd name="connsiteY40" fmla="*/ 62308 h 263764"/>
                <a:gd name="connsiteX41" fmla="*/ 473747 w 1961045"/>
                <a:gd name="connsiteY41" fmla="*/ 62308 h 263764"/>
                <a:gd name="connsiteX42" fmla="*/ 539635 w 1961045"/>
                <a:gd name="connsiteY42" fmla="*/ 62649 h 263764"/>
                <a:gd name="connsiteX43" fmla="*/ 539635 w 1961045"/>
                <a:gd name="connsiteY43" fmla="*/ 259973 h 263764"/>
                <a:gd name="connsiteX44" fmla="*/ 573048 w 1961045"/>
                <a:gd name="connsiteY44" fmla="*/ 259973 h 263764"/>
                <a:gd name="connsiteX45" fmla="*/ 573048 w 1961045"/>
                <a:gd name="connsiteY45" fmla="*/ 168769 h 263764"/>
                <a:gd name="connsiteX46" fmla="*/ 581572 w 1961045"/>
                <a:gd name="connsiteY46" fmla="*/ 117627 h 263764"/>
                <a:gd name="connsiteX47" fmla="*/ 641237 w 1961045"/>
                <a:gd name="connsiteY47" fmla="*/ 93249 h 263764"/>
                <a:gd name="connsiteX48" fmla="*/ 641237 w 1961045"/>
                <a:gd name="connsiteY48" fmla="*/ 59154 h 263764"/>
                <a:gd name="connsiteX49" fmla="*/ 573645 w 1961045"/>
                <a:gd name="connsiteY49" fmla="*/ 97767 h 263764"/>
                <a:gd name="connsiteX50" fmla="*/ 573645 w 1961045"/>
                <a:gd name="connsiteY50" fmla="*/ 62308 h 263764"/>
                <a:gd name="connsiteX51" fmla="*/ 836686 w 1961045"/>
                <a:gd name="connsiteY51" fmla="*/ 426 h 263764"/>
                <a:gd name="connsiteX52" fmla="*/ 836686 w 1961045"/>
                <a:gd name="connsiteY52" fmla="*/ 32390 h 263764"/>
                <a:gd name="connsiteX53" fmla="*/ 984401 w 1961045"/>
                <a:gd name="connsiteY53" fmla="*/ 32390 h 263764"/>
                <a:gd name="connsiteX54" fmla="*/ 836515 w 1961045"/>
                <a:gd name="connsiteY54" fmla="*/ 226219 h 263764"/>
                <a:gd name="connsiteX55" fmla="*/ 836515 w 1961045"/>
                <a:gd name="connsiteY55" fmla="*/ 260314 h 263764"/>
                <a:gd name="connsiteX56" fmla="*/ 1027446 w 1961045"/>
                <a:gd name="connsiteY56" fmla="*/ 260314 h 263764"/>
                <a:gd name="connsiteX57" fmla="*/ 1027446 w 1961045"/>
                <a:gd name="connsiteY57" fmla="*/ 228435 h 263764"/>
                <a:gd name="connsiteX58" fmla="*/ 876662 w 1961045"/>
                <a:gd name="connsiteY58" fmla="*/ 228435 h 263764"/>
                <a:gd name="connsiteX59" fmla="*/ 1023781 w 1961045"/>
                <a:gd name="connsiteY59" fmla="*/ 32390 h 263764"/>
                <a:gd name="connsiteX60" fmla="*/ 1023781 w 1961045"/>
                <a:gd name="connsiteY60" fmla="*/ 0 h 263764"/>
                <a:gd name="connsiteX61" fmla="*/ 1235339 w 1961045"/>
                <a:gd name="connsiteY61" fmla="*/ 62649 h 263764"/>
                <a:gd name="connsiteX62" fmla="*/ 1235339 w 1961045"/>
                <a:gd name="connsiteY62" fmla="*/ 259973 h 263764"/>
                <a:gd name="connsiteX63" fmla="*/ 1268496 w 1961045"/>
                <a:gd name="connsiteY63" fmla="*/ 259973 h 263764"/>
                <a:gd name="connsiteX64" fmla="*/ 1268496 w 1961045"/>
                <a:gd name="connsiteY64" fmla="*/ 147886 h 263764"/>
                <a:gd name="connsiteX65" fmla="*/ 1283157 w 1961045"/>
                <a:gd name="connsiteY65" fmla="*/ 103648 h 263764"/>
                <a:gd name="connsiteX66" fmla="*/ 1320831 w 1961045"/>
                <a:gd name="connsiteY66" fmla="*/ 88646 h 263764"/>
                <a:gd name="connsiteX67" fmla="*/ 1363450 w 1961045"/>
                <a:gd name="connsiteY67" fmla="*/ 115752 h 263764"/>
                <a:gd name="connsiteX68" fmla="*/ 1365581 w 1961045"/>
                <a:gd name="connsiteY68" fmla="*/ 148227 h 263764"/>
                <a:gd name="connsiteX69" fmla="*/ 1365581 w 1961045"/>
                <a:gd name="connsiteY69" fmla="*/ 259973 h 263764"/>
                <a:gd name="connsiteX70" fmla="*/ 1398653 w 1961045"/>
                <a:gd name="connsiteY70" fmla="*/ 259973 h 263764"/>
                <a:gd name="connsiteX71" fmla="*/ 1398653 w 1961045"/>
                <a:gd name="connsiteY71" fmla="*/ 143198 h 263764"/>
                <a:gd name="connsiteX72" fmla="*/ 1395243 w 1961045"/>
                <a:gd name="connsiteY72" fmla="*/ 102711 h 263764"/>
                <a:gd name="connsiteX73" fmla="*/ 1330293 w 1961045"/>
                <a:gd name="connsiteY73" fmla="*/ 57535 h 263764"/>
                <a:gd name="connsiteX74" fmla="*/ 1268496 w 1961045"/>
                <a:gd name="connsiteY74" fmla="*/ 92056 h 263764"/>
                <a:gd name="connsiteX75" fmla="*/ 1268496 w 1961045"/>
                <a:gd name="connsiteY75" fmla="*/ 62308 h 263764"/>
                <a:gd name="connsiteX76" fmla="*/ 1750426 w 1961045"/>
                <a:gd name="connsiteY76" fmla="*/ 212496 h 263764"/>
                <a:gd name="connsiteX77" fmla="*/ 1704824 w 1961045"/>
                <a:gd name="connsiteY77" fmla="*/ 238067 h 263764"/>
                <a:gd name="connsiteX78" fmla="*/ 1645158 w 1961045"/>
                <a:gd name="connsiteY78" fmla="*/ 158882 h 263764"/>
                <a:gd name="connsiteX79" fmla="*/ 1702863 w 1961045"/>
                <a:gd name="connsiteY79" fmla="*/ 79185 h 263764"/>
                <a:gd name="connsiteX80" fmla="*/ 1748891 w 1961045"/>
                <a:gd name="connsiteY80" fmla="*/ 107143 h 263764"/>
                <a:gd name="connsiteX81" fmla="*/ 1780003 w 1961045"/>
                <a:gd name="connsiteY81" fmla="*/ 94187 h 263764"/>
                <a:gd name="connsiteX82" fmla="*/ 1701670 w 1961045"/>
                <a:gd name="connsiteY82" fmla="*/ 54807 h 263764"/>
                <a:gd name="connsiteX83" fmla="*/ 1607909 w 1961045"/>
                <a:gd name="connsiteY83" fmla="*/ 161354 h 263764"/>
                <a:gd name="connsiteX84" fmla="*/ 1704057 w 1961045"/>
                <a:gd name="connsiteY84" fmla="*/ 263638 h 263764"/>
                <a:gd name="connsiteX85" fmla="*/ 1779406 w 1961045"/>
                <a:gd name="connsiteY85" fmla="*/ 224685 h 263764"/>
                <a:gd name="connsiteX86" fmla="*/ 1075179 w 1961045"/>
                <a:gd name="connsiteY86" fmla="*/ 140641 h 263764"/>
                <a:gd name="connsiteX87" fmla="*/ 1179935 w 1961045"/>
                <a:gd name="connsiteY87" fmla="*/ 140641 h 263764"/>
                <a:gd name="connsiteX88" fmla="*/ 1127344 w 1961045"/>
                <a:gd name="connsiteY88" fmla="*/ 80208 h 263764"/>
                <a:gd name="connsiteX89" fmla="*/ 1075179 w 1961045"/>
                <a:gd name="connsiteY89" fmla="*/ 140641 h 263764"/>
                <a:gd name="connsiteX90" fmla="*/ 1207211 w 1961045"/>
                <a:gd name="connsiteY90" fmla="*/ 222128 h 263764"/>
                <a:gd name="connsiteX91" fmla="*/ 1131094 w 1961045"/>
                <a:gd name="connsiteY91" fmla="*/ 263382 h 263764"/>
                <a:gd name="connsiteX92" fmla="*/ 1039123 w 1961045"/>
                <a:gd name="connsiteY92" fmla="*/ 157348 h 263764"/>
                <a:gd name="connsiteX93" fmla="*/ 1129816 w 1961045"/>
                <a:gd name="connsiteY93" fmla="*/ 55063 h 263764"/>
                <a:gd name="connsiteX94" fmla="*/ 1212495 w 1961045"/>
                <a:gd name="connsiteY94" fmla="*/ 124702 h 263764"/>
                <a:gd name="connsiteX95" fmla="*/ 1216246 w 1961045"/>
                <a:gd name="connsiteY95" fmla="*/ 164763 h 263764"/>
                <a:gd name="connsiteX96" fmla="*/ 1074326 w 1961045"/>
                <a:gd name="connsiteY96" fmla="*/ 164763 h 263764"/>
                <a:gd name="connsiteX97" fmla="*/ 1133992 w 1961045"/>
                <a:gd name="connsiteY97" fmla="*/ 238749 h 263764"/>
                <a:gd name="connsiteX98" fmla="*/ 1174991 w 1961045"/>
                <a:gd name="connsiteY98" fmla="*/ 216246 h 263764"/>
                <a:gd name="connsiteX99" fmla="*/ 1452182 w 1961045"/>
                <a:gd name="connsiteY99" fmla="*/ 140641 h 263764"/>
                <a:gd name="connsiteX100" fmla="*/ 1556938 w 1961045"/>
                <a:gd name="connsiteY100" fmla="*/ 140641 h 263764"/>
                <a:gd name="connsiteX101" fmla="*/ 1504347 w 1961045"/>
                <a:gd name="connsiteY101" fmla="*/ 80208 h 263764"/>
                <a:gd name="connsiteX102" fmla="*/ 1452182 w 1961045"/>
                <a:gd name="connsiteY102" fmla="*/ 140641 h 263764"/>
                <a:gd name="connsiteX103" fmla="*/ 1584214 w 1961045"/>
                <a:gd name="connsiteY103" fmla="*/ 222128 h 263764"/>
                <a:gd name="connsiteX104" fmla="*/ 1508097 w 1961045"/>
                <a:gd name="connsiteY104" fmla="*/ 263382 h 263764"/>
                <a:gd name="connsiteX105" fmla="*/ 1416212 w 1961045"/>
                <a:gd name="connsiteY105" fmla="*/ 157348 h 263764"/>
                <a:gd name="connsiteX106" fmla="*/ 1506818 w 1961045"/>
                <a:gd name="connsiteY106" fmla="*/ 55063 h 263764"/>
                <a:gd name="connsiteX107" fmla="*/ 1589498 w 1961045"/>
                <a:gd name="connsiteY107" fmla="*/ 124702 h 263764"/>
                <a:gd name="connsiteX108" fmla="*/ 1593249 w 1961045"/>
                <a:gd name="connsiteY108" fmla="*/ 164763 h 263764"/>
                <a:gd name="connsiteX109" fmla="*/ 1450988 w 1961045"/>
                <a:gd name="connsiteY109" fmla="*/ 164763 h 263764"/>
                <a:gd name="connsiteX110" fmla="*/ 1510654 w 1961045"/>
                <a:gd name="connsiteY110" fmla="*/ 238749 h 263764"/>
                <a:gd name="connsiteX111" fmla="*/ 1551653 w 1961045"/>
                <a:gd name="connsiteY111" fmla="*/ 216246 h 263764"/>
                <a:gd name="connsiteX112" fmla="*/ 1961046 w 1961045"/>
                <a:gd name="connsiteY112" fmla="*/ 259973 h 263764"/>
                <a:gd name="connsiteX113" fmla="*/ 1926525 w 1961045"/>
                <a:gd name="connsiteY113" fmla="*/ 259973 h 263764"/>
                <a:gd name="connsiteX114" fmla="*/ 1922604 w 1961045"/>
                <a:gd name="connsiteY114" fmla="*/ 230822 h 263764"/>
                <a:gd name="connsiteX115" fmla="*/ 1856460 w 1961045"/>
                <a:gd name="connsiteY115" fmla="*/ 262530 h 263764"/>
                <a:gd name="connsiteX116" fmla="*/ 1789549 w 1961045"/>
                <a:gd name="connsiteY116" fmla="*/ 206444 h 263764"/>
                <a:gd name="connsiteX117" fmla="*/ 1798073 w 1961045"/>
                <a:gd name="connsiteY117" fmla="*/ 176696 h 263764"/>
                <a:gd name="connsiteX118" fmla="*/ 1889106 w 1961045"/>
                <a:gd name="connsiteY118" fmla="*/ 142005 h 263764"/>
                <a:gd name="connsiteX119" fmla="*/ 1920388 w 1961045"/>
                <a:gd name="connsiteY119" fmla="*/ 139533 h 263764"/>
                <a:gd name="connsiteX120" fmla="*/ 1920388 w 1961045"/>
                <a:gd name="connsiteY120" fmla="*/ 134675 h 263764"/>
                <a:gd name="connsiteX121" fmla="*/ 1876320 w 1961045"/>
                <a:gd name="connsiteY121" fmla="*/ 79952 h 263764"/>
                <a:gd name="connsiteX122" fmla="*/ 1836003 w 1961045"/>
                <a:gd name="connsiteY122" fmla="*/ 105523 h 263764"/>
                <a:gd name="connsiteX123" fmla="*/ 1805489 w 1961045"/>
                <a:gd name="connsiteY123" fmla="*/ 92738 h 263764"/>
                <a:gd name="connsiteX124" fmla="*/ 1807023 w 1961045"/>
                <a:gd name="connsiteY124" fmla="*/ 89499 h 263764"/>
                <a:gd name="connsiteX125" fmla="*/ 1875212 w 1961045"/>
                <a:gd name="connsiteY125" fmla="*/ 54466 h 263764"/>
                <a:gd name="connsiteX126" fmla="*/ 1932662 w 1961045"/>
                <a:gd name="connsiteY126" fmla="*/ 71514 h 263764"/>
                <a:gd name="connsiteX127" fmla="*/ 1954142 w 1961045"/>
                <a:gd name="connsiteY127" fmla="*/ 121037 h 263764"/>
                <a:gd name="connsiteX128" fmla="*/ 1955506 w 1961045"/>
                <a:gd name="connsiteY128" fmla="*/ 222383 h 263764"/>
                <a:gd name="connsiteX129" fmla="*/ 1961046 w 1961045"/>
                <a:gd name="connsiteY129" fmla="*/ 259973 h 263764"/>
                <a:gd name="connsiteX130" fmla="*/ 1915700 w 1961045"/>
                <a:gd name="connsiteY130" fmla="*/ 205506 h 263764"/>
                <a:gd name="connsiteX131" fmla="*/ 1921070 w 1961045"/>
                <a:gd name="connsiteY131" fmla="*/ 161183 h 263764"/>
                <a:gd name="connsiteX132" fmla="*/ 1869331 w 1961045"/>
                <a:gd name="connsiteY132" fmla="*/ 170389 h 263764"/>
                <a:gd name="connsiteX133" fmla="*/ 1826713 w 1961045"/>
                <a:gd name="connsiteY133" fmla="*/ 205933 h 263764"/>
                <a:gd name="connsiteX134" fmla="*/ 1863791 w 1961045"/>
                <a:gd name="connsiteY134" fmla="*/ 235169 h 263764"/>
                <a:gd name="connsiteX135" fmla="*/ 1915700 w 1961045"/>
                <a:gd name="connsiteY135" fmla="*/ 205506 h 263764"/>
                <a:gd name="connsiteX136" fmla="*/ 813160 w 1961045"/>
                <a:gd name="connsiteY136" fmla="*/ 259973 h 263764"/>
                <a:gd name="connsiteX137" fmla="*/ 779066 w 1961045"/>
                <a:gd name="connsiteY137" fmla="*/ 259973 h 263764"/>
                <a:gd name="connsiteX138" fmla="*/ 775145 w 1961045"/>
                <a:gd name="connsiteY138" fmla="*/ 230822 h 263764"/>
                <a:gd name="connsiteX139" fmla="*/ 708575 w 1961045"/>
                <a:gd name="connsiteY139" fmla="*/ 262530 h 263764"/>
                <a:gd name="connsiteX140" fmla="*/ 641664 w 1961045"/>
                <a:gd name="connsiteY140" fmla="*/ 206444 h 263764"/>
                <a:gd name="connsiteX141" fmla="*/ 650187 w 1961045"/>
                <a:gd name="connsiteY141" fmla="*/ 176696 h 263764"/>
                <a:gd name="connsiteX142" fmla="*/ 741306 w 1961045"/>
                <a:gd name="connsiteY142" fmla="*/ 142005 h 263764"/>
                <a:gd name="connsiteX143" fmla="*/ 772502 w 1961045"/>
                <a:gd name="connsiteY143" fmla="*/ 139533 h 263764"/>
                <a:gd name="connsiteX144" fmla="*/ 772502 w 1961045"/>
                <a:gd name="connsiteY144" fmla="*/ 134675 h 263764"/>
                <a:gd name="connsiteX145" fmla="*/ 728435 w 1961045"/>
                <a:gd name="connsiteY145" fmla="*/ 79952 h 263764"/>
                <a:gd name="connsiteX146" fmla="*/ 688032 w 1961045"/>
                <a:gd name="connsiteY146" fmla="*/ 105523 h 263764"/>
                <a:gd name="connsiteX147" fmla="*/ 657518 w 1961045"/>
                <a:gd name="connsiteY147" fmla="*/ 92738 h 263764"/>
                <a:gd name="connsiteX148" fmla="*/ 659137 w 1961045"/>
                <a:gd name="connsiteY148" fmla="*/ 89499 h 263764"/>
                <a:gd name="connsiteX149" fmla="*/ 727327 w 1961045"/>
                <a:gd name="connsiteY149" fmla="*/ 54466 h 263764"/>
                <a:gd name="connsiteX150" fmla="*/ 784776 w 1961045"/>
                <a:gd name="connsiteY150" fmla="*/ 71514 h 263764"/>
                <a:gd name="connsiteX151" fmla="*/ 806256 w 1961045"/>
                <a:gd name="connsiteY151" fmla="*/ 121037 h 263764"/>
                <a:gd name="connsiteX152" fmla="*/ 807535 w 1961045"/>
                <a:gd name="connsiteY152" fmla="*/ 222383 h 263764"/>
                <a:gd name="connsiteX153" fmla="*/ 813160 w 1961045"/>
                <a:gd name="connsiteY153" fmla="*/ 259973 h 263764"/>
                <a:gd name="connsiteX154" fmla="*/ 767814 w 1961045"/>
                <a:gd name="connsiteY154" fmla="*/ 205506 h 263764"/>
                <a:gd name="connsiteX155" fmla="*/ 773184 w 1961045"/>
                <a:gd name="connsiteY155" fmla="*/ 161183 h 263764"/>
                <a:gd name="connsiteX156" fmla="*/ 721531 w 1961045"/>
                <a:gd name="connsiteY156" fmla="*/ 170389 h 263764"/>
                <a:gd name="connsiteX157" fmla="*/ 678912 w 1961045"/>
                <a:gd name="connsiteY157" fmla="*/ 205933 h 263764"/>
                <a:gd name="connsiteX158" fmla="*/ 716075 w 1961045"/>
                <a:gd name="connsiteY158" fmla="*/ 235169 h 263764"/>
                <a:gd name="connsiteX159" fmla="*/ 767814 w 1961045"/>
                <a:gd name="connsiteY159" fmla="*/ 205506 h 263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Lst>
              <a:rect l="l" t="t" r="r" b="b"/>
              <a:pathLst>
                <a:path w="1961045" h="263764">
                  <a:moveTo>
                    <a:pt x="76969" y="151125"/>
                  </a:moveTo>
                  <a:lnTo>
                    <a:pt x="116775" y="43130"/>
                  </a:lnTo>
                  <a:lnTo>
                    <a:pt x="154620" y="151125"/>
                  </a:lnTo>
                  <a:close/>
                  <a:moveTo>
                    <a:pt x="193232" y="259973"/>
                  </a:moveTo>
                  <a:lnTo>
                    <a:pt x="229714" y="259973"/>
                  </a:lnTo>
                  <a:lnTo>
                    <a:pt x="135101" y="0"/>
                  </a:lnTo>
                  <a:lnTo>
                    <a:pt x="99045" y="0"/>
                  </a:lnTo>
                  <a:lnTo>
                    <a:pt x="0" y="259973"/>
                  </a:lnTo>
                  <a:lnTo>
                    <a:pt x="36822" y="259973"/>
                  </a:lnTo>
                  <a:lnTo>
                    <a:pt x="65888" y="180276"/>
                  </a:lnTo>
                  <a:lnTo>
                    <a:pt x="164933" y="180276"/>
                  </a:lnTo>
                  <a:close/>
                  <a:moveTo>
                    <a:pt x="366263" y="204910"/>
                  </a:moveTo>
                  <a:cubicBezTo>
                    <a:pt x="366263" y="226134"/>
                    <a:pt x="349216" y="237385"/>
                    <a:pt x="319724" y="237385"/>
                  </a:cubicBezTo>
                  <a:cubicBezTo>
                    <a:pt x="296028" y="237385"/>
                    <a:pt x="280089" y="230737"/>
                    <a:pt x="271309" y="215394"/>
                  </a:cubicBezTo>
                  <a:lnTo>
                    <a:pt x="236192" y="221531"/>
                  </a:lnTo>
                  <a:cubicBezTo>
                    <a:pt x="249829" y="249489"/>
                    <a:pt x="278299" y="262871"/>
                    <a:pt x="318275" y="262871"/>
                  </a:cubicBezTo>
                  <a:cubicBezTo>
                    <a:pt x="372656" y="262871"/>
                    <a:pt x="400955" y="232782"/>
                    <a:pt x="400955" y="200733"/>
                  </a:cubicBezTo>
                  <a:cubicBezTo>
                    <a:pt x="400955" y="159564"/>
                    <a:pt x="363024" y="148398"/>
                    <a:pt x="319383" y="139618"/>
                  </a:cubicBezTo>
                  <a:cubicBezTo>
                    <a:pt x="298244" y="135356"/>
                    <a:pt x="273525" y="127600"/>
                    <a:pt x="273525" y="108848"/>
                  </a:cubicBezTo>
                  <a:cubicBezTo>
                    <a:pt x="273525" y="95551"/>
                    <a:pt x="286481" y="80208"/>
                    <a:pt x="312479" y="80208"/>
                  </a:cubicBezTo>
                  <a:cubicBezTo>
                    <a:pt x="331060" y="79641"/>
                    <a:pt x="348399" y="89512"/>
                    <a:pt x="357398" y="105779"/>
                  </a:cubicBezTo>
                  <a:lnTo>
                    <a:pt x="388169" y="92908"/>
                  </a:lnTo>
                  <a:cubicBezTo>
                    <a:pt x="374105" y="66059"/>
                    <a:pt x="345551" y="55063"/>
                    <a:pt x="316314" y="55063"/>
                  </a:cubicBezTo>
                  <a:cubicBezTo>
                    <a:pt x="270627" y="55063"/>
                    <a:pt x="240283" y="77566"/>
                    <a:pt x="240283" y="113365"/>
                  </a:cubicBezTo>
                  <a:cubicBezTo>
                    <a:pt x="240283" y="154109"/>
                    <a:pt x="275230" y="162121"/>
                    <a:pt x="308984" y="169451"/>
                  </a:cubicBezTo>
                  <a:cubicBezTo>
                    <a:pt x="338135" y="175333"/>
                    <a:pt x="366263" y="182492"/>
                    <a:pt x="366263" y="204910"/>
                  </a:cubicBezTo>
                  <a:close/>
                  <a:moveTo>
                    <a:pt x="473747" y="341"/>
                  </a:moveTo>
                  <a:lnTo>
                    <a:pt x="439652" y="14661"/>
                  </a:lnTo>
                  <a:lnTo>
                    <a:pt x="439652" y="62649"/>
                  </a:lnTo>
                  <a:lnTo>
                    <a:pt x="408200" y="62649"/>
                  </a:lnTo>
                  <a:lnTo>
                    <a:pt x="408200" y="90266"/>
                  </a:lnTo>
                  <a:lnTo>
                    <a:pt x="439567" y="90266"/>
                  </a:lnTo>
                  <a:lnTo>
                    <a:pt x="439567" y="216843"/>
                  </a:lnTo>
                  <a:cubicBezTo>
                    <a:pt x="439141" y="242414"/>
                    <a:pt x="439141" y="261337"/>
                    <a:pt x="477583" y="261337"/>
                  </a:cubicBezTo>
                  <a:cubicBezTo>
                    <a:pt x="488357" y="260967"/>
                    <a:pt x="499095" y="259856"/>
                    <a:pt x="509717" y="258012"/>
                  </a:cubicBezTo>
                  <a:lnTo>
                    <a:pt x="509717" y="230651"/>
                  </a:lnTo>
                  <a:cubicBezTo>
                    <a:pt x="502698" y="233090"/>
                    <a:pt x="495391" y="234608"/>
                    <a:pt x="487981" y="235169"/>
                  </a:cubicBezTo>
                  <a:cubicBezTo>
                    <a:pt x="473747" y="235169"/>
                    <a:pt x="473747" y="225196"/>
                    <a:pt x="473747" y="201841"/>
                  </a:cubicBezTo>
                  <a:lnTo>
                    <a:pt x="473747" y="89925"/>
                  </a:lnTo>
                  <a:lnTo>
                    <a:pt x="509717" y="89925"/>
                  </a:lnTo>
                  <a:lnTo>
                    <a:pt x="509717" y="62308"/>
                  </a:lnTo>
                  <a:lnTo>
                    <a:pt x="473747" y="62308"/>
                  </a:lnTo>
                  <a:close/>
                  <a:moveTo>
                    <a:pt x="539635" y="62649"/>
                  </a:moveTo>
                  <a:lnTo>
                    <a:pt x="539635" y="259973"/>
                  </a:lnTo>
                  <a:lnTo>
                    <a:pt x="573048" y="259973"/>
                  </a:lnTo>
                  <a:lnTo>
                    <a:pt x="573048" y="168769"/>
                  </a:lnTo>
                  <a:cubicBezTo>
                    <a:pt x="573048" y="151722"/>
                    <a:pt x="573048" y="131691"/>
                    <a:pt x="581572" y="117627"/>
                  </a:cubicBezTo>
                  <a:cubicBezTo>
                    <a:pt x="592311" y="100580"/>
                    <a:pt x="608336" y="93505"/>
                    <a:pt x="641237" y="93249"/>
                  </a:cubicBezTo>
                  <a:lnTo>
                    <a:pt x="641237" y="59154"/>
                  </a:lnTo>
                  <a:cubicBezTo>
                    <a:pt x="627940" y="59154"/>
                    <a:pt x="592482" y="60433"/>
                    <a:pt x="573645" y="97767"/>
                  </a:cubicBezTo>
                  <a:lnTo>
                    <a:pt x="573645" y="62308"/>
                  </a:lnTo>
                  <a:close/>
                  <a:moveTo>
                    <a:pt x="836686" y="426"/>
                  </a:moveTo>
                  <a:lnTo>
                    <a:pt x="836686" y="32390"/>
                  </a:lnTo>
                  <a:lnTo>
                    <a:pt x="984401" y="32390"/>
                  </a:lnTo>
                  <a:lnTo>
                    <a:pt x="836515" y="226219"/>
                  </a:lnTo>
                  <a:lnTo>
                    <a:pt x="836515" y="260314"/>
                  </a:lnTo>
                  <a:lnTo>
                    <a:pt x="1027446" y="260314"/>
                  </a:lnTo>
                  <a:lnTo>
                    <a:pt x="1027446" y="228435"/>
                  </a:lnTo>
                  <a:lnTo>
                    <a:pt x="876662" y="228435"/>
                  </a:lnTo>
                  <a:lnTo>
                    <a:pt x="1023781" y="32390"/>
                  </a:lnTo>
                  <a:lnTo>
                    <a:pt x="1023781" y="0"/>
                  </a:lnTo>
                  <a:close/>
                  <a:moveTo>
                    <a:pt x="1235339" y="62649"/>
                  </a:moveTo>
                  <a:lnTo>
                    <a:pt x="1235339" y="259973"/>
                  </a:lnTo>
                  <a:lnTo>
                    <a:pt x="1268496" y="259973"/>
                  </a:lnTo>
                  <a:lnTo>
                    <a:pt x="1268496" y="147886"/>
                  </a:lnTo>
                  <a:cubicBezTo>
                    <a:pt x="1268496" y="133225"/>
                    <a:pt x="1268496" y="118224"/>
                    <a:pt x="1283157" y="103648"/>
                  </a:cubicBezTo>
                  <a:cubicBezTo>
                    <a:pt x="1293112" y="93670"/>
                    <a:pt x="1306742" y="88242"/>
                    <a:pt x="1320831" y="88646"/>
                  </a:cubicBezTo>
                  <a:cubicBezTo>
                    <a:pt x="1338902" y="88646"/>
                    <a:pt x="1357398" y="97170"/>
                    <a:pt x="1363450" y="115752"/>
                  </a:cubicBezTo>
                  <a:cubicBezTo>
                    <a:pt x="1365802" y="126406"/>
                    <a:pt x="1366527" y="137357"/>
                    <a:pt x="1365581" y="148227"/>
                  </a:cubicBezTo>
                  <a:lnTo>
                    <a:pt x="1365581" y="259973"/>
                  </a:lnTo>
                  <a:lnTo>
                    <a:pt x="1398653" y="259973"/>
                  </a:lnTo>
                  <a:lnTo>
                    <a:pt x="1398653" y="143198"/>
                  </a:lnTo>
                  <a:cubicBezTo>
                    <a:pt x="1399437" y="129609"/>
                    <a:pt x="1398295" y="115977"/>
                    <a:pt x="1395243" y="102711"/>
                  </a:cubicBezTo>
                  <a:cubicBezTo>
                    <a:pt x="1386293" y="74701"/>
                    <a:pt x="1359665" y="56179"/>
                    <a:pt x="1330293" y="57535"/>
                  </a:cubicBezTo>
                  <a:cubicBezTo>
                    <a:pt x="1304943" y="56916"/>
                    <a:pt x="1281264" y="70144"/>
                    <a:pt x="1268496" y="92056"/>
                  </a:cubicBezTo>
                  <a:lnTo>
                    <a:pt x="1268496" y="62308"/>
                  </a:lnTo>
                  <a:close/>
                  <a:moveTo>
                    <a:pt x="1750426" y="212496"/>
                  </a:moveTo>
                  <a:cubicBezTo>
                    <a:pt x="1741851" y="229508"/>
                    <a:pt x="1723815" y="239621"/>
                    <a:pt x="1704824" y="238067"/>
                  </a:cubicBezTo>
                  <a:cubicBezTo>
                    <a:pt x="1682492" y="238067"/>
                    <a:pt x="1645158" y="224003"/>
                    <a:pt x="1645158" y="158882"/>
                  </a:cubicBezTo>
                  <a:cubicBezTo>
                    <a:pt x="1645158" y="141323"/>
                    <a:pt x="1648312" y="79185"/>
                    <a:pt x="1702863" y="79185"/>
                  </a:cubicBezTo>
                  <a:cubicBezTo>
                    <a:pt x="1722587" y="77780"/>
                    <a:pt x="1741049" y="88992"/>
                    <a:pt x="1748891" y="107143"/>
                  </a:cubicBezTo>
                  <a:lnTo>
                    <a:pt x="1780003" y="94187"/>
                  </a:lnTo>
                  <a:cubicBezTo>
                    <a:pt x="1760825" y="62308"/>
                    <a:pt x="1726304" y="54807"/>
                    <a:pt x="1701670" y="54807"/>
                  </a:cubicBezTo>
                  <a:cubicBezTo>
                    <a:pt x="1638680" y="54807"/>
                    <a:pt x="1607909" y="105438"/>
                    <a:pt x="1607909" y="161354"/>
                  </a:cubicBezTo>
                  <a:cubicBezTo>
                    <a:pt x="1607909" y="209683"/>
                    <a:pt x="1634248" y="263638"/>
                    <a:pt x="1704057" y="263638"/>
                  </a:cubicBezTo>
                  <a:cubicBezTo>
                    <a:pt x="1734384" y="265302"/>
                    <a:pt x="1763228" y="250391"/>
                    <a:pt x="1779406" y="224685"/>
                  </a:cubicBezTo>
                  <a:close/>
                  <a:moveTo>
                    <a:pt x="1075179" y="140641"/>
                  </a:moveTo>
                  <a:lnTo>
                    <a:pt x="1179935" y="140641"/>
                  </a:lnTo>
                  <a:cubicBezTo>
                    <a:pt x="1176952" y="88902"/>
                    <a:pt x="1147204" y="80208"/>
                    <a:pt x="1127344" y="80208"/>
                  </a:cubicBezTo>
                  <a:cubicBezTo>
                    <a:pt x="1098960" y="80208"/>
                    <a:pt x="1078844" y="101006"/>
                    <a:pt x="1075179" y="140641"/>
                  </a:cubicBezTo>
                  <a:close/>
                  <a:moveTo>
                    <a:pt x="1207211" y="222128"/>
                  </a:moveTo>
                  <a:cubicBezTo>
                    <a:pt x="1195874" y="241391"/>
                    <a:pt x="1174139" y="263382"/>
                    <a:pt x="1131094" y="263382"/>
                  </a:cubicBezTo>
                  <a:cubicBezTo>
                    <a:pt x="1072707" y="263382"/>
                    <a:pt x="1039123" y="223747"/>
                    <a:pt x="1039123" y="157348"/>
                  </a:cubicBezTo>
                  <a:cubicBezTo>
                    <a:pt x="1039123" y="83106"/>
                    <a:pt x="1088135" y="55063"/>
                    <a:pt x="1129816" y="55063"/>
                  </a:cubicBezTo>
                  <a:cubicBezTo>
                    <a:pt x="1166041" y="55063"/>
                    <a:pt x="1200818" y="75094"/>
                    <a:pt x="1212495" y="124702"/>
                  </a:cubicBezTo>
                  <a:cubicBezTo>
                    <a:pt x="1215249" y="137872"/>
                    <a:pt x="1216510" y="151311"/>
                    <a:pt x="1216246" y="164763"/>
                  </a:cubicBezTo>
                  <a:lnTo>
                    <a:pt x="1074326" y="164763"/>
                  </a:lnTo>
                  <a:cubicBezTo>
                    <a:pt x="1073474" y="197750"/>
                    <a:pt x="1087282" y="239516"/>
                    <a:pt x="1133992" y="238749"/>
                  </a:cubicBezTo>
                  <a:cubicBezTo>
                    <a:pt x="1150690" y="239087"/>
                    <a:pt x="1166305" y="230515"/>
                    <a:pt x="1174991" y="216246"/>
                  </a:cubicBezTo>
                  <a:close/>
                  <a:moveTo>
                    <a:pt x="1452182" y="140641"/>
                  </a:moveTo>
                  <a:lnTo>
                    <a:pt x="1556938" y="140641"/>
                  </a:lnTo>
                  <a:cubicBezTo>
                    <a:pt x="1554040" y="88902"/>
                    <a:pt x="1524207" y="80208"/>
                    <a:pt x="1504347" y="80208"/>
                  </a:cubicBezTo>
                  <a:cubicBezTo>
                    <a:pt x="1475963" y="80208"/>
                    <a:pt x="1455847" y="101006"/>
                    <a:pt x="1452182" y="140641"/>
                  </a:cubicBezTo>
                  <a:close/>
                  <a:moveTo>
                    <a:pt x="1584214" y="222128"/>
                  </a:moveTo>
                  <a:cubicBezTo>
                    <a:pt x="1572877" y="241391"/>
                    <a:pt x="1551142" y="263382"/>
                    <a:pt x="1508097" y="263382"/>
                  </a:cubicBezTo>
                  <a:cubicBezTo>
                    <a:pt x="1449710" y="263382"/>
                    <a:pt x="1416212" y="223747"/>
                    <a:pt x="1416212" y="157348"/>
                  </a:cubicBezTo>
                  <a:cubicBezTo>
                    <a:pt x="1416212" y="83106"/>
                    <a:pt x="1465138" y="55063"/>
                    <a:pt x="1506818" y="55063"/>
                  </a:cubicBezTo>
                  <a:cubicBezTo>
                    <a:pt x="1543129" y="55063"/>
                    <a:pt x="1577821" y="75094"/>
                    <a:pt x="1589498" y="124702"/>
                  </a:cubicBezTo>
                  <a:cubicBezTo>
                    <a:pt x="1592251" y="137872"/>
                    <a:pt x="1593513" y="151311"/>
                    <a:pt x="1593249" y="164763"/>
                  </a:cubicBezTo>
                  <a:lnTo>
                    <a:pt x="1450988" y="164763"/>
                  </a:lnTo>
                  <a:cubicBezTo>
                    <a:pt x="1450221" y="197750"/>
                    <a:pt x="1464029" y="239516"/>
                    <a:pt x="1510654" y="238749"/>
                  </a:cubicBezTo>
                  <a:cubicBezTo>
                    <a:pt x="1527352" y="239087"/>
                    <a:pt x="1542967" y="230515"/>
                    <a:pt x="1551653" y="216246"/>
                  </a:cubicBezTo>
                  <a:close/>
                  <a:moveTo>
                    <a:pt x="1961046" y="259973"/>
                  </a:moveTo>
                  <a:lnTo>
                    <a:pt x="1926525" y="259973"/>
                  </a:lnTo>
                  <a:cubicBezTo>
                    <a:pt x="1924582" y="250352"/>
                    <a:pt x="1923269" y="240614"/>
                    <a:pt x="1922604" y="230822"/>
                  </a:cubicBezTo>
                  <a:cubicBezTo>
                    <a:pt x="1906460" y="250823"/>
                    <a:pt x="1882159" y="262473"/>
                    <a:pt x="1856460" y="262530"/>
                  </a:cubicBezTo>
                  <a:cubicBezTo>
                    <a:pt x="1818018" y="262530"/>
                    <a:pt x="1789549" y="239772"/>
                    <a:pt x="1789549" y="206444"/>
                  </a:cubicBezTo>
                  <a:cubicBezTo>
                    <a:pt x="1789439" y="195910"/>
                    <a:pt x="1792405" y="185574"/>
                    <a:pt x="1798073" y="176696"/>
                  </a:cubicBezTo>
                  <a:cubicBezTo>
                    <a:pt x="1809410" y="159649"/>
                    <a:pt x="1830293" y="146693"/>
                    <a:pt x="1889106" y="142005"/>
                  </a:cubicBezTo>
                  <a:lnTo>
                    <a:pt x="1920388" y="139533"/>
                  </a:lnTo>
                  <a:lnTo>
                    <a:pt x="1920388" y="134675"/>
                  </a:lnTo>
                  <a:cubicBezTo>
                    <a:pt x="1920388" y="114132"/>
                    <a:pt x="1920388" y="79952"/>
                    <a:pt x="1876320" y="79952"/>
                  </a:cubicBezTo>
                  <a:cubicBezTo>
                    <a:pt x="1848618" y="79952"/>
                    <a:pt x="1839157" y="93335"/>
                    <a:pt x="1836003" y="105523"/>
                  </a:cubicBezTo>
                  <a:lnTo>
                    <a:pt x="1805489" y="92738"/>
                  </a:lnTo>
                  <a:cubicBezTo>
                    <a:pt x="1805489" y="91715"/>
                    <a:pt x="1806426" y="90607"/>
                    <a:pt x="1807023" y="89499"/>
                  </a:cubicBezTo>
                  <a:cubicBezTo>
                    <a:pt x="1818786" y="67849"/>
                    <a:pt x="1841800" y="54466"/>
                    <a:pt x="1875212" y="54466"/>
                  </a:cubicBezTo>
                  <a:cubicBezTo>
                    <a:pt x="1895669" y="54058"/>
                    <a:pt x="1915743" y="60015"/>
                    <a:pt x="1932662" y="71514"/>
                  </a:cubicBezTo>
                  <a:cubicBezTo>
                    <a:pt x="1954653" y="88561"/>
                    <a:pt x="1954142" y="121037"/>
                    <a:pt x="1954142" y="121037"/>
                  </a:cubicBezTo>
                  <a:lnTo>
                    <a:pt x="1955506" y="222383"/>
                  </a:lnTo>
                  <a:cubicBezTo>
                    <a:pt x="1955506" y="222383"/>
                    <a:pt x="1956784" y="251705"/>
                    <a:pt x="1961046" y="259973"/>
                  </a:cubicBezTo>
                  <a:close/>
                  <a:moveTo>
                    <a:pt x="1915700" y="205506"/>
                  </a:moveTo>
                  <a:cubicBezTo>
                    <a:pt x="1920644" y="194596"/>
                    <a:pt x="1921070" y="190079"/>
                    <a:pt x="1921070" y="161183"/>
                  </a:cubicBezTo>
                  <a:cubicBezTo>
                    <a:pt x="1908199" y="163229"/>
                    <a:pt x="1890726" y="165786"/>
                    <a:pt x="1869331" y="170389"/>
                  </a:cubicBezTo>
                  <a:cubicBezTo>
                    <a:pt x="1832679" y="178316"/>
                    <a:pt x="1826713" y="192124"/>
                    <a:pt x="1826713" y="205933"/>
                  </a:cubicBezTo>
                  <a:cubicBezTo>
                    <a:pt x="1826713" y="221787"/>
                    <a:pt x="1839242" y="235169"/>
                    <a:pt x="1863791" y="235169"/>
                  </a:cubicBezTo>
                  <a:cubicBezTo>
                    <a:pt x="1886549" y="235169"/>
                    <a:pt x="1906068" y="225963"/>
                    <a:pt x="1915700" y="205506"/>
                  </a:cubicBezTo>
                  <a:close/>
                  <a:moveTo>
                    <a:pt x="813160" y="259973"/>
                  </a:moveTo>
                  <a:lnTo>
                    <a:pt x="779066" y="259973"/>
                  </a:lnTo>
                  <a:cubicBezTo>
                    <a:pt x="777123" y="250352"/>
                    <a:pt x="775813" y="240614"/>
                    <a:pt x="775145" y="230822"/>
                  </a:cubicBezTo>
                  <a:cubicBezTo>
                    <a:pt x="758910" y="250939"/>
                    <a:pt x="734424" y="262602"/>
                    <a:pt x="708575" y="262530"/>
                  </a:cubicBezTo>
                  <a:cubicBezTo>
                    <a:pt x="670133" y="262530"/>
                    <a:pt x="641664" y="239772"/>
                    <a:pt x="641664" y="206444"/>
                  </a:cubicBezTo>
                  <a:cubicBezTo>
                    <a:pt x="641514" y="195905"/>
                    <a:pt x="644479" y="185557"/>
                    <a:pt x="650187" y="176696"/>
                  </a:cubicBezTo>
                  <a:cubicBezTo>
                    <a:pt x="661439" y="159649"/>
                    <a:pt x="682492" y="146693"/>
                    <a:pt x="741306" y="142005"/>
                  </a:cubicBezTo>
                  <a:lnTo>
                    <a:pt x="772502" y="139533"/>
                  </a:lnTo>
                  <a:lnTo>
                    <a:pt x="772502" y="134675"/>
                  </a:lnTo>
                  <a:cubicBezTo>
                    <a:pt x="772502" y="114132"/>
                    <a:pt x="772502" y="79952"/>
                    <a:pt x="728435" y="79952"/>
                  </a:cubicBezTo>
                  <a:cubicBezTo>
                    <a:pt x="700733" y="79952"/>
                    <a:pt x="691357" y="93335"/>
                    <a:pt x="688032" y="105523"/>
                  </a:cubicBezTo>
                  <a:lnTo>
                    <a:pt x="657518" y="92738"/>
                  </a:lnTo>
                  <a:lnTo>
                    <a:pt x="659137" y="89499"/>
                  </a:lnTo>
                  <a:cubicBezTo>
                    <a:pt x="670900" y="67849"/>
                    <a:pt x="693914" y="54466"/>
                    <a:pt x="727327" y="54466"/>
                  </a:cubicBezTo>
                  <a:cubicBezTo>
                    <a:pt x="747780" y="54058"/>
                    <a:pt x="767856" y="60015"/>
                    <a:pt x="784776" y="71514"/>
                  </a:cubicBezTo>
                  <a:cubicBezTo>
                    <a:pt x="806768" y="88561"/>
                    <a:pt x="806256" y="121037"/>
                    <a:pt x="806256" y="121037"/>
                  </a:cubicBezTo>
                  <a:lnTo>
                    <a:pt x="807535" y="222383"/>
                  </a:lnTo>
                  <a:cubicBezTo>
                    <a:pt x="807905" y="235093"/>
                    <a:pt x="809793" y="247712"/>
                    <a:pt x="813160" y="259973"/>
                  </a:cubicBezTo>
                  <a:close/>
                  <a:moveTo>
                    <a:pt x="767814" y="205506"/>
                  </a:moveTo>
                  <a:cubicBezTo>
                    <a:pt x="772758" y="194596"/>
                    <a:pt x="773184" y="190079"/>
                    <a:pt x="773184" y="161183"/>
                  </a:cubicBezTo>
                  <a:cubicBezTo>
                    <a:pt x="760313" y="163229"/>
                    <a:pt x="742840" y="165786"/>
                    <a:pt x="721531" y="170389"/>
                  </a:cubicBezTo>
                  <a:cubicBezTo>
                    <a:pt x="684793" y="178316"/>
                    <a:pt x="678912" y="192124"/>
                    <a:pt x="678912" y="205933"/>
                  </a:cubicBezTo>
                  <a:cubicBezTo>
                    <a:pt x="678912" y="221787"/>
                    <a:pt x="691442" y="235169"/>
                    <a:pt x="716075" y="235169"/>
                  </a:cubicBezTo>
                  <a:cubicBezTo>
                    <a:pt x="738578" y="235169"/>
                    <a:pt x="758268" y="225963"/>
                    <a:pt x="767814" y="205506"/>
                  </a:cubicBezTo>
                  <a:close/>
                </a:path>
              </a:pathLst>
            </a:custGeom>
            <a:solidFill>
              <a:srgbClr val="FFFFFF"/>
            </a:solidFill>
            <a:ln w="851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F992E83A-3237-63F8-CCF9-7CAA80071C18}"/>
                </a:ext>
              </a:extLst>
            </p:cNvPr>
            <p:cNvSpPr/>
            <p:nvPr/>
          </p:nvSpPr>
          <p:spPr>
            <a:xfrm>
              <a:off x="11101014" y="436310"/>
              <a:ext cx="483401" cy="585338"/>
            </a:xfrm>
            <a:custGeom>
              <a:avLst/>
              <a:gdLst>
                <a:gd name="connsiteX0" fmla="*/ 244171 w 483401"/>
                <a:gd name="connsiteY0" fmla="*/ 412509 h 585338"/>
                <a:gd name="connsiteX1" fmla="*/ 228743 w 483401"/>
                <a:gd name="connsiteY1" fmla="*/ 422482 h 585338"/>
                <a:gd name="connsiteX2" fmla="*/ 30141 w 483401"/>
                <a:gd name="connsiteY2" fmla="*/ 320198 h 585338"/>
                <a:gd name="connsiteX3" fmla="*/ 223 w 483401"/>
                <a:gd name="connsiteY3" fmla="*/ 286103 h 585338"/>
                <a:gd name="connsiteX4" fmla="*/ 72248 w 483401"/>
                <a:gd name="connsiteY4" fmla="*/ 172311 h 585338"/>
                <a:gd name="connsiteX5" fmla="*/ 264798 w 483401"/>
                <a:gd name="connsiteY5" fmla="*/ 303 h 585338"/>
                <a:gd name="connsiteX6" fmla="*/ 321566 w 483401"/>
                <a:gd name="connsiteY6" fmla="*/ 210242 h 585338"/>
                <a:gd name="connsiteX7" fmla="*/ 257553 w 483401"/>
                <a:gd name="connsiteY7" fmla="*/ 192257 h 585338"/>
                <a:gd name="connsiteX8" fmla="*/ 249030 w 483401"/>
                <a:gd name="connsiteY8" fmla="*/ 117760 h 585338"/>
                <a:gd name="connsiteX9" fmla="*/ 238375 w 483401"/>
                <a:gd name="connsiteY9" fmla="*/ 97047 h 585338"/>
                <a:gd name="connsiteX10" fmla="*/ 201126 w 483401"/>
                <a:gd name="connsiteY10" fmla="*/ 126539 h 585338"/>
                <a:gd name="connsiteX11" fmla="*/ 155013 w 483401"/>
                <a:gd name="connsiteY11" fmla="*/ 173164 h 585338"/>
                <a:gd name="connsiteX12" fmla="*/ 119725 w 483401"/>
                <a:gd name="connsiteY12" fmla="*/ 184074 h 585338"/>
                <a:gd name="connsiteX13" fmla="*/ 116571 w 483401"/>
                <a:gd name="connsiteY13" fmla="*/ 211861 h 585338"/>
                <a:gd name="connsiteX14" fmla="*/ 89722 w 483401"/>
                <a:gd name="connsiteY14" fmla="*/ 238796 h 585338"/>
                <a:gd name="connsiteX15" fmla="*/ 41052 w 483401"/>
                <a:gd name="connsiteY15" fmla="*/ 289939 h 585338"/>
                <a:gd name="connsiteX16" fmla="*/ 68327 w 483401"/>
                <a:gd name="connsiteY16" fmla="*/ 315510 h 585338"/>
                <a:gd name="connsiteX17" fmla="*/ 244171 w 483401"/>
                <a:gd name="connsiteY17" fmla="*/ 412509 h 585338"/>
                <a:gd name="connsiteX18" fmla="*/ 399047 w 483401"/>
                <a:gd name="connsiteY18" fmla="*/ 243655 h 585338"/>
                <a:gd name="connsiteX19" fmla="*/ 162344 w 483401"/>
                <a:gd name="connsiteY19" fmla="*/ 180835 h 585338"/>
                <a:gd name="connsiteX20" fmla="*/ 127737 w 483401"/>
                <a:gd name="connsiteY20" fmla="*/ 221919 h 585338"/>
                <a:gd name="connsiteX21" fmla="*/ 217236 w 483401"/>
                <a:gd name="connsiteY21" fmla="*/ 351139 h 585338"/>
                <a:gd name="connsiteX22" fmla="*/ 310997 w 483401"/>
                <a:gd name="connsiteY22" fmla="*/ 339973 h 585338"/>
                <a:gd name="connsiteX23" fmla="*/ 312446 w 483401"/>
                <a:gd name="connsiteY23" fmla="*/ 333154 h 585338"/>
                <a:gd name="connsiteX24" fmla="*/ 319265 w 483401"/>
                <a:gd name="connsiteY24" fmla="*/ 287041 h 585338"/>
                <a:gd name="connsiteX25" fmla="*/ 263861 w 483401"/>
                <a:gd name="connsiteY25" fmla="*/ 262918 h 585338"/>
                <a:gd name="connsiteX26" fmla="*/ 267526 w 483401"/>
                <a:gd name="connsiteY26" fmla="*/ 322158 h 585338"/>
                <a:gd name="connsiteX27" fmla="*/ 267526 w 483401"/>
                <a:gd name="connsiteY27" fmla="*/ 329318 h 585338"/>
                <a:gd name="connsiteX28" fmla="*/ 240165 w 483401"/>
                <a:gd name="connsiteY28" fmla="*/ 347815 h 585338"/>
                <a:gd name="connsiteX29" fmla="*/ 148280 w 483401"/>
                <a:gd name="connsiteY29" fmla="*/ 211435 h 585338"/>
                <a:gd name="connsiteX30" fmla="*/ 150411 w 483401"/>
                <a:gd name="connsiteY30" fmla="*/ 209304 h 585338"/>
                <a:gd name="connsiteX31" fmla="*/ 151945 w 483401"/>
                <a:gd name="connsiteY31" fmla="*/ 209901 h 585338"/>
                <a:gd name="connsiteX32" fmla="*/ 151945 w 483401"/>
                <a:gd name="connsiteY32" fmla="*/ 209901 h 585338"/>
                <a:gd name="connsiteX33" fmla="*/ 262753 w 483401"/>
                <a:gd name="connsiteY33" fmla="*/ 254906 h 585338"/>
                <a:gd name="connsiteX34" fmla="*/ 319265 w 483401"/>
                <a:gd name="connsiteY34" fmla="*/ 279454 h 585338"/>
                <a:gd name="connsiteX35" fmla="*/ 363332 w 483401"/>
                <a:gd name="connsiteY35" fmla="*/ 300678 h 585338"/>
                <a:gd name="connsiteX36" fmla="*/ 383704 w 483401"/>
                <a:gd name="connsiteY36" fmla="*/ 328551 h 585338"/>
                <a:gd name="connsiteX37" fmla="*/ 134301 w 483401"/>
                <a:gd name="connsiteY37" fmla="*/ 514368 h 585338"/>
                <a:gd name="connsiteX38" fmla="*/ 133789 w 483401"/>
                <a:gd name="connsiteY38" fmla="*/ 515135 h 585338"/>
                <a:gd name="connsiteX39" fmla="*/ 132085 w 483401"/>
                <a:gd name="connsiteY39" fmla="*/ 517948 h 585338"/>
                <a:gd name="connsiteX40" fmla="*/ 131573 w 483401"/>
                <a:gd name="connsiteY40" fmla="*/ 518800 h 585338"/>
                <a:gd name="connsiteX41" fmla="*/ 123987 w 483401"/>
                <a:gd name="connsiteY41" fmla="*/ 541985 h 585338"/>
                <a:gd name="connsiteX42" fmla="*/ 155099 w 483401"/>
                <a:gd name="connsiteY42" fmla="*/ 581279 h 585338"/>
                <a:gd name="connsiteX43" fmla="*/ 175982 w 483401"/>
                <a:gd name="connsiteY43" fmla="*/ 585200 h 585338"/>
                <a:gd name="connsiteX44" fmla="*/ 180243 w 483401"/>
                <a:gd name="connsiteY44" fmla="*/ 585200 h 585338"/>
                <a:gd name="connsiteX45" fmla="*/ 386943 w 483401"/>
                <a:gd name="connsiteY45" fmla="*/ 544115 h 585338"/>
                <a:gd name="connsiteX46" fmla="*/ 402712 w 483401"/>
                <a:gd name="connsiteY46" fmla="*/ 501497 h 585338"/>
                <a:gd name="connsiteX47" fmla="*/ 330772 w 483401"/>
                <a:gd name="connsiteY47" fmla="*/ 459475 h 585338"/>
                <a:gd name="connsiteX48" fmla="*/ 315429 w 483401"/>
                <a:gd name="connsiteY48" fmla="*/ 469363 h 585338"/>
                <a:gd name="connsiteX49" fmla="*/ 372964 w 483401"/>
                <a:gd name="connsiteY49" fmla="*/ 507975 h 585338"/>
                <a:gd name="connsiteX50" fmla="*/ 369725 w 483401"/>
                <a:gd name="connsiteY50" fmla="*/ 513771 h 585338"/>
                <a:gd name="connsiteX51" fmla="*/ 365975 w 483401"/>
                <a:gd name="connsiteY51" fmla="*/ 513771 h 585338"/>
                <a:gd name="connsiteX52" fmla="*/ 238972 w 483401"/>
                <a:gd name="connsiteY52" fmla="*/ 522295 h 585338"/>
                <a:gd name="connsiteX53" fmla="*/ 226868 w 483401"/>
                <a:gd name="connsiteY53" fmla="*/ 522891 h 585338"/>
                <a:gd name="connsiteX54" fmla="*/ 246728 w 483401"/>
                <a:gd name="connsiteY54" fmla="*/ 506782 h 585338"/>
                <a:gd name="connsiteX55" fmla="*/ 448314 w 483401"/>
                <a:gd name="connsiteY55" fmla="*/ 371681 h 585338"/>
                <a:gd name="connsiteX56" fmla="*/ 399047 w 483401"/>
                <a:gd name="connsiteY56" fmla="*/ 243655 h 585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483401" h="585338">
                  <a:moveTo>
                    <a:pt x="244171" y="412509"/>
                  </a:moveTo>
                  <a:cubicBezTo>
                    <a:pt x="239057" y="415834"/>
                    <a:pt x="233858" y="419073"/>
                    <a:pt x="228743" y="422482"/>
                  </a:cubicBezTo>
                  <a:cubicBezTo>
                    <a:pt x="169077" y="389410"/>
                    <a:pt x="41222" y="325653"/>
                    <a:pt x="30141" y="320198"/>
                  </a:cubicBezTo>
                  <a:cubicBezTo>
                    <a:pt x="19060" y="314743"/>
                    <a:pt x="-2419" y="305707"/>
                    <a:pt x="223" y="286103"/>
                  </a:cubicBezTo>
                  <a:cubicBezTo>
                    <a:pt x="4059" y="257975"/>
                    <a:pt x="51791" y="197883"/>
                    <a:pt x="72248" y="172311"/>
                  </a:cubicBezTo>
                  <a:cubicBezTo>
                    <a:pt x="183056" y="37637"/>
                    <a:pt x="232068" y="-4044"/>
                    <a:pt x="264798" y="303"/>
                  </a:cubicBezTo>
                  <a:cubicBezTo>
                    <a:pt x="299831" y="4906"/>
                    <a:pt x="319180" y="41046"/>
                    <a:pt x="321566" y="210242"/>
                  </a:cubicBezTo>
                  <a:cubicBezTo>
                    <a:pt x="302047" y="204190"/>
                    <a:pt x="280482" y="197968"/>
                    <a:pt x="257553" y="192257"/>
                  </a:cubicBezTo>
                  <a:cubicBezTo>
                    <a:pt x="255678" y="167709"/>
                    <a:pt x="251075" y="130545"/>
                    <a:pt x="249030" y="117760"/>
                  </a:cubicBezTo>
                  <a:cubicBezTo>
                    <a:pt x="247069" y="103269"/>
                    <a:pt x="244256" y="97814"/>
                    <a:pt x="238375" y="97047"/>
                  </a:cubicBezTo>
                  <a:cubicBezTo>
                    <a:pt x="232494" y="96280"/>
                    <a:pt x="215702" y="111623"/>
                    <a:pt x="201126" y="126539"/>
                  </a:cubicBezTo>
                  <a:cubicBezTo>
                    <a:pt x="194478" y="133358"/>
                    <a:pt x="175555" y="152110"/>
                    <a:pt x="155013" y="173164"/>
                  </a:cubicBezTo>
                  <a:cubicBezTo>
                    <a:pt x="137966" y="172056"/>
                    <a:pt x="126118" y="175636"/>
                    <a:pt x="119725" y="184074"/>
                  </a:cubicBezTo>
                  <a:cubicBezTo>
                    <a:pt x="114415" y="192343"/>
                    <a:pt x="113247" y="202612"/>
                    <a:pt x="116571" y="211861"/>
                  </a:cubicBezTo>
                  <a:lnTo>
                    <a:pt x="89722" y="238796"/>
                  </a:lnTo>
                  <a:cubicBezTo>
                    <a:pt x="66623" y="261725"/>
                    <a:pt x="42330" y="280733"/>
                    <a:pt x="41052" y="289939"/>
                  </a:cubicBezTo>
                  <a:cubicBezTo>
                    <a:pt x="40114" y="297525"/>
                    <a:pt x="51706" y="305452"/>
                    <a:pt x="68327" y="315510"/>
                  </a:cubicBezTo>
                  <a:cubicBezTo>
                    <a:pt x="109156" y="339632"/>
                    <a:pt x="208627" y="393928"/>
                    <a:pt x="244171" y="412509"/>
                  </a:cubicBezTo>
                  <a:close/>
                  <a:moveTo>
                    <a:pt x="399047" y="243655"/>
                  </a:moveTo>
                  <a:cubicBezTo>
                    <a:pt x="360179" y="230102"/>
                    <a:pt x="263861" y="194217"/>
                    <a:pt x="162344" y="180835"/>
                  </a:cubicBezTo>
                  <a:cubicBezTo>
                    <a:pt x="127397" y="176232"/>
                    <a:pt x="113333" y="188677"/>
                    <a:pt x="127737" y="221919"/>
                  </a:cubicBezTo>
                  <a:cubicBezTo>
                    <a:pt x="142143" y="255162"/>
                    <a:pt x="178880" y="309884"/>
                    <a:pt x="217236" y="351139"/>
                  </a:cubicBezTo>
                  <a:cubicBezTo>
                    <a:pt x="255593" y="392393"/>
                    <a:pt x="297529" y="403560"/>
                    <a:pt x="310997" y="339973"/>
                  </a:cubicBezTo>
                  <a:cubicBezTo>
                    <a:pt x="311508" y="337671"/>
                    <a:pt x="311935" y="335370"/>
                    <a:pt x="312446" y="333154"/>
                  </a:cubicBezTo>
                  <a:cubicBezTo>
                    <a:pt x="315600" y="316788"/>
                    <a:pt x="317986" y="300934"/>
                    <a:pt x="319265" y="287041"/>
                  </a:cubicBezTo>
                  <a:cubicBezTo>
                    <a:pt x="302218" y="279284"/>
                    <a:pt x="283039" y="271016"/>
                    <a:pt x="263861" y="262918"/>
                  </a:cubicBezTo>
                  <a:cubicBezTo>
                    <a:pt x="264884" y="277579"/>
                    <a:pt x="266588" y="302724"/>
                    <a:pt x="267526" y="322158"/>
                  </a:cubicBezTo>
                  <a:cubicBezTo>
                    <a:pt x="267526" y="324630"/>
                    <a:pt x="267526" y="327017"/>
                    <a:pt x="267526" y="329318"/>
                  </a:cubicBezTo>
                  <a:cubicBezTo>
                    <a:pt x="268719" y="360771"/>
                    <a:pt x="257980" y="360600"/>
                    <a:pt x="240165" y="347815"/>
                  </a:cubicBezTo>
                  <a:cubicBezTo>
                    <a:pt x="219282" y="332983"/>
                    <a:pt x="155610" y="248769"/>
                    <a:pt x="148280" y="211435"/>
                  </a:cubicBezTo>
                  <a:cubicBezTo>
                    <a:pt x="148280" y="208963"/>
                    <a:pt x="149132" y="208878"/>
                    <a:pt x="150411" y="209304"/>
                  </a:cubicBezTo>
                  <a:lnTo>
                    <a:pt x="151945" y="209901"/>
                  </a:lnTo>
                  <a:lnTo>
                    <a:pt x="151945" y="209901"/>
                  </a:lnTo>
                  <a:cubicBezTo>
                    <a:pt x="166350" y="215527"/>
                    <a:pt x="214253" y="234449"/>
                    <a:pt x="262753" y="254906"/>
                  </a:cubicBezTo>
                  <a:cubicBezTo>
                    <a:pt x="282187" y="263430"/>
                    <a:pt x="301706" y="271954"/>
                    <a:pt x="319265" y="279454"/>
                  </a:cubicBezTo>
                  <a:cubicBezTo>
                    <a:pt x="336824" y="286955"/>
                    <a:pt x="351825" y="294541"/>
                    <a:pt x="363332" y="300678"/>
                  </a:cubicBezTo>
                  <a:cubicBezTo>
                    <a:pt x="384386" y="311930"/>
                    <a:pt x="392483" y="319601"/>
                    <a:pt x="383704" y="328551"/>
                  </a:cubicBezTo>
                  <a:cubicBezTo>
                    <a:pt x="339892" y="373045"/>
                    <a:pt x="187062" y="436205"/>
                    <a:pt x="134301" y="514368"/>
                  </a:cubicBezTo>
                  <a:lnTo>
                    <a:pt x="133789" y="515135"/>
                  </a:lnTo>
                  <a:cubicBezTo>
                    <a:pt x="133150" y="516030"/>
                    <a:pt x="132579" y="516970"/>
                    <a:pt x="132085" y="517948"/>
                  </a:cubicBezTo>
                  <a:lnTo>
                    <a:pt x="131573" y="518800"/>
                  </a:lnTo>
                  <a:cubicBezTo>
                    <a:pt x="127669" y="526009"/>
                    <a:pt x="125104" y="533863"/>
                    <a:pt x="123987" y="541985"/>
                  </a:cubicBezTo>
                  <a:cubicBezTo>
                    <a:pt x="121771" y="559032"/>
                    <a:pt x="130636" y="574715"/>
                    <a:pt x="155099" y="581279"/>
                  </a:cubicBezTo>
                  <a:cubicBezTo>
                    <a:pt x="161918" y="583252"/>
                    <a:pt x="168907" y="584565"/>
                    <a:pt x="175982" y="585200"/>
                  </a:cubicBezTo>
                  <a:lnTo>
                    <a:pt x="180243" y="585200"/>
                  </a:lnTo>
                  <a:cubicBezTo>
                    <a:pt x="227379" y="587501"/>
                    <a:pt x="349694" y="560651"/>
                    <a:pt x="386943" y="544115"/>
                  </a:cubicBezTo>
                  <a:cubicBezTo>
                    <a:pt x="424192" y="527579"/>
                    <a:pt x="413878" y="510021"/>
                    <a:pt x="402712" y="501497"/>
                  </a:cubicBezTo>
                  <a:cubicBezTo>
                    <a:pt x="394188" y="494848"/>
                    <a:pt x="351570" y="470982"/>
                    <a:pt x="330772" y="459475"/>
                  </a:cubicBezTo>
                  <a:lnTo>
                    <a:pt x="315429" y="469363"/>
                  </a:lnTo>
                  <a:cubicBezTo>
                    <a:pt x="335341" y="481106"/>
                    <a:pt x="354553" y="493999"/>
                    <a:pt x="372964" y="507975"/>
                  </a:cubicBezTo>
                  <a:cubicBezTo>
                    <a:pt x="376118" y="510447"/>
                    <a:pt x="374413" y="513430"/>
                    <a:pt x="369725" y="513771"/>
                  </a:cubicBezTo>
                  <a:lnTo>
                    <a:pt x="365975" y="513771"/>
                  </a:lnTo>
                  <a:cubicBezTo>
                    <a:pt x="332391" y="516072"/>
                    <a:pt x="268805" y="520505"/>
                    <a:pt x="238972" y="522295"/>
                  </a:cubicBezTo>
                  <a:lnTo>
                    <a:pt x="226868" y="522891"/>
                  </a:lnTo>
                  <a:cubicBezTo>
                    <a:pt x="233150" y="517123"/>
                    <a:pt x="239790" y="511742"/>
                    <a:pt x="246728" y="506782"/>
                  </a:cubicBezTo>
                  <a:cubicBezTo>
                    <a:pt x="310486" y="461947"/>
                    <a:pt x="417202" y="398872"/>
                    <a:pt x="448314" y="371681"/>
                  </a:cubicBezTo>
                  <a:cubicBezTo>
                    <a:pt x="471668" y="352162"/>
                    <a:pt x="534659" y="290961"/>
                    <a:pt x="399047" y="243655"/>
                  </a:cubicBezTo>
                  <a:close/>
                </a:path>
              </a:pathLst>
            </a:custGeom>
            <a:solidFill>
              <a:schemeClr val="accent4"/>
            </a:solidFill>
            <a:ln w="8515" cap="flat">
              <a:noFill/>
              <a:prstDash val="solid"/>
              <a:miter/>
            </a:ln>
          </p:spPr>
          <p:txBody>
            <a:bodyPr rtlCol="0" anchor="ctr"/>
            <a:lstStyle/>
            <a:p>
              <a:endParaRPr lang="en-US"/>
            </a:p>
          </p:txBody>
        </p:sp>
      </p:grpSp>
      <p:sp>
        <p:nvSpPr>
          <p:cNvPr id="2" name="Title 1">
            <a:extLst>
              <a:ext uri="{FF2B5EF4-FFF2-40B4-BE49-F238E27FC236}">
                <a16:creationId xmlns:a16="http://schemas.microsoft.com/office/drawing/2014/main" id="{49CDCC3B-CA12-4A4B-B5F5-D2062F3C58EC}"/>
              </a:ext>
            </a:extLst>
          </p:cNvPr>
          <p:cNvSpPr>
            <a:spLocks noGrp="1"/>
          </p:cNvSpPr>
          <p:nvPr>
            <p:ph type="title" hasCustomPrompt="1"/>
          </p:nvPr>
        </p:nvSpPr>
        <p:spPr>
          <a:xfrm>
            <a:off x="7924801" y="1793322"/>
            <a:ext cx="3657600" cy="2649130"/>
          </a:xfrm>
        </p:spPr>
        <p:txBody>
          <a:bodyPr anchor="b" anchorCtr="0">
            <a:normAutofit/>
          </a:bodyPr>
          <a:lstStyle>
            <a:lvl1pPr>
              <a:lnSpc>
                <a:spcPct val="100000"/>
              </a:lnSpc>
              <a:defRPr sz="4000">
                <a:solidFill>
                  <a:schemeClr val="bg1"/>
                </a:solidFill>
              </a:defRPr>
            </a:lvl1pPr>
          </a:lstStyle>
          <a:p>
            <a:r>
              <a:rPr lang="en-US" dirty="0"/>
              <a:t>Click to enter </a:t>
            </a:r>
            <a:br>
              <a:rPr lang="en-US" dirty="0"/>
            </a:br>
            <a:r>
              <a:rPr lang="en-US" dirty="0"/>
              <a:t>title here</a:t>
            </a:r>
          </a:p>
        </p:txBody>
      </p:sp>
      <p:sp>
        <p:nvSpPr>
          <p:cNvPr id="10" name="Text Placeholder 9">
            <a:extLst>
              <a:ext uri="{FF2B5EF4-FFF2-40B4-BE49-F238E27FC236}">
                <a16:creationId xmlns:a16="http://schemas.microsoft.com/office/drawing/2014/main" id="{632E5583-912E-4EA8-8EDC-7B6B86E76274}"/>
              </a:ext>
            </a:extLst>
          </p:cNvPr>
          <p:cNvSpPr>
            <a:spLocks noGrp="1"/>
          </p:cNvSpPr>
          <p:nvPr>
            <p:ph type="body" sz="quarter" idx="21" hasCustomPrompt="1"/>
          </p:nvPr>
        </p:nvSpPr>
        <p:spPr>
          <a:xfrm>
            <a:off x="7924801" y="4604040"/>
            <a:ext cx="3657600" cy="1232615"/>
          </a:xfrm>
          <a:prstGeom prst="rect">
            <a:avLst/>
          </a:prstGeom>
        </p:spPr>
        <p:txBody>
          <a:bodyPr lIns="0">
            <a:normAutofit/>
          </a:bodyPr>
          <a:lstStyle>
            <a:lvl1pPr marL="0" indent="0">
              <a:lnSpc>
                <a:spcPct val="100000"/>
              </a:lnSpc>
              <a:buNone/>
              <a:defRPr sz="2400">
                <a:solidFill>
                  <a:schemeClr val="bg1"/>
                </a:solidFill>
              </a:defRPr>
            </a:lvl1pPr>
          </a:lstStyle>
          <a:p>
            <a:pPr lvl="0"/>
            <a:r>
              <a:rPr lang="en-US" dirty="0"/>
              <a:t>Click to add subtitle / presenters</a:t>
            </a:r>
          </a:p>
        </p:txBody>
      </p:sp>
      <p:sp>
        <p:nvSpPr>
          <p:cNvPr id="16" name="Freeform: Shape 15">
            <a:extLst>
              <a:ext uri="{FF2B5EF4-FFF2-40B4-BE49-F238E27FC236}">
                <a16:creationId xmlns:a16="http://schemas.microsoft.com/office/drawing/2014/main" id="{E75B7FBB-299C-44B5-9400-EB5D056A8E38}"/>
              </a:ext>
            </a:extLst>
          </p:cNvPr>
          <p:cNvSpPr/>
          <p:nvPr userDrawn="1"/>
        </p:nvSpPr>
        <p:spPr>
          <a:xfrm>
            <a:off x="-2087955" y="1"/>
            <a:ext cx="2064161" cy="6858000"/>
          </a:xfrm>
          <a:custGeom>
            <a:avLst/>
            <a:gdLst>
              <a:gd name="connsiteX0" fmla="*/ 0 w 2064161"/>
              <a:gd name="connsiteY0" fmla="*/ 0 h 6858000"/>
              <a:gd name="connsiteX1" fmla="*/ 2002971 w 2064161"/>
              <a:gd name="connsiteY1" fmla="*/ 0 h 6858000"/>
              <a:gd name="connsiteX2" fmla="*/ 2002971 w 2064161"/>
              <a:gd name="connsiteY2" fmla="*/ 6447122 h 6858000"/>
              <a:gd name="connsiteX3" fmla="*/ 2064161 w 2064161"/>
              <a:gd name="connsiteY3" fmla="*/ 6538118 h 6858000"/>
              <a:gd name="connsiteX4" fmla="*/ 2002971 w 2064161"/>
              <a:gd name="connsiteY4" fmla="*/ 6629114 h 6858000"/>
              <a:gd name="connsiteX5" fmla="*/ 2002971 w 2064161"/>
              <a:gd name="connsiteY5" fmla="*/ 6858000 h 6858000"/>
              <a:gd name="connsiteX6" fmla="*/ 0 w 206416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64161" h="6858000">
                <a:moveTo>
                  <a:pt x="0" y="0"/>
                </a:moveTo>
                <a:lnTo>
                  <a:pt x="2002971" y="0"/>
                </a:lnTo>
                <a:lnTo>
                  <a:pt x="2002971" y="6447122"/>
                </a:lnTo>
                <a:lnTo>
                  <a:pt x="2064161" y="6538118"/>
                </a:lnTo>
                <a:lnTo>
                  <a:pt x="2002971" y="6629114"/>
                </a:lnTo>
                <a:lnTo>
                  <a:pt x="2002971"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rIns="144000" bIns="216000" rtlCol="0" anchor="b" anchorCtr="0">
            <a:noAutofit/>
          </a:bodyPr>
          <a:lstStyle/>
          <a:p>
            <a:pPr>
              <a:lnSpc>
                <a:spcPct val="100000"/>
              </a:lnSpc>
              <a:spcAft>
                <a:spcPts val="600"/>
              </a:spcAft>
            </a:pPr>
            <a:r>
              <a:rPr lang="en-GB" sz="1400">
                <a:solidFill>
                  <a:schemeClr val="tx1"/>
                </a:solidFill>
              </a:rPr>
              <a:t>Please ensure you have added the correct confidentiality statement. </a:t>
            </a:r>
          </a:p>
          <a:p>
            <a:pPr>
              <a:lnSpc>
                <a:spcPct val="100000"/>
              </a:lnSpc>
              <a:spcAft>
                <a:spcPts val="600"/>
              </a:spcAft>
            </a:pPr>
            <a:r>
              <a:rPr lang="en-GB" sz="1400">
                <a:solidFill>
                  <a:schemeClr val="tx1"/>
                </a:solidFill>
              </a:rPr>
              <a:t>Type the correct statement: </a:t>
            </a:r>
            <a:br>
              <a:rPr lang="en-GB" sz="1400">
                <a:solidFill>
                  <a:schemeClr val="accent1"/>
                </a:solidFill>
              </a:rPr>
            </a:br>
            <a:r>
              <a:rPr lang="en-GB" sz="1400">
                <a:solidFill>
                  <a:schemeClr val="accent1"/>
                </a:solidFill>
              </a:rPr>
              <a:t>‘</a:t>
            </a:r>
            <a:r>
              <a:rPr lang="en-GB" sz="1400" b="1" i="1">
                <a:solidFill>
                  <a:schemeClr val="accent1"/>
                </a:solidFill>
              </a:rPr>
              <a:t>Company Restricted’ </a:t>
            </a:r>
            <a:r>
              <a:rPr lang="en-GB" sz="1400" b="0">
                <a:solidFill>
                  <a:schemeClr val="tx1"/>
                </a:solidFill>
              </a:rPr>
              <a:t>or</a:t>
            </a:r>
            <a:r>
              <a:rPr lang="en-GB" sz="1400" b="1">
                <a:solidFill>
                  <a:schemeClr val="accent1"/>
                </a:solidFill>
              </a:rPr>
              <a:t> ‘</a:t>
            </a:r>
            <a:r>
              <a:rPr lang="en-GB" sz="1400" b="1" i="1">
                <a:solidFill>
                  <a:schemeClr val="accent1"/>
                </a:solidFill>
              </a:rPr>
              <a:t>Strictly Confidential’ </a:t>
            </a:r>
            <a:r>
              <a:rPr lang="en-GB" sz="1400" b="0" i="1">
                <a:solidFill>
                  <a:schemeClr val="tx1"/>
                </a:solidFill>
              </a:rPr>
              <a:t>.</a:t>
            </a:r>
            <a:r>
              <a:rPr lang="en-GB" sz="1400" b="1" i="1">
                <a:solidFill>
                  <a:schemeClr val="accent1"/>
                </a:solidFill>
              </a:rPr>
              <a:t> </a:t>
            </a:r>
            <a:r>
              <a:rPr lang="en-GB" sz="1400" b="0" i="0">
                <a:solidFill>
                  <a:schemeClr val="tx1"/>
                </a:solidFill>
              </a:rPr>
              <a:t>No statement is needed </a:t>
            </a:r>
            <a:br>
              <a:rPr lang="en-GB" sz="1400" b="0" i="0">
                <a:solidFill>
                  <a:schemeClr val="tx1"/>
                </a:solidFill>
              </a:rPr>
            </a:br>
            <a:r>
              <a:rPr lang="en-GB" sz="1400" b="0" i="0">
                <a:solidFill>
                  <a:schemeClr val="tx1"/>
                </a:solidFill>
              </a:rPr>
              <a:t>for public information. </a:t>
            </a:r>
            <a:endParaRPr lang="en-GB" sz="1400" b="0">
              <a:solidFill>
                <a:schemeClr val="tx1"/>
              </a:solidFill>
            </a:endParaRPr>
          </a:p>
        </p:txBody>
      </p:sp>
      <p:sp>
        <p:nvSpPr>
          <p:cNvPr id="17" name="Oval 16">
            <a:extLst>
              <a:ext uri="{FF2B5EF4-FFF2-40B4-BE49-F238E27FC236}">
                <a16:creationId xmlns:a16="http://schemas.microsoft.com/office/drawing/2014/main" id="{7ED5B82E-36BE-4555-8CA2-58A989EDD594}"/>
              </a:ext>
            </a:extLst>
          </p:cNvPr>
          <p:cNvSpPr/>
          <p:nvPr userDrawn="1"/>
        </p:nvSpPr>
        <p:spPr>
          <a:xfrm>
            <a:off x="-1944694" y="3878333"/>
            <a:ext cx="419968" cy="41996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Aft>
                <a:spcPts val="600"/>
              </a:spcAft>
            </a:pPr>
            <a:r>
              <a:rPr lang="en-US" sz="2400" b="1">
                <a:solidFill>
                  <a:schemeClr val="bg1"/>
                </a:solidFill>
                <a:latin typeface="+mn-lt"/>
              </a:rPr>
              <a:t>!</a:t>
            </a:r>
          </a:p>
        </p:txBody>
      </p:sp>
      <p:sp>
        <p:nvSpPr>
          <p:cNvPr id="8" name="Rectangle 7">
            <a:extLst>
              <a:ext uri="{FF2B5EF4-FFF2-40B4-BE49-F238E27FC236}">
                <a16:creationId xmlns:a16="http://schemas.microsoft.com/office/drawing/2014/main" id="{83E147DF-959C-A99D-F9A7-CBCDA8343CC6}"/>
              </a:ext>
            </a:extLst>
          </p:cNvPr>
          <p:cNvSpPr/>
          <p:nvPr userDrawn="1"/>
        </p:nvSpPr>
        <p:spPr>
          <a:xfrm>
            <a:off x="6705600" y="0"/>
            <a:ext cx="6096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dirty="0" err="1"/>
          </a:p>
        </p:txBody>
      </p:sp>
    </p:spTree>
    <p:custDataLst>
      <p:tags r:id="rId1"/>
    </p:custDataLst>
    <p:extLst>
      <p:ext uri="{BB962C8B-B14F-4D97-AF65-F5344CB8AC3E}">
        <p14:creationId xmlns:p14="http://schemas.microsoft.com/office/powerpoint/2010/main" val="4289368211"/>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Alternative 2">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9E6A1CD-3FD6-4AD3-876A-75F060E88A2E}"/>
              </a:ext>
            </a:extLst>
          </p:cNvPr>
          <p:cNvSpPr>
            <a:spLocks noGrp="1"/>
          </p:cNvSpPr>
          <p:nvPr>
            <p:ph type="dt" sz="half" idx="26"/>
          </p:nvPr>
        </p:nvSpPr>
        <p:spPr>
          <a:xfrm>
            <a:off x="1219200" y="5989064"/>
            <a:ext cx="3048000" cy="207749"/>
          </a:xfrm>
        </p:spPr>
        <p:txBody>
          <a:bodyPr wrap="square" lIns="0" bIns="0">
            <a:spAutoFit/>
          </a:bodyPr>
          <a:lstStyle>
            <a:lvl1pPr algn="l">
              <a:lnSpc>
                <a:spcPct val="100000"/>
              </a:lnSpc>
              <a:defRPr/>
            </a:lvl1pPr>
          </a:lstStyle>
          <a:p>
            <a:endParaRPr lang="en-GB" dirty="0"/>
          </a:p>
        </p:txBody>
      </p:sp>
      <p:sp>
        <p:nvSpPr>
          <p:cNvPr id="8" name="Text Placeholder 7">
            <a:extLst>
              <a:ext uri="{FF2B5EF4-FFF2-40B4-BE49-F238E27FC236}">
                <a16:creationId xmlns:a16="http://schemas.microsoft.com/office/drawing/2014/main" id="{7468ED59-10F2-418A-8E8D-5A205AB6BDFD}"/>
              </a:ext>
            </a:extLst>
          </p:cNvPr>
          <p:cNvSpPr>
            <a:spLocks noGrp="1"/>
          </p:cNvSpPr>
          <p:nvPr>
            <p:ph type="body" sz="quarter" idx="27" hasCustomPrompt="1"/>
          </p:nvPr>
        </p:nvSpPr>
        <p:spPr>
          <a:xfrm>
            <a:off x="1219201" y="6349213"/>
            <a:ext cx="3048000" cy="161583"/>
          </a:xfrm>
        </p:spPr>
        <p:txBody>
          <a:bodyPr wrap="square" lIns="0" tIns="0" rIns="0" bIns="0" anchor="t" anchorCtr="0">
            <a:spAutoFit/>
          </a:bodyPr>
          <a:lstStyle>
            <a:lvl1pPr marL="0" indent="0">
              <a:lnSpc>
                <a:spcPct val="100000"/>
              </a:lnSpc>
              <a:buNone/>
              <a:defRPr sz="1050"/>
            </a:lvl1pPr>
            <a:lvl2pPr marL="432000" indent="0">
              <a:buNone/>
              <a:defRPr sz="1050"/>
            </a:lvl2pPr>
            <a:lvl3pPr marL="684000" indent="0">
              <a:buNone/>
              <a:defRPr sz="1050"/>
            </a:lvl3pPr>
            <a:lvl4pPr marL="828000" indent="0">
              <a:buNone/>
              <a:defRPr sz="1050"/>
            </a:lvl4pPr>
            <a:lvl5pPr marL="959400" indent="0">
              <a:buNone/>
              <a:defRPr sz="1050"/>
            </a:lvl5pPr>
          </a:lstStyle>
          <a:p>
            <a:pPr lvl="0"/>
            <a:r>
              <a:rPr lang="en-US" dirty="0"/>
              <a:t>Click to add confidentiality statement here</a:t>
            </a:r>
          </a:p>
        </p:txBody>
      </p:sp>
      <p:sp>
        <p:nvSpPr>
          <p:cNvPr id="9" name="Picture Placeholder 12">
            <a:extLst>
              <a:ext uri="{FF2B5EF4-FFF2-40B4-BE49-F238E27FC236}">
                <a16:creationId xmlns:a16="http://schemas.microsoft.com/office/drawing/2014/main" id="{6BEE9BC2-1793-BC12-7E5A-32F97B371BEC}"/>
              </a:ext>
            </a:extLst>
          </p:cNvPr>
          <p:cNvSpPr>
            <a:spLocks noGrp="1"/>
          </p:cNvSpPr>
          <p:nvPr>
            <p:ph type="pic" sz="quarter" idx="28" hasCustomPrompt="1"/>
          </p:nvPr>
        </p:nvSpPr>
        <p:spPr>
          <a:xfrm>
            <a:off x="4876800" y="0"/>
            <a:ext cx="1828800" cy="6858000"/>
          </a:xfrm>
          <a:prstGeom prst="rect">
            <a:avLst/>
          </a:prstGeom>
          <a:solidFill>
            <a:schemeClr val="bg2"/>
          </a:solidFill>
        </p:spPr>
        <p:txBody>
          <a:bodyPr wrap="square" tIns="72000" bIns="1080000" anchor="ctr">
            <a:noAutofit/>
          </a:bodyPr>
          <a:lstStyle>
            <a:lvl1pPr marL="0" indent="0" algn="ctr">
              <a:lnSpc>
                <a:spcPct val="100000"/>
              </a:lnSpc>
              <a:spcBef>
                <a:spcPts val="0"/>
              </a:spcBef>
              <a:spcAft>
                <a:spcPts val="0"/>
              </a:spcAft>
              <a:buNone/>
              <a:defRPr sz="1600" b="1">
                <a:solidFill>
                  <a:schemeClr val="tx1"/>
                </a:solidFill>
              </a:defRPr>
            </a:lvl1pPr>
          </a:lstStyle>
          <a:p>
            <a:r>
              <a:rPr lang="en-US" dirty="0"/>
              <a:t> </a:t>
            </a:r>
          </a:p>
        </p:txBody>
      </p:sp>
      <p:sp>
        <p:nvSpPr>
          <p:cNvPr id="2" name="Title 1">
            <a:extLst>
              <a:ext uri="{FF2B5EF4-FFF2-40B4-BE49-F238E27FC236}">
                <a16:creationId xmlns:a16="http://schemas.microsoft.com/office/drawing/2014/main" id="{49CDCC3B-CA12-4A4B-B5F5-D2062F3C58EC}"/>
              </a:ext>
            </a:extLst>
          </p:cNvPr>
          <p:cNvSpPr>
            <a:spLocks noGrp="1"/>
          </p:cNvSpPr>
          <p:nvPr>
            <p:ph type="title" hasCustomPrompt="1"/>
          </p:nvPr>
        </p:nvSpPr>
        <p:spPr>
          <a:xfrm>
            <a:off x="1219201" y="1793325"/>
            <a:ext cx="3047999" cy="2649135"/>
          </a:xfrm>
        </p:spPr>
        <p:txBody>
          <a:bodyPr anchor="b" anchorCtr="0">
            <a:normAutofit/>
          </a:bodyPr>
          <a:lstStyle>
            <a:lvl1pPr>
              <a:lnSpc>
                <a:spcPct val="100000"/>
              </a:lnSpc>
              <a:defRPr sz="4000">
                <a:solidFill>
                  <a:schemeClr val="accent1"/>
                </a:solidFill>
              </a:defRPr>
            </a:lvl1pPr>
          </a:lstStyle>
          <a:p>
            <a:r>
              <a:rPr lang="en-US" dirty="0"/>
              <a:t>Click to enter title here</a:t>
            </a:r>
          </a:p>
        </p:txBody>
      </p:sp>
      <p:sp>
        <p:nvSpPr>
          <p:cNvPr id="6" name="Picture Placeholder 12">
            <a:extLst>
              <a:ext uri="{FF2B5EF4-FFF2-40B4-BE49-F238E27FC236}">
                <a16:creationId xmlns:a16="http://schemas.microsoft.com/office/drawing/2014/main" id="{3506CBD9-0F78-454A-9842-87C2546180B8}"/>
              </a:ext>
            </a:extLst>
          </p:cNvPr>
          <p:cNvSpPr>
            <a:spLocks noGrp="1"/>
          </p:cNvSpPr>
          <p:nvPr>
            <p:ph type="pic" sz="quarter" idx="20" hasCustomPrompt="1"/>
          </p:nvPr>
        </p:nvSpPr>
        <p:spPr>
          <a:xfrm>
            <a:off x="6705600" y="0"/>
            <a:ext cx="5486400" cy="6858000"/>
          </a:xfrm>
          <a:prstGeom prst="rect">
            <a:avLst/>
          </a:prstGeom>
          <a:solidFill>
            <a:schemeClr val="bg2">
              <a:lumMod val="40000"/>
              <a:lumOff val="60000"/>
            </a:schemeClr>
          </a:solidFill>
        </p:spPr>
        <p:txBody>
          <a:bodyPr wrap="square" tIns="72000" bIns="1080000" anchor="ctr">
            <a:noAutofit/>
          </a:bodyPr>
          <a:lstStyle>
            <a:lvl1pPr marL="0" indent="0" algn="ctr">
              <a:lnSpc>
                <a:spcPct val="100000"/>
              </a:lnSpc>
              <a:spcBef>
                <a:spcPts val="0"/>
              </a:spcBef>
              <a:spcAft>
                <a:spcPts val="0"/>
              </a:spcAft>
              <a:buNone/>
              <a:defRPr sz="1600" b="1">
                <a:solidFill>
                  <a:schemeClr val="tx1"/>
                </a:solidFill>
              </a:defRPr>
            </a:lvl1pPr>
          </a:lstStyle>
          <a:p>
            <a:r>
              <a:rPr lang="en-US" dirty="0"/>
              <a:t>_______________________________</a:t>
            </a:r>
            <a:br>
              <a:rPr lang="en-US" dirty="0"/>
            </a:br>
            <a:br>
              <a:rPr lang="en-US" dirty="0"/>
            </a:br>
            <a:r>
              <a:rPr lang="en-US" dirty="0"/>
              <a:t>To add a brand image here:</a:t>
            </a:r>
            <a:br>
              <a:rPr lang="en-US" dirty="0"/>
            </a:br>
            <a:r>
              <a:rPr lang="en-US" dirty="0"/>
              <a:t>Select this placeholder and click </a:t>
            </a:r>
            <a:br>
              <a:rPr lang="en-US" dirty="0"/>
            </a:br>
            <a:r>
              <a:rPr lang="en-US" dirty="0"/>
              <a:t>Brand Pictures in </a:t>
            </a:r>
            <a:r>
              <a:rPr lang="en-US" dirty="0" err="1"/>
              <a:t>BrandIn</a:t>
            </a:r>
            <a:r>
              <a:rPr lang="en-US" dirty="0"/>
              <a:t>.</a:t>
            </a:r>
            <a:br>
              <a:rPr lang="en-US" dirty="0"/>
            </a:br>
            <a:br>
              <a:rPr lang="en-US" dirty="0"/>
            </a:br>
            <a:r>
              <a:rPr lang="en-US" dirty="0"/>
              <a:t>Clicking the icon will insert an </a:t>
            </a:r>
            <a:br>
              <a:rPr lang="en-US" dirty="0"/>
            </a:br>
            <a:r>
              <a:rPr lang="en-US" dirty="0"/>
              <a:t>image from your own files.</a:t>
            </a:r>
            <a:br>
              <a:rPr lang="en-US" dirty="0"/>
            </a:br>
            <a:br>
              <a:rPr lang="en-US" dirty="0"/>
            </a:br>
            <a:br>
              <a:rPr lang="en-US" dirty="0"/>
            </a:br>
            <a:br>
              <a:rPr lang="en-US" dirty="0"/>
            </a:br>
            <a:r>
              <a:rPr lang="en-US" dirty="0"/>
              <a:t>The image can then be scaled within </a:t>
            </a:r>
            <a:br>
              <a:rPr lang="en-US" dirty="0"/>
            </a:br>
            <a:r>
              <a:rPr lang="en-US" dirty="0"/>
              <a:t>the frame by using the Crop feature in </a:t>
            </a:r>
            <a:br>
              <a:rPr lang="en-US" dirty="0"/>
            </a:br>
            <a:r>
              <a:rPr lang="en-US" dirty="0"/>
              <a:t>the Picture Format tab of the ribbon.</a:t>
            </a:r>
            <a:br>
              <a:rPr lang="en-US" dirty="0"/>
            </a:br>
            <a:r>
              <a:rPr lang="en-US" dirty="0"/>
              <a:t>_______________________________</a:t>
            </a:r>
          </a:p>
        </p:txBody>
      </p:sp>
      <p:pic>
        <p:nvPicPr>
          <p:cNvPr id="7" name="Picture 2" descr="Image result for ASTRAZENECA LOGO">
            <a:extLst>
              <a:ext uri="{FF2B5EF4-FFF2-40B4-BE49-F238E27FC236}">
                <a16:creationId xmlns:a16="http://schemas.microsoft.com/office/drawing/2014/main" id="{1ED72C3C-E918-420F-9374-6F1CBE3946F7}"/>
              </a:ext>
            </a:extLst>
          </p:cNvPr>
          <p:cNvPicPr>
            <a:picLocks noChangeAspect="1" noChangeArrowheads="1"/>
          </p:cNvPicPr>
          <p:nvPr userDrawn="1">
            <p:custDataLst>
              <p:tags r:id="rId2"/>
            </p:custDataLst>
          </p:nvPr>
        </p:nvPicPr>
        <p:blipFill>
          <a:blip r:embed="rId4">
            <a:extLst>
              <a:ext uri="{28A0092B-C50C-407E-A947-70E740481C1C}">
                <a14:useLocalDpi xmlns:a14="http://schemas.microsoft.com/office/drawing/2010/main" val="0"/>
              </a:ext>
            </a:extLst>
          </a:blip>
          <a:srcRect/>
          <a:stretch>
            <a:fillRect/>
          </a:stretch>
        </p:blipFill>
        <p:spPr bwMode="auto">
          <a:xfrm>
            <a:off x="1219200" y="401638"/>
            <a:ext cx="2438400" cy="660740"/>
          </a:xfrm>
          <a:prstGeom prst="rect">
            <a:avLst/>
          </a:prstGeom>
          <a:noFill/>
          <a:extLst>
            <a:ext uri="{909E8E84-426E-40DD-AFC4-6F175D3DCCD1}">
              <a14:hiddenFill xmlns:a14="http://schemas.microsoft.com/office/drawing/2010/main">
                <a:solidFill>
                  <a:srgbClr val="FFFFFF"/>
                </a:solidFill>
              </a14:hiddenFill>
            </a:ext>
          </a:extLst>
        </p:spPr>
      </p:pic>
      <p:sp>
        <p:nvSpPr>
          <p:cNvPr id="10" name="Text Placeholder 9">
            <a:extLst>
              <a:ext uri="{FF2B5EF4-FFF2-40B4-BE49-F238E27FC236}">
                <a16:creationId xmlns:a16="http://schemas.microsoft.com/office/drawing/2014/main" id="{632E5583-912E-4EA8-8EDC-7B6B86E76274}"/>
              </a:ext>
            </a:extLst>
          </p:cNvPr>
          <p:cNvSpPr>
            <a:spLocks noGrp="1"/>
          </p:cNvSpPr>
          <p:nvPr>
            <p:ph type="body" sz="quarter" idx="21" hasCustomPrompt="1"/>
          </p:nvPr>
        </p:nvSpPr>
        <p:spPr>
          <a:xfrm>
            <a:off x="1219201" y="4594860"/>
            <a:ext cx="3048000" cy="1241804"/>
          </a:xfrm>
          <a:prstGeom prst="rect">
            <a:avLst/>
          </a:prstGeom>
        </p:spPr>
        <p:txBody>
          <a:bodyPr lIns="0" tIns="0" rIns="0" bIns="0">
            <a:normAutofit/>
          </a:bodyPr>
          <a:lstStyle>
            <a:lvl1pPr marL="0" indent="0">
              <a:lnSpc>
                <a:spcPct val="100000"/>
              </a:lnSpc>
              <a:buNone/>
              <a:defRPr sz="2400">
                <a:solidFill>
                  <a:schemeClr val="tx1"/>
                </a:solidFill>
              </a:defRPr>
            </a:lvl1pPr>
          </a:lstStyle>
          <a:p>
            <a:pPr lvl="0"/>
            <a:r>
              <a:rPr lang="en-US" dirty="0"/>
              <a:t>Click to add subtitle / presenters</a:t>
            </a:r>
          </a:p>
        </p:txBody>
      </p:sp>
      <p:sp>
        <p:nvSpPr>
          <p:cNvPr id="15" name="Freeform: Shape 14">
            <a:extLst>
              <a:ext uri="{FF2B5EF4-FFF2-40B4-BE49-F238E27FC236}">
                <a16:creationId xmlns:a16="http://schemas.microsoft.com/office/drawing/2014/main" id="{72260595-7C87-4D29-977E-EE25A0D9291A}"/>
              </a:ext>
            </a:extLst>
          </p:cNvPr>
          <p:cNvSpPr/>
          <p:nvPr userDrawn="1"/>
        </p:nvSpPr>
        <p:spPr>
          <a:xfrm>
            <a:off x="-2087955" y="1"/>
            <a:ext cx="2064161" cy="6858000"/>
          </a:xfrm>
          <a:custGeom>
            <a:avLst/>
            <a:gdLst>
              <a:gd name="connsiteX0" fmla="*/ 0 w 2064161"/>
              <a:gd name="connsiteY0" fmla="*/ 0 h 6858000"/>
              <a:gd name="connsiteX1" fmla="*/ 2002971 w 2064161"/>
              <a:gd name="connsiteY1" fmla="*/ 0 h 6858000"/>
              <a:gd name="connsiteX2" fmla="*/ 2002971 w 2064161"/>
              <a:gd name="connsiteY2" fmla="*/ 6447122 h 6858000"/>
              <a:gd name="connsiteX3" fmla="*/ 2064161 w 2064161"/>
              <a:gd name="connsiteY3" fmla="*/ 6538118 h 6858000"/>
              <a:gd name="connsiteX4" fmla="*/ 2002971 w 2064161"/>
              <a:gd name="connsiteY4" fmla="*/ 6629114 h 6858000"/>
              <a:gd name="connsiteX5" fmla="*/ 2002971 w 2064161"/>
              <a:gd name="connsiteY5" fmla="*/ 6858000 h 6858000"/>
              <a:gd name="connsiteX6" fmla="*/ 0 w 206416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64161" h="6858000">
                <a:moveTo>
                  <a:pt x="0" y="0"/>
                </a:moveTo>
                <a:lnTo>
                  <a:pt x="2002971" y="0"/>
                </a:lnTo>
                <a:lnTo>
                  <a:pt x="2002971" y="6447122"/>
                </a:lnTo>
                <a:lnTo>
                  <a:pt x="2064161" y="6538118"/>
                </a:lnTo>
                <a:lnTo>
                  <a:pt x="2002971" y="6629114"/>
                </a:lnTo>
                <a:lnTo>
                  <a:pt x="2002971"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rIns="144000" bIns="216000" rtlCol="0" anchor="b" anchorCtr="0">
            <a:noAutofit/>
          </a:bodyPr>
          <a:lstStyle/>
          <a:p>
            <a:pPr>
              <a:lnSpc>
                <a:spcPct val="100000"/>
              </a:lnSpc>
              <a:spcAft>
                <a:spcPts val="600"/>
              </a:spcAft>
            </a:pPr>
            <a:r>
              <a:rPr lang="en-GB" sz="1400">
                <a:solidFill>
                  <a:schemeClr val="tx1"/>
                </a:solidFill>
              </a:rPr>
              <a:t>Please ensure you have added the correct confidentiality statement. </a:t>
            </a:r>
          </a:p>
          <a:p>
            <a:pPr>
              <a:lnSpc>
                <a:spcPct val="100000"/>
              </a:lnSpc>
              <a:spcAft>
                <a:spcPts val="600"/>
              </a:spcAft>
            </a:pPr>
            <a:r>
              <a:rPr lang="en-GB" sz="1400">
                <a:solidFill>
                  <a:schemeClr val="tx1"/>
                </a:solidFill>
              </a:rPr>
              <a:t>Type the correct statement: </a:t>
            </a:r>
            <a:br>
              <a:rPr lang="en-GB" sz="1400">
                <a:solidFill>
                  <a:schemeClr val="accent1"/>
                </a:solidFill>
              </a:rPr>
            </a:br>
            <a:r>
              <a:rPr lang="en-GB" sz="1400">
                <a:solidFill>
                  <a:schemeClr val="accent1"/>
                </a:solidFill>
              </a:rPr>
              <a:t>‘</a:t>
            </a:r>
            <a:r>
              <a:rPr lang="en-GB" sz="1400" b="1" i="1">
                <a:solidFill>
                  <a:schemeClr val="accent1"/>
                </a:solidFill>
              </a:rPr>
              <a:t>Company Restricted’ </a:t>
            </a:r>
            <a:r>
              <a:rPr lang="en-GB" sz="1400" b="0">
                <a:solidFill>
                  <a:schemeClr val="tx1"/>
                </a:solidFill>
              </a:rPr>
              <a:t>or</a:t>
            </a:r>
            <a:r>
              <a:rPr lang="en-GB" sz="1400" b="1">
                <a:solidFill>
                  <a:schemeClr val="accent1"/>
                </a:solidFill>
              </a:rPr>
              <a:t> ‘</a:t>
            </a:r>
            <a:r>
              <a:rPr lang="en-GB" sz="1400" b="1" i="1">
                <a:solidFill>
                  <a:schemeClr val="accent1"/>
                </a:solidFill>
              </a:rPr>
              <a:t>Strictly Confidential’ </a:t>
            </a:r>
            <a:r>
              <a:rPr lang="en-GB" sz="1400" b="0" i="1">
                <a:solidFill>
                  <a:schemeClr val="tx1"/>
                </a:solidFill>
              </a:rPr>
              <a:t>.</a:t>
            </a:r>
            <a:r>
              <a:rPr lang="en-GB" sz="1400" b="1" i="1">
                <a:solidFill>
                  <a:schemeClr val="accent1"/>
                </a:solidFill>
              </a:rPr>
              <a:t> </a:t>
            </a:r>
            <a:r>
              <a:rPr lang="en-GB" sz="1400" b="0" i="0">
                <a:solidFill>
                  <a:schemeClr val="tx1"/>
                </a:solidFill>
              </a:rPr>
              <a:t>No statement is needed </a:t>
            </a:r>
            <a:br>
              <a:rPr lang="en-GB" sz="1400" b="0" i="0">
                <a:solidFill>
                  <a:schemeClr val="tx1"/>
                </a:solidFill>
              </a:rPr>
            </a:br>
            <a:r>
              <a:rPr lang="en-GB" sz="1400" b="0" i="0">
                <a:solidFill>
                  <a:schemeClr val="tx1"/>
                </a:solidFill>
              </a:rPr>
              <a:t>for public information. </a:t>
            </a:r>
            <a:endParaRPr lang="en-GB" sz="1400" b="0">
              <a:solidFill>
                <a:schemeClr val="tx1"/>
              </a:solidFill>
            </a:endParaRPr>
          </a:p>
        </p:txBody>
      </p:sp>
      <p:sp>
        <p:nvSpPr>
          <p:cNvPr id="14" name="Oval 13">
            <a:extLst>
              <a:ext uri="{FF2B5EF4-FFF2-40B4-BE49-F238E27FC236}">
                <a16:creationId xmlns:a16="http://schemas.microsoft.com/office/drawing/2014/main" id="{E4809C05-E460-4D1A-BC84-C63C988F5D2D}"/>
              </a:ext>
            </a:extLst>
          </p:cNvPr>
          <p:cNvSpPr/>
          <p:nvPr userDrawn="1"/>
        </p:nvSpPr>
        <p:spPr>
          <a:xfrm>
            <a:off x="-1944694" y="3878333"/>
            <a:ext cx="419968" cy="41996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Aft>
                <a:spcPts val="600"/>
              </a:spcAft>
            </a:pPr>
            <a:r>
              <a:rPr lang="en-US" sz="2400" b="1">
                <a:solidFill>
                  <a:schemeClr val="bg1"/>
                </a:solidFill>
                <a:latin typeface="+mn-lt"/>
              </a:rPr>
              <a:t>!</a:t>
            </a:r>
          </a:p>
        </p:txBody>
      </p:sp>
      <p:sp>
        <p:nvSpPr>
          <p:cNvPr id="11" name="Rectangle 10">
            <a:extLst>
              <a:ext uri="{FF2B5EF4-FFF2-40B4-BE49-F238E27FC236}">
                <a16:creationId xmlns:a16="http://schemas.microsoft.com/office/drawing/2014/main" id="{E615AFDE-47EA-B9B3-CDD0-170ACBAE9885}"/>
              </a:ext>
            </a:extLst>
          </p:cNvPr>
          <p:cNvSpPr/>
          <p:nvPr userDrawn="1"/>
        </p:nvSpPr>
        <p:spPr>
          <a:xfrm>
            <a:off x="0" y="0"/>
            <a:ext cx="6096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dirty="0" err="1"/>
          </a:p>
        </p:txBody>
      </p:sp>
    </p:spTree>
    <p:custDataLst>
      <p:tags r:id="rId1"/>
    </p:custDataLst>
    <p:extLst>
      <p:ext uri="{BB962C8B-B14F-4D97-AF65-F5344CB8AC3E}">
        <p14:creationId xmlns:p14="http://schemas.microsoft.com/office/powerpoint/2010/main" val="2639548588"/>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Alternative">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D86DE4FB-795F-484C-AD8A-2137F4F32907}"/>
              </a:ext>
            </a:extLst>
          </p:cNvPr>
          <p:cNvSpPr>
            <a:spLocks noGrp="1"/>
          </p:cNvSpPr>
          <p:nvPr>
            <p:ph type="dt" sz="half" idx="20"/>
          </p:nvPr>
        </p:nvSpPr>
        <p:spPr/>
        <p:txBody>
          <a:bodyPr/>
          <a:lstStyle>
            <a:lvl1pPr>
              <a:lnSpc>
                <a:spcPct val="100000"/>
              </a:lnSpc>
              <a:defRPr/>
            </a:lvl1pPr>
          </a:lstStyle>
          <a:p>
            <a:endParaRPr lang="en-GB"/>
          </a:p>
        </p:txBody>
      </p:sp>
      <p:sp>
        <p:nvSpPr>
          <p:cNvPr id="10" name="Text Placeholder 96">
            <a:extLst>
              <a:ext uri="{FF2B5EF4-FFF2-40B4-BE49-F238E27FC236}">
                <a16:creationId xmlns:a16="http://schemas.microsoft.com/office/drawing/2014/main" id="{5E3BF5D9-8E40-4082-9AAD-60F44214B9DC}"/>
              </a:ext>
            </a:extLst>
          </p:cNvPr>
          <p:cNvSpPr>
            <a:spLocks noGrp="1"/>
          </p:cNvSpPr>
          <p:nvPr>
            <p:ph type="body" sz="quarter" idx="111" hasCustomPrompt="1"/>
          </p:nvPr>
        </p:nvSpPr>
        <p:spPr>
          <a:xfrm>
            <a:off x="609600" y="6200775"/>
            <a:ext cx="9753599" cy="657225"/>
          </a:xfrm>
        </p:spPr>
        <p:txBody>
          <a:bodyPr lIns="0" bIns="72000" anchor="b" anchorCtr="0">
            <a:noAutofit/>
          </a:bodyPr>
          <a:lstStyle>
            <a:lvl1pPr>
              <a:lnSpc>
                <a:spcPct val="100000"/>
              </a:lnSpc>
              <a:spcAft>
                <a:spcPts val="300"/>
              </a:spcAft>
              <a:buNone/>
              <a:defRPr sz="800"/>
            </a:lvl1pPr>
          </a:lstStyle>
          <a:p>
            <a:pPr lvl="0"/>
            <a:r>
              <a:rPr lang="en-US" dirty="0"/>
              <a:t>Footnotes</a:t>
            </a:r>
          </a:p>
        </p:txBody>
      </p:sp>
      <p:sp>
        <p:nvSpPr>
          <p:cNvPr id="2" name="Title 1">
            <a:extLst>
              <a:ext uri="{FF2B5EF4-FFF2-40B4-BE49-F238E27FC236}">
                <a16:creationId xmlns:a16="http://schemas.microsoft.com/office/drawing/2014/main" id="{2D9635B2-3D27-4FA3-B863-05E4C9624AB6}"/>
              </a:ext>
            </a:extLst>
          </p:cNvPr>
          <p:cNvSpPr>
            <a:spLocks noGrp="1"/>
          </p:cNvSpPr>
          <p:nvPr>
            <p:ph type="title" hasCustomPrompt="1"/>
          </p:nvPr>
        </p:nvSpPr>
        <p:spPr>
          <a:xfrm>
            <a:off x="609600" y="1011238"/>
            <a:ext cx="3048000" cy="1231106"/>
          </a:xfrm>
        </p:spPr>
        <p:txBody>
          <a:bodyPr wrap="square">
            <a:spAutoFit/>
          </a:bodyPr>
          <a:lstStyle>
            <a:lvl1pPr>
              <a:lnSpc>
                <a:spcPct val="100000"/>
              </a:lnSpc>
              <a:defRPr sz="4000"/>
            </a:lvl1pPr>
          </a:lstStyle>
          <a:p>
            <a:r>
              <a:rPr lang="en-US" dirty="0"/>
              <a:t>Click to enter title here</a:t>
            </a:r>
          </a:p>
        </p:txBody>
      </p:sp>
      <p:cxnSp>
        <p:nvCxnSpPr>
          <p:cNvPr id="9" name="Straight Connector 8">
            <a:extLst>
              <a:ext uri="{FF2B5EF4-FFF2-40B4-BE49-F238E27FC236}">
                <a16:creationId xmlns:a16="http://schemas.microsoft.com/office/drawing/2014/main" id="{21040238-DCC8-4532-9AE6-EB7C834F336E}"/>
              </a:ext>
            </a:extLst>
          </p:cNvPr>
          <p:cNvCxnSpPr>
            <a:cxnSpLocks/>
          </p:cNvCxnSpPr>
          <p:nvPr userDrawn="1"/>
        </p:nvCxnSpPr>
        <p:spPr>
          <a:xfrm>
            <a:off x="3962399" y="1011238"/>
            <a:ext cx="0" cy="505573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C2552EAD-E21A-4A83-A364-65FFC805340A}"/>
              </a:ext>
            </a:extLst>
          </p:cNvPr>
          <p:cNvSpPr>
            <a:spLocks noGrp="1"/>
          </p:cNvSpPr>
          <p:nvPr>
            <p:ph sz="quarter" idx="19" hasCustomPrompt="1"/>
          </p:nvPr>
        </p:nvSpPr>
        <p:spPr>
          <a:xfrm>
            <a:off x="4267199" y="1011237"/>
            <a:ext cx="7315199" cy="5037137"/>
          </a:xfrm>
        </p:spPr>
        <p:txBody>
          <a:bodyPr lIns="0"/>
          <a:lstStyle>
            <a:lvl1pPr>
              <a:lnSpc>
                <a:spcPct val="100000"/>
              </a:lnSpc>
              <a:defRPr/>
            </a:lvl1pPr>
            <a:lvl2pPr marL="460800" indent="-230400">
              <a:lnSpc>
                <a:spcPct val="100000"/>
              </a:lnSpc>
              <a:defRPr lang="en-US" sz="2400" kern="1200" dirty="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US" dirty="0"/>
              <a:t>Click to add text here. </a:t>
            </a:r>
            <a:br>
              <a:rPr lang="en-US" dirty="0"/>
            </a:br>
            <a:r>
              <a:rPr lang="en-US" dirty="0"/>
              <a:t>When pasting copy from other slides, be sure to right-click and choose ‘Keep text only’.</a:t>
            </a:r>
            <a:br>
              <a:rPr lang="en-US" dirty="0"/>
            </a:br>
            <a:r>
              <a:rPr lang="en-US" dirty="0"/>
              <a:t>To increase bullet level, select your text and press Tab.</a:t>
            </a:r>
            <a:br>
              <a:rPr lang="en-US" dirty="0"/>
            </a:br>
            <a:r>
              <a:rPr lang="en-US" dirty="0"/>
              <a:t>To decrease bullet level, select your bullet text and press Shift + Tab</a:t>
            </a:r>
            <a:r>
              <a:rPr lang="en-GB" dirty="0"/>
              <a: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8" name="Slide Number Placeholder 7">
            <a:extLst>
              <a:ext uri="{FF2B5EF4-FFF2-40B4-BE49-F238E27FC236}">
                <a16:creationId xmlns:a16="http://schemas.microsoft.com/office/drawing/2014/main" id="{8004BC3F-3250-41AA-B3F3-B5D6A729D269}"/>
              </a:ext>
            </a:extLst>
          </p:cNvPr>
          <p:cNvSpPr>
            <a:spLocks noGrp="1"/>
          </p:cNvSpPr>
          <p:nvPr>
            <p:ph type="sldNum" sz="quarter" idx="22"/>
          </p:nvPr>
        </p:nvSpPr>
        <p:spPr/>
        <p:txBody>
          <a:bodyPr/>
          <a:lstStyle>
            <a:lvl1pPr>
              <a:lnSpc>
                <a:spcPct val="100000"/>
              </a:lnSpc>
              <a:defRPr/>
            </a:lvl1pPr>
          </a:lstStyle>
          <a:p>
            <a:fld id="{F8E47D07-9D1E-4FE9-B31A-2F5863681021}" type="slidenum">
              <a:rPr lang="en-GB" smtClean="0"/>
              <a:pPr/>
              <a:t>‹#›</a:t>
            </a:fld>
            <a:endParaRPr lang="en-GB"/>
          </a:p>
        </p:txBody>
      </p:sp>
    </p:spTree>
    <p:custDataLst>
      <p:tags r:id="rId1"/>
    </p:custDataLst>
    <p:extLst>
      <p:ext uri="{BB962C8B-B14F-4D97-AF65-F5344CB8AC3E}">
        <p14:creationId xmlns:p14="http://schemas.microsoft.com/office/powerpoint/2010/main" val="2677805899"/>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11" name="Text Placeholder 96">
            <a:extLst>
              <a:ext uri="{FF2B5EF4-FFF2-40B4-BE49-F238E27FC236}">
                <a16:creationId xmlns:a16="http://schemas.microsoft.com/office/drawing/2014/main" id="{013D0F1F-6026-4F9D-886A-D6CB164FDC05}"/>
              </a:ext>
            </a:extLst>
          </p:cNvPr>
          <p:cNvSpPr>
            <a:spLocks noGrp="1"/>
          </p:cNvSpPr>
          <p:nvPr>
            <p:ph type="body" sz="quarter" idx="111" hasCustomPrompt="1"/>
          </p:nvPr>
        </p:nvSpPr>
        <p:spPr>
          <a:xfrm>
            <a:off x="609602" y="6200775"/>
            <a:ext cx="9753596" cy="657225"/>
          </a:xfrm>
        </p:spPr>
        <p:txBody>
          <a:bodyPr lIns="0" tIns="0" bIns="72000" anchor="b" anchorCtr="0">
            <a:noAutofit/>
          </a:bodyPr>
          <a:lstStyle>
            <a:lvl1pPr>
              <a:lnSpc>
                <a:spcPct val="100000"/>
              </a:lnSpc>
              <a:spcAft>
                <a:spcPts val="300"/>
              </a:spcAft>
              <a:buNone/>
              <a:defRPr sz="800"/>
            </a:lvl1pPr>
          </a:lstStyle>
          <a:p>
            <a:pPr lvl="0"/>
            <a:r>
              <a:rPr lang="en-US" dirty="0"/>
              <a:t>Footnotes</a:t>
            </a:r>
          </a:p>
        </p:txBody>
      </p:sp>
      <p:sp>
        <p:nvSpPr>
          <p:cNvPr id="3" name="Date Placeholder 2">
            <a:extLst>
              <a:ext uri="{FF2B5EF4-FFF2-40B4-BE49-F238E27FC236}">
                <a16:creationId xmlns:a16="http://schemas.microsoft.com/office/drawing/2014/main" id="{499DB923-50C2-4A46-BF6E-A2E97DBB25F6}"/>
              </a:ext>
            </a:extLst>
          </p:cNvPr>
          <p:cNvSpPr>
            <a:spLocks noGrp="1"/>
          </p:cNvSpPr>
          <p:nvPr>
            <p:ph type="dt" sz="half" idx="10"/>
          </p:nvPr>
        </p:nvSpPr>
        <p:spPr/>
        <p:txBody>
          <a:bodyPr/>
          <a:lstStyle>
            <a:lvl1pPr>
              <a:lnSpc>
                <a:spcPct val="100000"/>
              </a:lnSpc>
              <a:defRPr/>
            </a:lvl1pPr>
          </a:lstStyle>
          <a:p>
            <a:endParaRPr lang="en-GB" dirty="0"/>
          </a:p>
        </p:txBody>
      </p:sp>
      <p:sp>
        <p:nvSpPr>
          <p:cNvPr id="4" name="Slide Number Placeholder 3">
            <a:extLst>
              <a:ext uri="{FF2B5EF4-FFF2-40B4-BE49-F238E27FC236}">
                <a16:creationId xmlns:a16="http://schemas.microsoft.com/office/drawing/2014/main" id="{DC50693F-359E-4A4C-B3F0-F900FA65CF94}"/>
              </a:ext>
            </a:extLst>
          </p:cNvPr>
          <p:cNvSpPr>
            <a:spLocks noGrp="1"/>
          </p:cNvSpPr>
          <p:nvPr>
            <p:ph type="sldNum" sz="quarter" idx="11"/>
          </p:nvPr>
        </p:nvSpPr>
        <p:spPr/>
        <p:txBody>
          <a:bodyPr/>
          <a:lstStyle>
            <a:lvl1pPr>
              <a:lnSpc>
                <a:spcPct val="100000"/>
              </a:lnSpc>
              <a:defRPr/>
            </a:lvl1pPr>
          </a:lstStyle>
          <a:p>
            <a:fld id="{F8E47D07-9D1E-4FE9-B31A-2F5863681021}" type="slidenum">
              <a:rPr lang="en-GB" smtClean="0"/>
              <a:pPr/>
              <a:t>‹#›</a:t>
            </a:fld>
            <a:endParaRPr lang="en-GB" dirty="0"/>
          </a:p>
        </p:txBody>
      </p:sp>
      <p:cxnSp>
        <p:nvCxnSpPr>
          <p:cNvPr id="6" name="Straight Connector 5">
            <a:extLst>
              <a:ext uri="{FF2B5EF4-FFF2-40B4-BE49-F238E27FC236}">
                <a16:creationId xmlns:a16="http://schemas.microsoft.com/office/drawing/2014/main" id="{4249127B-3E4D-4AFD-8464-39A9871621B1}"/>
              </a:ext>
            </a:extLst>
          </p:cNvPr>
          <p:cNvCxnSpPr>
            <a:cxnSpLocks/>
          </p:cNvCxnSpPr>
          <p:nvPr userDrawn="1"/>
        </p:nvCxnSpPr>
        <p:spPr>
          <a:xfrm>
            <a:off x="6096000" y="1468438"/>
            <a:ext cx="0" cy="45783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Heading 1">
            <a:extLst>
              <a:ext uri="{FF2B5EF4-FFF2-40B4-BE49-F238E27FC236}">
                <a16:creationId xmlns:a16="http://schemas.microsoft.com/office/drawing/2014/main" id="{070D82D0-2159-463E-AB3F-9F2BE51F89B0}"/>
              </a:ext>
            </a:extLst>
          </p:cNvPr>
          <p:cNvSpPr>
            <a:spLocks noGrp="1"/>
          </p:cNvSpPr>
          <p:nvPr>
            <p:ph type="body" sz="quarter" idx="13" hasCustomPrompt="1"/>
          </p:nvPr>
        </p:nvSpPr>
        <p:spPr>
          <a:xfrm>
            <a:off x="609600" y="1468438"/>
            <a:ext cx="5181598" cy="423863"/>
          </a:xfrm>
        </p:spPr>
        <p:txBody>
          <a:bodyPr tIns="0" anchor="t" anchorCtr="0"/>
          <a:lstStyle>
            <a:lvl1pPr marL="0" indent="0">
              <a:lnSpc>
                <a:spcPct val="100000"/>
              </a:lnSpc>
              <a:spcBef>
                <a:spcPts val="0"/>
              </a:spcBef>
              <a:spcAft>
                <a:spcPts val="0"/>
              </a:spcAft>
              <a:buNone/>
              <a:defRPr b="1">
                <a:solidFill>
                  <a:schemeClr val="accent1"/>
                </a:solidFill>
              </a:defRPr>
            </a:lvl1pPr>
          </a:lstStyle>
          <a:p>
            <a:pPr lvl="0"/>
            <a:r>
              <a:rPr lang="en-US" dirty="0"/>
              <a:t>Click to add heading</a:t>
            </a:r>
          </a:p>
        </p:txBody>
      </p:sp>
      <p:sp>
        <p:nvSpPr>
          <p:cNvPr id="16" name="Body 1">
            <a:extLst>
              <a:ext uri="{FF2B5EF4-FFF2-40B4-BE49-F238E27FC236}">
                <a16:creationId xmlns:a16="http://schemas.microsoft.com/office/drawing/2014/main" id="{8C2190C6-D818-4BFE-8D40-1D7A2A8ADF1C}"/>
              </a:ext>
            </a:extLst>
          </p:cNvPr>
          <p:cNvSpPr>
            <a:spLocks noGrp="1"/>
          </p:cNvSpPr>
          <p:nvPr>
            <p:ph sz="quarter" idx="14" hasCustomPrompt="1"/>
          </p:nvPr>
        </p:nvSpPr>
        <p:spPr>
          <a:xfrm>
            <a:off x="609600" y="2044700"/>
            <a:ext cx="5181598" cy="4002087"/>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add content. When pasting copy from other slides, be sure to use the Paste and Match Formatting shortcut (</a:t>
            </a:r>
            <a:r>
              <a:rPr lang="en-US" dirty="0" err="1"/>
              <a:t>Cmd</a:t>
            </a:r>
            <a:r>
              <a:rPr lang="en-US" dirty="0"/>
              <a:t> + Option + Shift + V).</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Heading 2">
            <a:extLst>
              <a:ext uri="{FF2B5EF4-FFF2-40B4-BE49-F238E27FC236}">
                <a16:creationId xmlns:a16="http://schemas.microsoft.com/office/drawing/2014/main" id="{24B2D424-3A88-43FD-9D45-46AC196CADF4}"/>
              </a:ext>
            </a:extLst>
          </p:cNvPr>
          <p:cNvSpPr>
            <a:spLocks noGrp="1"/>
          </p:cNvSpPr>
          <p:nvPr>
            <p:ph type="body" sz="quarter" idx="15" hasCustomPrompt="1"/>
          </p:nvPr>
        </p:nvSpPr>
        <p:spPr>
          <a:xfrm>
            <a:off x="6400802" y="1468438"/>
            <a:ext cx="5181598" cy="423863"/>
          </a:xfrm>
        </p:spPr>
        <p:txBody>
          <a:bodyPr tIns="0" anchor="t" anchorCtr="0"/>
          <a:lstStyle>
            <a:lvl1pPr marL="0" indent="0">
              <a:lnSpc>
                <a:spcPct val="100000"/>
              </a:lnSpc>
              <a:spcBef>
                <a:spcPts val="0"/>
              </a:spcBef>
              <a:spcAft>
                <a:spcPts val="0"/>
              </a:spcAft>
              <a:buNone/>
              <a:defRPr b="1">
                <a:solidFill>
                  <a:schemeClr val="accent1"/>
                </a:solidFill>
              </a:defRPr>
            </a:lvl1pPr>
          </a:lstStyle>
          <a:p>
            <a:pPr lvl="0"/>
            <a:r>
              <a:rPr lang="en-US" dirty="0"/>
              <a:t>Click to add heading</a:t>
            </a:r>
          </a:p>
        </p:txBody>
      </p:sp>
      <p:sp>
        <p:nvSpPr>
          <p:cNvPr id="18" name="Body 2">
            <a:extLst>
              <a:ext uri="{FF2B5EF4-FFF2-40B4-BE49-F238E27FC236}">
                <a16:creationId xmlns:a16="http://schemas.microsoft.com/office/drawing/2014/main" id="{FB60ED6F-5297-42F6-9D9B-F6FF319D69CF}"/>
              </a:ext>
            </a:extLst>
          </p:cNvPr>
          <p:cNvSpPr>
            <a:spLocks noGrp="1"/>
          </p:cNvSpPr>
          <p:nvPr>
            <p:ph sz="quarter" idx="16" hasCustomPrompt="1"/>
          </p:nvPr>
        </p:nvSpPr>
        <p:spPr>
          <a:xfrm>
            <a:off x="6400802" y="2044700"/>
            <a:ext cx="5181598" cy="4002087"/>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add content. When pasting copy from other slides, be sure to use the Paste and Match Formatting shortcut (</a:t>
            </a:r>
            <a:r>
              <a:rPr lang="en-US" dirty="0" err="1"/>
              <a:t>Cmd</a:t>
            </a:r>
            <a:r>
              <a:rPr lang="en-US" dirty="0"/>
              <a:t> + Option + Shift + V).</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itle 13">
            <a:extLst>
              <a:ext uri="{FF2B5EF4-FFF2-40B4-BE49-F238E27FC236}">
                <a16:creationId xmlns:a16="http://schemas.microsoft.com/office/drawing/2014/main" id="{0199677D-2644-C9E2-BB27-265AB899DE75}"/>
              </a:ext>
            </a:extLst>
          </p:cNvPr>
          <p:cNvSpPr>
            <a:spLocks noGrp="1"/>
          </p:cNvSpPr>
          <p:nvPr>
            <p:ph type="title" hasCustomPrompt="1"/>
          </p:nvPr>
        </p:nvSpPr>
        <p:spPr>
          <a:xfrm>
            <a:off x="609600" y="401638"/>
            <a:ext cx="10972800" cy="914400"/>
          </a:xfrm>
        </p:spPr>
        <p:txBody>
          <a:bodyPr/>
          <a:lstStyle/>
          <a:p>
            <a:r>
              <a:rPr lang="en-US" dirty="0"/>
              <a:t>Click to enter title here</a:t>
            </a:r>
          </a:p>
        </p:txBody>
      </p:sp>
    </p:spTree>
    <p:custDataLst>
      <p:tags r:id="rId1"/>
    </p:custDataLst>
    <p:extLst>
      <p:ext uri="{BB962C8B-B14F-4D97-AF65-F5344CB8AC3E}">
        <p14:creationId xmlns:p14="http://schemas.microsoft.com/office/powerpoint/2010/main" val="28870378"/>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14" name="Text Placeholder 96">
            <a:extLst>
              <a:ext uri="{FF2B5EF4-FFF2-40B4-BE49-F238E27FC236}">
                <a16:creationId xmlns:a16="http://schemas.microsoft.com/office/drawing/2014/main" id="{12B9530D-EF7B-47C9-A997-FA875C956E8F}"/>
              </a:ext>
            </a:extLst>
          </p:cNvPr>
          <p:cNvSpPr>
            <a:spLocks noGrp="1"/>
          </p:cNvSpPr>
          <p:nvPr>
            <p:ph type="body" sz="quarter" idx="111" hasCustomPrompt="1"/>
          </p:nvPr>
        </p:nvSpPr>
        <p:spPr>
          <a:xfrm>
            <a:off x="609600" y="6200775"/>
            <a:ext cx="9753593" cy="657225"/>
          </a:xfrm>
        </p:spPr>
        <p:txBody>
          <a:bodyPr lIns="0" bIns="72000" anchor="b" anchorCtr="0">
            <a:noAutofit/>
          </a:bodyPr>
          <a:lstStyle>
            <a:lvl1pPr>
              <a:lnSpc>
                <a:spcPct val="100000"/>
              </a:lnSpc>
              <a:spcAft>
                <a:spcPts val="300"/>
              </a:spcAft>
              <a:buNone/>
              <a:defRPr sz="800"/>
            </a:lvl1pPr>
          </a:lstStyle>
          <a:p>
            <a:pPr lvl="0"/>
            <a:r>
              <a:rPr lang="en-US" dirty="0"/>
              <a:t>Footnotes</a:t>
            </a:r>
          </a:p>
        </p:txBody>
      </p:sp>
      <p:sp>
        <p:nvSpPr>
          <p:cNvPr id="5" name="Date Placeholder 4">
            <a:extLst>
              <a:ext uri="{FF2B5EF4-FFF2-40B4-BE49-F238E27FC236}">
                <a16:creationId xmlns:a16="http://schemas.microsoft.com/office/drawing/2014/main" id="{A6A24A62-EC53-4EC3-A57F-B48D78D6753A}"/>
              </a:ext>
            </a:extLst>
          </p:cNvPr>
          <p:cNvSpPr>
            <a:spLocks noGrp="1"/>
          </p:cNvSpPr>
          <p:nvPr>
            <p:ph type="dt" sz="half" idx="21"/>
          </p:nvPr>
        </p:nvSpPr>
        <p:spPr/>
        <p:txBody>
          <a:bodyPr/>
          <a:lstStyle>
            <a:lvl1pPr>
              <a:lnSpc>
                <a:spcPct val="100000"/>
              </a:lnSpc>
              <a:defRPr/>
            </a:lvl1pPr>
          </a:lstStyle>
          <a:p>
            <a:endParaRPr lang="en-GB"/>
          </a:p>
        </p:txBody>
      </p:sp>
      <p:sp>
        <p:nvSpPr>
          <p:cNvPr id="9" name="Slide Number Placeholder 8">
            <a:extLst>
              <a:ext uri="{FF2B5EF4-FFF2-40B4-BE49-F238E27FC236}">
                <a16:creationId xmlns:a16="http://schemas.microsoft.com/office/drawing/2014/main" id="{F69DE8D6-BF8D-46B6-A107-F9199421CE2B}"/>
              </a:ext>
            </a:extLst>
          </p:cNvPr>
          <p:cNvSpPr>
            <a:spLocks noGrp="1"/>
          </p:cNvSpPr>
          <p:nvPr>
            <p:ph type="sldNum" sz="quarter" idx="23"/>
          </p:nvPr>
        </p:nvSpPr>
        <p:spPr/>
        <p:txBody>
          <a:bodyPr/>
          <a:lstStyle>
            <a:lvl1pPr>
              <a:lnSpc>
                <a:spcPct val="100000"/>
              </a:lnSpc>
              <a:defRPr/>
            </a:lvl1pPr>
          </a:lstStyle>
          <a:p>
            <a:fld id="{F8E47D07-9D1E-4FE9-B31A-2F5863681021}" type="slidenum">
              <a:rPr lang="en-GB" smtClean="0"/>
              <a:pPr/>
              <a:t>‹#›</a:t>
            </a:fld>
            <a:endParaRPr lang="en-GB"/>
          </a:p>
        </p:txBody>
      </p:sp>
      <p:sp>
        <p:nvSpPr>
          <p:cNvPr id="21" name="Text Placeholder 9">
            <a:extLst>
              <a:ext uri="{FF2B5EF4-FFF2-40B4-BE49-F238E27FC236}">
                <a16:creationId xmlns:a16="http://schemas.microsoft.com/office/drawing/2014/main" id="{1A257A5E-3450-4EAA-9676-01FE18D22AFC}"/>
              </a:ext>
            </a:extLst>
          </p:cNvPr>
          <p:cNvSpPr>
            <a:spLocks noGrp="1"/>
          </p:cNvSpPr>
          <p:nvPr>
            <p:ph type="body" sz="quarter" idx="13" hasCustomPrompt="1"/>
          </p:nvPr>
        </p:nvSpPr>
        <p:spPr>
          <a:xfrm>
            <a:off x="609600" y="1468438"/>
            <a:ext cx="3251198" cy="423863"/>
          </a:xfrm>
        </p:spPr>
        <p:txBody>
          <a:bodyPr lIns="0" anchor="t" anchorCtr="0"/>
          <a:lstStyle>
            <a:lvl1pPr marL="0" indent="0">
              <a:lnSpc>
                <a:spcPct val="100000"/>
              </a:lnSpc>
              <a:spcBef>
                <a:spcPts val="0"/>
              </a:spcBef>
              <a:spcAft>
                <a:spcPts val="0"/>
              </a:spcAft>
              <a:buNone/>
              <a:defRPr b="1">
                <a:solidFill>
                  <a:schemeClr val="accent1"/>
                </a:solidFill>
              </a:defRPr>
            </a:lvl1pPr>
          </a:lstStyle>
          <a:p>
            <a:pPr lvl="0"/>
            <a:r>
              <a:rPr lang="en-US" dirty="0"/>
              <a:t>Click to add heading</a:t>
            </a:r>
          </a:p>
        </p:txBody>
      </p:sp>
      <p:sp>
        <p:nvSpPr>
          <p:cNvPr id="22" name="Content Placeholder 15">
            <a:extLst>
              <a:ext uri="{FF2B5EF4-FFF2-40B4-BE49-F238E27FC236}">
                <a16:creationId xmlns:a16="http://schemas.microsoft.com/office/drawing/2014/main" id="{AC128DA7-A1CD-4D7E-A165-98C855054735}"/>
              </a:ext>
            </a:extLst>
          </p:cNvPr>
          <p:cNvSpPr>
            <a:spLocks noGrp="1"/>
          </p:cNvSpPr>
          <p:nvPr>
            <p:ph sz="quarter" idx="14" hasCustomPrompt="1"/>
          </p:nvPr>
        </p:nvSpPr>
        <p:spPr>
          <a:xfrm>
            <a:off x="609600" y="2044699"/>
            <a:ext cx="3251198" cy="4002087"/>
          </a:xfrm>
        </p:spPr>
        <p:txBody>
          <a:bodyPr lIns="0"/>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add text here. </a:t>
            </a:r>
            <a:br>
              <a:rPr lang="en-US" dirty="0"/>
            </a:br>
            <a:r>
              <a:rPr lang="en-US" dirty="0"/>
              <a:t>When pasting copy from other slides, be sure to right-click and choose ‘Keep text only’.</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Text Placeholder 9">
            <a:extLst>
              <a:ext uri="{FF2B5EF4-FFF2-40B4-BE49-F238E27FC236}">
                <a16:creationId xmlns:a16="http://schemas.microsoft.com/office/drawing/2014/main" id="{6A7B7E24-E7D3-48A2-A374-DF6A8A555D5F}"/>
              </a:ext>
            </a:extLst>
          </p:cNvPr>
          <p:cNvSpPr>
            <a:spLocks noGrp="1"/>
          </p:cNvSpPr>
          <p:nvPr>
            <p:ph type="body" sz="quarter" idx="15" hasCustomPrompt="1"/>
          </p:nvPr>
        </p:nvSpPr>
        <p:spPr>
          <a:xfrm>
            <a:off x="4470401" y="1468438"/>
            <a:ext cx="3251198" cy="423863"/>
          </a:xfrm>
        </p:spPr>
        <p:txBody>
          <a:bodyPr lIns="0" anchor="t" anchorCtr="0"/>
          <a:lstStyle>
            <a:lvl1pPr marL="0" indent="0">
              <a:lnSpc>
                <a:spcPct val="100000"/>
              </a:lnSpc>
              <a:spcBef>
                <a:spcPts val="0"/>
              </a:spcBef>
              <a:spcAft>
                <a:spcPts val="0"/>
              </a:spcAft>
              <a:buNone/>
              <a:defRPr b="1">
                <a:solidFill>
                  <a:schemeClr val="accent1"/>
                </a:solidFill>
              </a:defRPr>
            </a:lvl1pPr>
          </a:lstStyle>
          <a:p>
            <a:pPr lvl="0"/>
            <a:r>
              <a:rPr lang="en-US" dirty="0"/>
              <a:t>Click to add heading</a:t>
            </a:r>
          </a:p>
        </p:txBody>
      </p:sp>
      <p:sp>
        <p:nvSpPr>
          <p:cNvPr id="24" name="Content Placeholder 15">
            <a:extLst>
              <a:ext uri="{FF2B5EF4-FFF2-40B4-BE49-F238E27FC236}">
                <a16:creationId xmlns:a16="http://schemas.microsoft.com/office/drawing/2014/main" id="{4DFF8E89-1B64-4E2A-9B30-3844550AD3DD}"/>
              </a:ext>
            </a:extLst>
          </p:cNvPr>
          <p:cNvSpPr>
            <a:spLocks noGrp="1"/>
          </p:cNvSpPr>
          <p:nvPr>
            <p:ph sz="quarter" idx="16" hasCustomPrompt="1"/>
          </p:nvPr>
        </p:nvSpPr>
        <p:spPr>
          <a:xfrm>
            <a:off x="4470402" y="2044699"/>
            <a:ext cx="3251198" cy="4002087"/>
          </a:xfrm>
        </p:spPr>
        <p:txBody>
          <a:bodyPr lIns="0"/>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add text here. </a:t>
            </a:r>
            <a:br>
              <a:rPr lang="en-US" dirty="0"/>
            </a:br>
            <a:r>
              <a:rPr lang="en-US" dirty="0"/>
              <a:t>When pasting copy from other slides, be sure to right-click and choose ‘Keep text only’.</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Text Placeholder 9">
            <a:extLst>
              <a:ext uri="{FF2B5EF4-FFF2-40B4-BE49-F238E27FC236}">
                <a16:creationId xmlns:a16="http://schemas.microsoft.com/office/drawing/2014/main" id="{6AAFFFBD-15E8-4574-972E-8DDFA341B650}"/>
              </a:ext>
            </a:extLst>
          </p:cNvPr>
          <p:cNvSpPr>
            <a:spLocks noGrp="1"/>
          </p:cNvSpPr>
          <p:nvPr>
            <p:ph type="body" sz="quarter" idx="24" hasCustomPrompt="1"/>
          </p:nvPr>
        </p:nvSpPr>
        <p:spPr>
          <a:xfrm>
            <a:off x="8331202" y="1468438"/>
            <a:ext cx="3251198" cy="423863"/>
          </a:xfrm>
        </p:spPr>
        <p:txBody>
          <a:bodyPr lIns="0" anchor="t" anchorCtr="0"/>
          <a:lstStyle>
            <a:lvl1pPr marL="0" indent="0">
              <a:lnSpc>
                <a:spcPct val="100000"/>
              </a:lnSpc>
              <a:spcBef>
                <a:spcPts val="0"/>
              </a:spcBef>
              <a:spcAft>
                <a:spcPts val="0"/>
              </a:spcAft>
              <a:buNone/>
              <a:defRPr b="1">
                <a:solidFill>
                  <a:schemeClr val="accent1"/>
                </a:solidFill>
              </a:defRPr>
            </a:lvl1pPr>
          </a:lstStyle>
          <a:p>
            <a:pPr lvl="0"/>
            <a:r>
              <a:rPr lang="en-US" dirty="0"/>
              <a:t>Click to add heading</a:t>
            </a:r>
          </a:p>
        </p:txBody>
      </p:sp>
      <p:sp>
        <p:nvSpPr>
          <p:cNvPr id="28" name="Content Placeholder 15">
            <a:extLst>
              <a:ext uri="{FF2B5EF4-FFF2-40B4-BE49-F238E27FC236}">
                <a16:creationId xmlns:a16="http://schemas.microsoft.com/office/drawing/2014/main" id="{CF570F45-2E05-4895-9F02-11DAFD1730B1}"/>
              </a:ext>
            </a:extLst>
          </p:cNvPr>
          <p:cNvSpPr>
            <a:spLocks noGrp="1"/>
          </p:cNvSpPr>
          <p:nvPr>
            <p:ph sz="quarter" idx="25" hasCustomPrompt="1"/>
          </p:nvPr>
        </p:nvSpPr>
        <p:spPr>
          <a:xfrm>
            <a:off x="8331202" y="2044699"/>
            <a:ext cx="3251198" cy="4002087"/>
          </a:xfrm>
        </p:spPr>
        <p:txBody>
          <a:bodyPr lIns="0"/>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add text here. </a:t>
            </a:r>
            <a:br>
              <a:rPr lang="en-US" dirty="0"/>
            </a:br>
            <a:r>
              <a:rPr lang="en-US" dirty="0"/>
              <a:t>When pasting copy from other slides, be sure to right-click and choose ‘Keep text only’.</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31A49FA7-EA74-8C49-4922-2D151594411E}"/>
              </a:ext>
            </a:extLst>
          </p:cNvPr>
          <p:cNvCxnSpPr>
            <a:cxnSpLocks/>
          </p:cNvCxnSpPr>
          <p:nvPr userDrawn="1"/>
        </p:nvCxnSpPr>
        <p:spPr>
          <a:xfrm>
            <a:off x="4165600" y="1468438"/>
            <a:ext cx="0" cy="45783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E6870A84-6DA0-6CB3-B12D-3755839BA1FD}"/>
              </a:ext>
            </a:extLst>
          </p:cNvPr>
          <p:cNvCxnSpPr>
            <a:cxnSpLocks/>
          </p:cNvCxnSpPr>
          <p:nvPr userDrawn="1"/>
        </p:nvCxnSpPr>
        <p:spPr>
          <a:xfrm>
            <a:off x="8026401" y="1468438"/>
            <a:ext cx="0" cy="45783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itle 7">
            <a:extLst>
              <a:ext uri="{FF2B5EF4-FFF2-40B4-BE49-F238E27FC236}">
                <a16:creationId xmlns:a16="http://schemas.microsoft.com/office/drawing/2014/main" id="{1883DC25-A305-1276-59B3-C41F9BD3D1A7}"/>
              </a:ext>
            </a:extLst>
          </p:cNvPr>
          <p:cNvSpPr>
            <a:spLocks noGrp="1"/>
          </p:cNvSpPr>
          <p:nvPr>
            <p:ph type="title" hasCustomPrompt="1"/>
          </p:nvPr>
        </p:nvSpPr>
        <p:spPr>
          <a:xfrm>
            <a:off x="609600" y="401638"/>
            <a:ext cx="10972800" cy="914400"/>
          </a:xfrm>
        </p:spPr>
        <p:txBody>
          <a:bodyPr/>
          <a:lstStyle/>
          <a:p>
            <a:r>
              <a:rPr lang="en-US" dirty="0"/>
              <a:t>Click to enter title here</a:t>
            </a:r>
          </a:p>
        </p:txBody>
      </p:sp>
    </p:spTree>
    <p:custDataLst>
      <p:tags r:id="rId1"/>
    </p:custDataLst>
    <p:extLst>
      <p:ext uri="{BB962C8B-B14F-4D97-AF65-F5344CB8AC3E}">
        <p14:creationId xmlns:p14="http://schemas.microsoft.com/office/powerpoint/2010/main" val="536228283"/>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 Column">
    <p:spTree>
      <p:nvGrpSpPr>
        <p:cNvPr id="1" name=""/>
        <p:cNvGrpSpPr/>
        <p:nvPr/>
      </p:nvGrpSpPr>
      <p:grpSpPr>
        <a:xfrm>
          <a:off x="0" y="0"/>
          <a:ext cx="0" cy="0"/>
          <a:chOff x="0" y="0"/>
          <a:chExt cx="0" cy="0"/>
        </a:xfrm>
      </p:grpSpPr>
      <p:sp>
        <p:nvSpPr>
          <p:cNvPr id="18" name="Text Placeholder 96">
            <a:extLst>
              <a:ext uri="{FF2B5EF4-FFF2-40B4-BE49-F238E27FC236}">
                <a16:creationId xmlns:a16="http://schemas.microsoft.com/office/drawing/2014/main" id="{D3E73C55-1C0C-4880-A0D4-FC480D06253C}"/>
              </a:ext>
            </a:extLst>
          </p:cNvPr>
          <p:cNvSpPr>
            <a:spLocks noGrp="1"/>
          </p:cNvSpPr>
          <p:nvPr>
            <p:ph type="body" sz="quarter" idx="111" hasCustomPrompt="1"/>
          </p:nvPr>
        </p:nvSpPr>
        <p:spPr>
          <a:xfrm>
            <a:off x="609600" y="6200775"/>
            <a:ext cx="9753600" cy="657225"/>
          </a:xfrm>
        </p:spPr>
        <p:txBody>
          <a:bodyPr lIns="0" bIns="72000" anchor="b" anchorCtr="0">
            <a:noAutofit/>
          </a:bodyPr>
          <a:lstStyle>
            <a:lvl1pPr>
              <a:lnSpc>
                <a:spcPct val="100000"/>
              </a:lnSpc>
              <a:spcAft>
                <a:spcPts val="300"/>
              </a:spcAft>
              <a:buNone/>
              <a:defRPr sz="800"/>
            </a:lvl1pPr>
          </a:lstStyle>
          <a:p>
            <a:pPr lvl="0"/>
            <a:r>
              <a:rPr lang="en-US" dirty="0"/>
              <a:t>Footnotes</a:t>
            </a:r>
          </a:p>
        </p:txBody>
      </p:sp>
      <p:sp>
        <p:nvSpPr>
          <p:cNvPr id="5" name="Date Placeholder 4">
            <a:extLst>
              <a:ext uri="{FF2B5EF4-FFF2-40B4-BE49-F238E27FC236}">
                <a16:creationId xmlns:a16="http://schemas.microsoft.com/office/drawing/2014/main" id="{A6A24A62-EC53-4EC3-A57F-B48D78D6753A}"/>
              </a:ext>
            </a:extLst>
          </p:cNvPr>
          <p:cNvSpPr>
            <a:spLocks noGrp="1"/>
          </p:cNvSpPr>
          <p:nvPr>
            <p:ph type="dt" sz="half" idx="21"/>
          </p:nvPr>
        </p:nvSpPr>
        <p:spPr/>
        <p:txBody>
          <a:bodyPr/>
          <a:lstStyle>
            <a:lvl1pPr>
              <a:lnSpc>
                <a:spcPct val="100000"/>
              </a:lnSpc>
              <a:defRPr/>
            </a:lvl1pPr>
          </a:lstStyle>
          <a:p>
            <a:endParaRPr lang="en-GB"/>
          </a:p>
        </p:txBody>
      </p:sp>
      <p:sp>
        <p:nvSpPr>
          <p:cNvPr id="12" name="Text Placeholder 11">
            <a:extLst>
              <a:ext uri="{FF2B5EF4-FFF2-40B4-BE49-F238E27FC236}">
                <a16:creationId xmlns:a16="http://schemas.microsoft.com/office/drawing/2014/main" id="{6F9CD076-13C6-4629-A44D-60CE2274E081}"/>
              </a:ext>
            </a:extLst>
          </p:cNvPr>
          <p:cNvSpPr>
            <a:spLocks noGrp="1"/>
          </p:cNvSpPr>
          <p:nvPr>
            <p:ph type="body" sz="quarter" idx="16" hasCustomPrompt="1"/>
          </p:nvPr>
        </p:nvSpPr>
        <p:spPr>
          <a:xfrm>
            <a:off x="609600" y="1468003"/>
            <a:ext cx="2514595" cy="424732"/>
          </a:xfrm>
          <a:prstGeom prst="rect">
            <a:avLst/>
          </a:prstGeom>
        </p:spPr>
        <p:txBody>
          <a:bodyPr wrap="square" lIns="0" tIns="0" anchor="t" anchorCtr="0">
            <a:noAutofit/>
          </a:bodyPr>
          <a:lstStyle>
            <a:lvl1pPr marL="0" indent="0">
              <a:lnSpc>
                <a:spcPct val="100000"/>
              </a:lnSpc>
              <a:spcBef>
                <a:spcPts val="0"/>
              </a:spcBef>
              <a:spcAft>
                <a:spcPts val="0"/>
              </a:spcAft>
              <a:buNone/>
              <a:defRPr b="1">
                <a:solidFill>
                  <a:schemeClr val="accent1"/>
                </a:solidFill>
              </a:defRPr>
            </a:lvl1pPr>
            <a:lvl2pPr marL="0" indent="0">
              <a:buNone/>
              <a:defRPr/>
            </a:lvl2pPr>
          </a:lstStyle>
          <a:p>
            <a:pPr lvl="0"/>
            <a:r>
              <a:rPr lang="en-US" dirty="0"/>
              <a:t>Add heading</a:t>
            </a:r>
          </a:p>
        </p:txBody>
      </p:sp>
      <p:sp>
        <p:nvSpPr>
          <p:cNvPr id="15" name="Content Placeholder 3">
            <a:extLst>
              <a:ext uri="{FF2B5EF4-FFF2-40B4-BE49-F238E27FC236}">
                <a16:creationId xmlns:a16="http://schemas.microsoft.com/office/drawing/2014/main" id="{56C5F394-5808-40FF-B6FD-65F716906911}"/>
              </a:ext>
            </a:extLst>
          </p:cNvPr>
          <p:cNvSpPr>
            <a:spLocks noGrp="1"/>
          </p:cNvSpPr>
          <p:nvPr>
            <p:ph sz="quarter" idx="20" hasCustomPrompt="1"/>
          </p:nvPr>
        </p:nvSpPr>
        <p:spPr>
          <a:xfrm>
            <a:off x="609600" y="2044699"/>
            <a:ext cx="2514595" cy="4002087"/>
          </a:xfrm>
          <a:prstGeom prst="rect">
            <a:avLst/>
          </a:prstGeom>
        </p:spPr>
        <p:txBody>
          <a:bodyPr wrap="square" lIns="0">
            <a:noAutofit/>
          </a:bodyPr>
          <a:lstStyle>
            <a:lvl1pPr>
              <a:lnSpc>
                <a:spcPct val="100000"/>
              </a:lnSpc>
              <a:defRPr/>
            </a:lvl1pPr>
            <a:lvl2pPr marL="460800" indent="-230400">
              <a:lnSpc>
                <a:spcPct val="100000"/>
              </a:lnSpc>
              <a:defRPr lang="en-US" sz="2400" kern="1200" dirty="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GB" dirty="0"/>
              <a:t>Click to add content. </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Slide Number Placeholder 8">
            <a:extLst>
              <a:ext uri="{FF2B5EF4-FFF2-40B4-BE49-F238E27FC236}">
                <a16:creationId xmlns:a16="http://schemas.microsoft.com/office/drawing/2014/main" id="{F69DE8D6-BF8D-46B6-A107-F9199421CE2B}"/>
              </a:ext>
            </a:extLst>
          </p:cNvPr>
          <p:cNvSpPr>
            <a:spLocks noGrp="1"/>
          </p:cNvSpPr>
          <p:nvPr>
            <p:ph type="sldNum" sz="quarter" idx="23"/>
          </p:nvPr>
        </p:nvSpPr>
        <p:spPr/>
        <p:txBody>
          <a:bodyPr/>
          <a:lstStyle>
            <a:lvl1pPr>
              <a:lnSpc>
                <a:spcPct val="100000"/>
              </a:lnSpc>
              <a:defRPr/>
            </a:lvl1pPr>
          </a:lstStyle>
          <a:p>
            <a:fld id="{F8E47D07-9D1E-4FE9-B31A-2F5863681021}" type="slidenum">
              <a:rPr lang="en-GB" smtClean="0"/>
              <a:pPr/>
              <a:t>‹#›</a:t>
            </a:fld>
            <a:endParaRPr lang="en-GB"/>
          </a:p>
        </p:txBody>
      </p:sp>
      <p:sp>
        <p:nvSpPr>
          <p:cNvPr id="20" name="Text Placeholder 11">
            <a:extLst>
              <a:ext uri="{FF2B5EF4-FFF2-40B4-BE49-F238E27FC236}">
                <a16:creationId xmlns:a16="http://schemas.microsoft.com/office/drawing/2014/main" id="{A1E51E90-FD4F-4EA7-9FD6-A88EC3FEEDDC}"/>
              </a:ext>
            </a:extLst>
          </p:cNvPr>
          <p:cNvSpPr>
            <a:spLocks noGrp="1"/>
          </p:cNvSpPr>
          <p:nvPr>
            <p:ph type="body" sz="quarter" idx="24" hasCustomPrompt="1"/>
          </p:nvPr>
        </p:nvSpPr>
        <p:spPr>
          <a:xfrm>
            <a:off x="3429002" y="1468003"/>
            <a:ext cx="2514595" cy="424732"/>
          </a:xfrm>
          <a:prstGeom prst="rect">
            <a:avLst/>
          </a:prstGeom>
        </p:spPr>
        <p:txBody>
          <a:bodyPr wrap="square" lIns="0" tIns="0" anchor="t" anchorCtr="0">
            <a:noAutofit/>
          </a:bodyPr>
          <a:lstStyle>
            <a:lvl1pPr marL="0" indent="0">
              <a:lnSpc>
                <a:spcPct val="100000"/>
              </a:lnSpc>
              <a:spcBef>
                <a:spcPts val="0"/>
              </a:spcBef>
              <a:spcAft>
                <a:spcPts val="0"/>
              </a:spcAft>
              <a:buNone/>
              <a:defRPr b="1">
                <a:solidFill>
                  <a:schemeClr val="accent1"/>
                </a:solidFill>
              </a:defRPr>
            </a:lvl1pPr>
            <a:lvl2pPr marL="0" indent="0">
              <a:buNone/>
              <a:defRPr/>
            </a:lvl2pPr>
          </a:lstStyle>
          <a:p>
            <a:pPr lvl="0"/>
            <a:r>
              <a:rPr lang="en-US" dirty="0"/>
              <a:t>Add heading</a:t>
            </a:r>
          </a:p>
        </p:txBody>
      </p:sp>
      <p:sp>
        <p:nvSpPr>
          <p:cNvPr id="21" name="Content Placeholder 3">
            <a:extLst>
              <a:ext uri="{FF2B5EF4-FFF2-40B4-BE49-F238E27FC236}">
                <a16:creationId xmlns:a16="http://schemas.microsoft.com/office/drawing/2014/main" id="{10106C56-60ED-41EC-BD2A-FDB9B53E1C18}"/>
              </a:ext>
            </a:extLst>
          </p:cNvPr>
          <p:cNvSpPr>
            <a:spLocks noGrp="1"/>
          </p:cNvSpPr>
          <p:nvPr>
            <p:ph sz="quarter" idx="25" hasCustomPrompt="1"/>
          </p:nvPr>
        </p:nvSpPr>
        <p:spPr>
          <a:xfrm>
            <a:off x="3429001" y="2044699"/>
            <a:ext cx="2514595" cy="4002087"/>
          </a:xfrm>
          <a:prstGeom prst="rect">
            <a:avLst/>
          </a:prstGeom>
        </p:spPr>
        <p:txBody>
          <a:bodyPr wrap="square" lIns="0">
            <a:noAutofit/>
          </a:bodyPr>
          <a:lstStyle>
            <a:lvl1pPr>
              <a:lnSpc>
                <a:spcPct val="100000"/>
              </a:lnSpc>
              <a:defRPr/>
            </a:lvl1pPr>
            <a:lvl2pPr marL="460800" indent="-230400">
              <a:lnSpc>
                <a:spcPct val="100000"/>
              </a:lnSpc>
              <a:defRPr lang="en-US" sz="2400" kern="1200" dirty="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GB" dirty="0"/>
              <a:t>Click to add content. </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2" name="Text Placeholder 11">
            <a:extLst>
              <a:ext uri="{FF2B5EF4-FFF2-40B4-BE49-F238E27FC236}">
                <a16:creationId xmlns:a16="http://schemas.microsoft.com/office/drawing/2014/main" id="{217A7646-8B12-4AE5-9EDC-1F06A8CF8C4F}"/>
              </a:ext>
            </a:extLst>
          </p:cNvPr>
          <p:cNvSpPr>
            <a:spLocks noGrp="1"/>
          </p:cNvSpPr>
          <p:nvPr>
            <p:ph type="body" sz="quarter" idx="26" hasCustomPrompt="1"/>
          </p:nvPr>
        </p:nvSpPr>
        <p:spPr>
          <a:xfrm>
            <a:off x="6248404" y="1468003"/>
            <a:ext cx="2514595" cy="424732"/>
          </a:xfrm>
          <a:prstGeom prst="rect">
            <a:avLst/>
          </a:prstGeom>
        </p:spPr>
        <p:txBody>
          <a:bodyPr wrap="square" lIns="0" tIns="0" anchor="t" anchorCtr="0">
            <a:noAutofit/>
          </a:bodyPr>
          <a:lstStyle>
            <a:lvl1pPr marL="0" indent="0">
              <a:lnSpc>
                <a:spcPct val="100000"/>
              </a:lnSpc>
              <a:spcBef>
                <a:spcPts val="0"/>
              </a:spcBef>
              <a:spcAft>
                <a:spcPts val="0"/>
              </a:spcAft>
              <a:buNone/>
              <a:defRPr b="1">
                <a:solidFill>
                  <a:schemeClr val="accent1"/>
                </a:solidFill>
              </a:defRPr>
            </a:lvl1pPr>
            <a:lvl2pPr marL="0" indent="0">
              <a:buNone/>
              <a:defRPr/>
            </a:lvl2pPr>
          </a:lstStyle>
          <a:p>
            <a:pPr lvl="0"/>
            <a:r>
              <a:rPr lang="en-US" dirty="0"/>
              <a:t>Add heading</a:t>
            </a:r>
          </a:p>
        </p:txBody>
      </p:sp>
      <p:sp>
        <p:nvSpPr>
          <p:cNvPr id="23" name="Content Placeholder 3">
            <a:extLst>
              <a:ext uri="{FF2B5EF4-FFF2-40B4-BE49-F238E27FC236}">
                <a16:creationId xmlns:a16="http://schemas.microsoft.com/office/drawing/2014/main" id="{33B9981B-E175-45D6-A51D-F0A0368267CF}"/>
              </a:ext>
            </a:extLst>
          </p:cNvPr>
          <p:cNvSpPr>
            <a:spLocks noGrp="1"/>
          </p:cNvSpPr>
          <p:nvPr>
            <p:ph sz="quarter" idx="27" hasCustomPrompt="1"/>
          </p:nvPr>
        </p:nvSpPr>
        <p:spPr>
          <a:xfrm>
            <a:off x="6248402" y="2044699"/>
            <a:ext cx="2514595" cy="4002087"/>
          </a:xfrm>
          <a:prstGeom prst="rect">
            <a:avLst/>
          </a:prstGeom>
        </p:spPr>
        <p:txBody>
          <a:bodyPr wrap="square" lIns="0">
            <a:noAutofit/>
          </a:bodyPr>
          <a:lstStyle>
            <a:lvl1pPr>
              <a:lnSpc>
                <a:spcPct val="100000"/>
              </a:lnSpc>
              <a:defRPr/>
            </a:lvl1pPr>
            <a:lvl2pPr marL="460800" indent="-230400">
              <a:lnSpc>
                <a:spcPct val="100000"/>
              </a:lnSpc>
              <a:defRPr lang="en-US" sz="2400" kern="1200" dirty="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GB" dirty="0"/>
              <a:t>Click to add content. </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4" name="Text Placeholder 11">
            <a:extLst>
              <a:ext uri="{FF2B5EF4-FFF2-40B4-BE49-F238E27FC236}">
                <a16:creationId xmlns:a16="http://schemas.microsoft.com/office/drawing/2014/main" id="{B83A3A7A-40FD-44D2-97D9-301EB15E7630}"/>
              </a:ext>
            </a:extLst>
          </p:cNvPr>
          <p:cNvSpPr>
            <a:spLocks noGrp="1"/>
          </p:cNvSpPr>
          <p:nvPr>
            <p:ph type="body" sz="quarter" idx="28" hasCustomPrompt="1"/>
          </p:nvPr>
        </p:nvSpPr>
        <p:spPr>
          <a:xfrm>
            <a:off x="9067805" y="1468003"/>
            <a:ext cx="2514595" cy="424732"/>
          </a:xfrm>
          <a:prstGeom prst="rect">
            <a:avLst/>
          </a:prstGeom>
        </p:spPr>
        <p:txBody>
          <a:bodyPr wrap="square" lIns="0" tIns="0" anchor="t" anchorCtr="0">
            <a:noAutofit/>
          </a:bodyPr>
          <a:lstStyle>
            <a:lvl1pPr marL="0" indent="0">
              <a:lnSpc>
                <a:spcPct val="100000"/>
              </a:lnSpc>
              <a:spcBef>
                <a:spcPts val="0"/>
              </a:spcBef>
              <a:spcAft>
                <a:spcPts val="0"/>
              </a:spcAft>
              <a:buNone/>
              <a:defRPr b="1">
                <a:solidFill>
                  <a:schemeClr val="accent1"/>
                </a:solidFill>
              </a:defRPr>
            </a:lvl1pPr>
            <a:lvl2pPr marL="0" indent="0">
              <a:buNone/>
              <a:defRPr/>
            </a:lvl2pPr>
          </a:lstStyle>
          <a:p>
            <a:pPr lvl="0"/>
            <a:r>
              <a:rPr lang="en-US" dirty="0"/>
              <a:t>Add heading</a:t>
            </a:r>
          </a:p>
        </p:txBody>
      </p:sp>
      <p:sp>
        <p:nvSpPr>
          <p:cNvPr id="25" name="Content Placeholder 3">
            <a:extLst>
              <a:ext uri="{FF2B5EF4-FFF2-40B4-BE49-F238E27FC236}">
                <a16:creationId xmlns:a16="http://schemas.microsoft.com/office/drawing/2014/main" id="{1AD7E49F-D41B-42DC-925D-998AFB2BB412}"/>
              </a:ext>
            </a:extLst>
          </p:cNvPr>
          <p:cNvSpPr>
            <a:spLocks noGrp="1"/>
          </p:cNvSpPr>
          <p:nvPr>
            <p:ph sz="quarter" idx="29" hasCustomPrompt="1"/>
          </p:nvPr>
        </p:nvSpPr>
        <p:spPr>
          <a:xfrm>
            <a:off x="9067805" y="2044699"/>
            <a:ext cx="2514595" cy="4002087"/>
          </a:xfrm>
          <a:prstGeom prst="rect">
            <a:avLst/>
          </a:prstGeom>
        </p:spPr>
        <p:txBody>
          <a:bodyPr wrap="square" lIns="0">
            <a:noAutofit/>
          </a:bodyPr>
          <a:lstStyle>
            <a:lvl1pPr>
              <a:lnSpc>
                <a:spcPct val="100000"/>
              </a:lnSpc>
              <a:defRPr/>
            </a:lvl1pPr>
            <a:lvl2pPr marL="460800" indent="-230400">
              <a:lnSpc>
                <a:spcPct val="100000"/>
              </a:lnSpc>
              <a:defRPr lang="en-US" sz="2400" kern="1200" dirty="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GB" dirty="0"/>
              <a:t>Click to add content.</a:t>
            </a:r>
          </a:p>
          <a:p>
            <a:pPr lvl="1"/>
            <a:r>
              <a:rPr lang="en-GB" dirty="0"/>
              <a:t>Second level</a:t>
            </a:r>
          </a:p>
          <a:p>
            <a:pPr lvl="2"/>
            <a:r>
              <a:rPr lang="en-GB" dirty="0"/>
              <a:t>Third level</a:t>
            </a:r>
          </a:p>
          <a:p>
            <a:pPr lvl="3"/>
            <a:r>
              <a:rPr lang="en-GB" dirty="0"/>
              <a:t>Fourth level</a:t>
            </a:r>
          </a:p>
          <a:p>
            <a:pPr lvl="4"/>
            <a:r>
              <a:rPr lang="en-GB" dirty="0"/>
              <a:t>Fifth level</a:t>
            </a:r>
          </a:p>
        </p:txBody>
      </p:sp>
      <p:cxnSp>
        <p:nvCxnSpPr>
          <p:cNvPr id="6" name="Straight Connector 5">
            <a:extLst>
              <a:ext uri="{FF2B5EF4-FFF2-40B4-BE49-F238E27FC236}">
                <a16:creationId xmlns:a16="http://schemas.microsoft.com/office/drawing/2014/main" id="{68837AC6-F22C-2C57-04C1-6C8A31933164}"/>
              </a:ext>
            </a:extLst>
          </p:cNvPr>
          <p:cNvCxnSpPr>
            <a:cxnSpLocks/>
          </p:cNvCxnSpPr>
          <p:nvPr userDrawn="1"/>
        </p:nvCxnSpPr>
        <p:spPr>
          <a:xfrm>
            <a:off x="3276598" y="1468438"/>
            <a:ext cx="0" cy="45783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80111F7-3968-1080-FC95-15A217523030}"/>
              </a:ext>
            </a:extLst>
          </p:cNvPr>
          <p:cNvCxnSpPr>
            <a:cxnSpLocks/>
          </p:cNvCxnSpPr>
          <p:nvPr userDrawn="1"/>
        </p:nvCxnSpPr>
        <p:spPr>
          <a:xfrm>
            <a:off x="6095999" y="1468438"/>
            <a:ext cx="0" cy="45783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BF38660-D6CE-77CB-B812-54D74B5C4D75}"/>
              </a:ext>
            </a:extLst>
          </p:cNvPr>
          <p:cNvCxnSpPr>
            <a:cxnSpLocks/>
          </p:cNvCxnSpPr>
          <p:nvPr userDrawn="1"/>
        </p:nvCxnSpPr>
        <p:spPr>
          <a:xfrm>
            <a:off x="8915400" y="1468438"/>
            <a:ext cx="0" cy="45783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itle 13">
            <a:extLst>
              <a:ext uri="{FF2B5EF4-FFF2-40B4-BE49-F238E27FC236}">
                <a16:creationId xmlns:a16="http://schemas.microsoft.com/office/drawing/2014/main" id="{96811E1B-4DFB-8C77-61C4-6722F309D56A}"/>
              </a:ext>
            </a:extLst>
          </p:cNvPr>
          <p:cNvSpPr>
            <a:spLocks noGrp="1"/>
          </p:cNvSpPr>
          <p:nvPr>
            <p:ph type="title" hasCustomPrompt="1"/>
          </p:nvPr>
        </p:nvSpPr>
        <p:spPr>
          <a:xfrm>
            <a:off x="609600" y="401638"/>
            <a:ext cx="10972800" cy="914400"/>
          </a:xfrm>
        </p:spPr>
        <p:txBody>
          <a:bodyPr/>
          <a:lstStyle/>
          <a:p>
            <a:r>
              <a:rPr lang="en-US" dirty="0"/>
              <a:t>Click to enter title here</a:t>
            </a:r>
          </a:p>
        </p:txBody>
      </p:sp>
    </p:spTree>
    <p:custDataLst>
      <p:tags r:id="rId1"/>
    </p:custDataLst>
    <p:extLst>
      <p:ext uri="{BB962C8B-B14F-4D97-AF65-F5344CB8AC3E}">
        <p14:creationId xmlns:p14="http://schemas.microsoft.com/office/powerpoint/2010/main" val="365248538"/>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3 Left">
    <p:spTree>
      <p:nvGrpSpPr>
        <p:cNvPr id="1" name=""/>
        <p:cNvGrpSpPr/>
        <p:nvPr/>
      </p:nvGrpSpPr>
      <p:grpSpPr>
        <a:xfrm>
          <a:off x="0" y="0"/>
          <a:ext cx="0" cy="0"/>
          <a:chOff x="0" y="0"/>
          <a:chExt cx="0" cy="0"/>
        </a:xfrm>
      </p:grpSpPr>
      <p:sp>
        <p:nvSpPr>
          <p:cNvPr id="13" name="Text Placeholder 96">
            <a:extLst>
              <a:ext uri="{FF2B5EF4-FFF2-40B4-BE49-F238E27FC236}">
                <a16:creationId xmlns:a16="http://schemas.microsoft.com/office/drawing/2014/main" id="{C07CECA8-840E-4BBC-A94E-0D507EF6B6B9}"/>
              </a:ext>
            </a:extLst>
          </p:cNvPr>
          <p:cNvSpPr>
            <a:spLocks noGrp="1"/>
          </p:cNvSpPr>
          <p:nvPr>
            <p:ph type="body" sz="quarter" idx="111" hasCustomPrompt="1"/>
          </p:nvPr>
        </p:nvSpPr>
        <p:spPr>
          <a:xfrm>
            <a:off x="609600" y="6200775"/>
            <a:ext cx="9753600" cy="657225"/>
          </a:xfrm>
        </p:spPr>
        <p:txBody>
          <a:bodyPr lIns="0" bIns="72000" anchor="b" anchorCtr="0">
            <a:noAutofit/>
          </a:bodyPr>
          <a:lstStyle>
            <a:lvl1pPr>
              <a:lnSpc>
                <a:spcPct val="100000"/>
              </a:lnSpc>
              <a:spcAft>
                <a:spcPts val="300"/>
              </a:spcAft>
              <a:buNone/>
              <a:defRPr sz="800"/>
            </a:lvl1pPr>
          </a:lstStyle>
          <a:p>
            <a:pPr lvl="0"/>
            <a:r>
              <a:rPr lang="en-US" dirty="0"/>
              <a:t>Footnotes</a:t>
            </a:r>
          </a:p>
        </p:txBody>
      </p:sp>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lvl1pPr>
              <a:lnSpc>
                <a:spcPct val="100000"/>
              </a:lnSpc>
              <a:defRPr/>
            </a:lvl1pPr>
          </a:lstStyle>
          <a:p>
            <a:endParaRPr lang="en-GB"/>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12" name="Text Placeholder 11">
            <a:extLst>
              <a:ext uri="{FF2B5EF4-FFF2-40B4-BE49-F238E27FC236}">
                <a16:creationId xmlns:a16="http://schemas.microsoft.com/office/drawing/2014/main" id="{6F9CD076-13C6-4629-A44D-60CE2274E081}"/>
              </a:ext>
            </a:extLst>
          </p:cNvPr>
          <p:cNvSpPr>
            <a:spLocks noGrp="1"/>
          </p:cNvSpPr>
          <p:nvPr>
            <p:ph type="body" sz="quarter" idx="16" hasCustomPrompt="1"/>
          </p:nvPr>
        </p:nvSpPr>
        <p:spPr>
          <a:xfrm>
            <a:off x="609600" y="1468438"/>
            <a:ext cx="6705600" cy="424732"/>
          </a:xfrm>
          <a:prstGeom prst="rect">
            <a:avLst/>
          </a:prstGeom>
        </p:spPr>
        <p:txBody>
          <a:bodyPr wrap="square" lIns="0" anchor="t" anchorCtr="0">
            <a:noAutofit/>
          </a:bodyPr>
          <a:lstStyle>
            <a:lvl1pPr marL="0" indent="0">
              <a:lnSpc>
                <a:spcPct val="100000"/>
              </a:lnSpc>
              <a:buNone/>
              <a:defRPr b="1">
                <a:solidFill>
                  <a:schemeClr val="accent1"/>
                </a:solidFill>
              </a:defRPr>
            </a:lvl1pPr>
            <a:lvl2pPr marL="0" indent="0">
              <a:buNone/>
              <a:defRPr/>
            </a:lvl2pPr>
          </a:lstStyle>
          <a:p>
            <a:pPr lvl="0"/>
            <a:r>
              <a:rPr lang="en-US" dirty="0"/>
              <a:t>Click to add heading</a:t>
            </a:r>
          </a:p>
        </p:txBody>
      </p:sp>
      <p:sp>
        <p:nvSpPr>
          <p:cNvPr id="14" name="Text Placeholder 11">
            <a:extLst>
              <a:ext uri="{FF2B5EF4-FFF2-40B4-BE49-F238E27FC236}">
                <a16:creationId xmlns:a16="http://schemas.microsoft.com/office/drawing/2014/main" id="{14A51F37-EAE8-4722-A437-30D09A72A9E9}"/>
              </a:ext>
            </a:extLst>
          </p:cNvPr>
          <p:cNvSpPr>
            <a:spLocks noGrp="1"/>
          </p:cNvSpPr>
          <p:nvPr>
            <p:ph type="body" sz="quarter" idx="18" hasCustomPrompt="1"/>
          </p:nvPr>
        </p:nvSpPr>
        <p:spPr>
          <a:xfrm>
            <a:off x="7924801" y="1468438"/>
            <a:ext cx="3657600" cy="424732"/>
          </a:xfrm>
          <a:prstGeom prst="rect">
            <a:avLst/>
          </a:prstGeom>
        </p:spPr>
        <p:txBody>
          <a:bodyPr lIns="0" anchor="t" anchorCtr="0">
            <a:noAutofit/>
          </a:bodyPr>
          <a:lstStyle>
            <a:lvl1pPr marL="0" indent="0">
              <a:lnSpc>
                <a:spcPct val="100000"/>
              </a:lnSpc>
              <a:buNone/>
              <a:defRPr b="1">
                <a:solidFill>
                  <a:schemeClr val="accent1"/>
                </a:solidFill>
              </a:defRPr>
            </a:lvl1pPr>
            <a:lvl2pPr marL="0" indent="0">
              <a:buNone/>
              <a:defRPr/>
            </a:lvl2pPr>
          </a:lstStyle>
          <a:p>
            <a:pPr lvl="0"/>
            <a:r>
              <a:rPr lang="en-US" dirty="0"/>
              <a:t>Click to add heading</a:t>
            </a:r>
          </a:p>
        </p:txBody>
      </p:sp>
      <p:sp>
        <p:nvSpPr>
          <p:cNvPr id="16" name="Text Placeholder 11">
            <a:extLst>
              <a:ext uri="{FF2B5EF4-FFF2-40B4-BE49-F238E27FC236}">
                <a16:creationId xmlns:a16="http://schemas.microsoft.com/office/drawing/2014/main" id="{9358968C-3784-44E4-B50E-21ED78D9EB9D}"/>
              </a:ext>
            </a:extLst>
          </p:cNvPr>
          <p:cNvSpPr>
            <a:spLocks noGrp="1"/>
          </p:cNvSpPr>
          <p:nvPr>
            <p:ph type="body" sz="quarter" idx="17" hasCustomPrompt="1"/>
          </p:nvPr>
        </p:nvSpPr>
        <p:spPr>
          <a:xfrm>
            <a:off x="7924801" y="2044699"/>
            <a:ext cx="3657600" cy="369332"/>
          </a:xfrm>
          <a:prstGeom prst="rect">
            <a:avLst/>
          </a:prstGeom>
        </p:spPr>
        <p:txBody>
          <a:bodyPr lIns="0">
            <a:noAutofit/>
          </a:bodyPr>
          <a:lstStyle>
            <a:lvl1pPr>
              <a:lnSpc>
                <a:spcPct val="100000"/>
              </a:lnSpc>
              <a:defRPr/>
            </a:lvl1pPr>
          </a:lstStyle>
          <a:p>
            <a:pPr lvl="0"/>
            <a:r>
              <a:rPr lang="en-US" dirty="0"/>
              <a:t>Click to add text. </a:t>
            </a:r>
          </a:p>
        </p:txBody>
      </p:sp>
      <p:sp>
        <p:nvSpPr>
          <p:cNvPr id="17" name="Content Placeholder 3">
            <a:extLst>
              <a:ext uri="{FF2B5EF4-FFF2-40B4-BE49-F238E27FC236}">
                <a16:creationId xmlns:a16="http://schemas.microsoft.com/office/drawing/2014/main" id="{F450BB10-EDA8-4244-8CBF-7F1645357D50}"/>
              </a:ext>
            </a:extLst>
          </p:cNvPr>
          <p:cNvSpPr>
            <a:spLocks noGrp="1"/>
          </p:cNvSpPr>
          <p:nvPr>
            <p:ph sz="quarter" idx="20" hasCustomPrompt="1"/>
          </p:nvPr>
        </p:nvSpPr>
        <p:spPr>
          <a:xfrm>
            <a:off x="609600" y="2044699"/>
            <a:ext cx="6705600" cy="4002083"/>
          </a:xfrm>
          <a:prstGeom prst="rect">
            <a:avLst/>
          </a:prstGeom>
        </p:spPr>
        <p:txBody>
          <a:bodyPr wrap="square" lIns="0">
            <a:noAutofit/>
          </a:bodyPr>
          <a:lstStyle>
            <a:lvl1pPr>
              <a:lnSpc>
                <a:spcPct val="100000"/>
              </a:lnSpc>
              <a:defRPr/>
            </a:lvl1pPr>
            <a:lvl2pPr marL="460800" indent="-230400">
              <a:lnSpc>
                <a:spcPct val="100000"/>
              </a:lnSpc>
              <a:defRPr lang="en-US" sz="2400" kern="1200" dirty="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US" dirty="0"/>
              <a:t>Click to add text here. </a:t>
            </a:r>
            <a:br>
              <a:rPr lang="en-US" dirty="0"/>
            </a:br>
            <a:r>
              <a:rPr lang="en-US" dirty="0"/>
              <a:t>When pasting copy from other slides, be sure to right-click and choose ‘Keep text only’</a:t>
            </a:r>
            <a:r>
              <a:rPr lang="en-GB" dirty="0"/>
              <a: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9" name="Text Placeholder 18">
            <a:extLst>
              <a:ext uri="{FF2B5EF4-FFF2-40B4-BE49-F238E27FC236}">
                <a16:creationId xmlns:a16="http://schemas.microsoft.com/office/drawing/2014/main" id="{3E4F4DDF-A4CE-45BB-8E5D-A5AB679089ED}"/>
              </a:ext>
            </a:extLst>
          </p:cNvPr>
          <p:cNvSpPr>
            <a:spLocks noGrp="1"/>
          </p:cNvSpPr>
          <p:nvPr>
            <p:ph type="body" sz="quarter" idx="22" hasCustomPrompt="1"/>
          </p:nvPr>
        </p:nvSpPr>
        <p:spPr>
          <a:xfrm>
            <a:off x="7924800" y="4034387"/>
            <a:ext cx="3657599" cy="2012400"/>
          </a:xfrm>
          <a:prstGeom prst="rect">
            <a:avLst/>
          </a:prstGeom>
          <a:solidFill>
            <a:schemeClr val="accent1"/>
          </a:solidFill>
        </p:spPr>
        <p:txBody>
          <a:bodyPr wrap="square" lIns="306000" tIns="0" rIns="306000" bIns="0" anchor="ctr" anchorCtr="0">
            <a:normAutofit/>
          </a:bodyPr>
          <a:lstStyle>
            <a:lvl1pPr marL="0" indent="0" algn="l">
              <a:lnSpc>
                <a:spcPct val="100000"/>
              </a:lnSpc>
              <a:buNone/>
              <a:defRPr>
                <a:solidFill>
                  <a:schemeClr val="bg1"/>
                </a:solidFill>
                <a:latin typeface="+mj-lt"/>
              </a:defRPr>
            </a:lvl1pPr>
          </a:lstStyle>
          <a:p>
            <a:pPr lvl="0"/>
            <a:r>
              <a:rPr lang="en-US" dirty="0"/>
              <a:t>Click to add callout </a:t>
            </a:r>
            <a:br>
              <a:rPr lang="en-US" dirty="0"/>
            </a:br>
            <a:r>
              <a:rPr lang="en-US" dirty="0"/>
              <a:t>or key figure</a:t>
            </a:r>
          </a:p>
        </p:txBody>
      </p:sp>
      <p:cxnSp>
        <p:nvCxnSpPr>
          <p:cNvPr id="9" name="Straight Connector 8">
            <a:extLst>
              <a:ext uri="{FF2B5EF4-FFF2-40B4-BE49-F238E27FC236}">
                <a16:creationId xmlns:a16="http://schemas.microsoft.com/office/drawing/2014/main" id="{D29D5544-E482-784E-19C5-157B93F4CBA4}"/>
              </a:ext>
            </a:extLst>
          </p:cNvPr>
          <p:cNvCxnSpPr>
            <a:cxnSpLocks/>
          </p:cNvCxnSpPr>
          <p:nvPr userDrawn="1"/>
        </p:nvCxnSpPr>
        <p:spPr>
          <a:xfrm>
            <a:off x="7620000" y="1468438"/>
            <a:ext cx="0" cy="45783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itle 21">
            <a:extLst>
              <a:ext uri="{FF2B5EF4-FFF2-40B4-BE49-F238E27FC236}">
                <a16:creationId xmlns:a16="http://schemas.microsoft.com/office/drawing/2014/main" id="{33800B1B-EDDC-DA77-45C5-2CF8CC925329}"/>
              </a:ext>
            </a:extLst>
          </p:cNvPr>
          <p:cNvSpPr>
            <a:spLocks noGrp="1"/>
          </p:cNvSpPr>
          <p:nvPr>
            <p:ph type="title" hasCustomPrompt="1"/>
          </p:nvPr>
        </p:nvSpPr>
        <p:spPr/>
        <p:txBody>
          <a:bodyPr/>
          <a:lstStyle/>
          <a:p>
            <a:r>
              <a:rPr lang="en-US" dirty="0"/>
              <a:t>Click to enter title here</a:t>
            </a:r>
          </a:p>
        </p:txBody>
      </p:sp>
    </p:spTree>
    <p:custDataLst>
      <p:tags r:id="rId1"/>
    </p:custDataLst>
    <p:extLst>
      <p:ext uri="{BB962C8B-B14F-4D97-AF65-F5344CB8AC3E}">
        <p14:creationId xmlns:p14="http://schemas.microsoft.com/office/powerpoint/2010/main" val="1618634424"/>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3 Right">
    <p:spTree>
      <p:nvGrpSpPr>
        <p:cNvPr id="1" name=""/>
        <p:cNvGrpSpPr/>
        <p:nvPr/>
      </p:nvGrpSpPr>
      <p:grpSpPr>
        <a:xfrm>
          <a:off x="0" y="0"/>
          <a:ext cx="0" cy="0"/>
          <a:chOff x="0" y="0"/>
          <a:chExt cx="0" cy="0"/>
        </a:xfrm>
      </p:grpSpPr>
      <p:sp>
        <p:nvSpPr>
          <p:cNvPr id="16" name="Text Placeholder 96">
            <a:extLst>
              <a:ext uri="{FF2B5EF4-FFF2-40B4-BE49-F238E27FC236}">
                <a16:creationId xmlns:a16="http://schemas.microsoft.com/office/drawing/2014/main" id="{778D2AE8-C71F-4A8C-8D51-3B3AAAF70E51}"/>
              </a:ext>
            </a:extLst>
          </p:cNvPr>
          <p:cNvSpPr>
            <a:spLocks noGrp="1"/>
          </p:cNvSpPr>
          <p:nvPr>
            <p:ph type="body" sz="quarter" idx="111" hasCustomPrompt="1"/>
          </p:nvPr>
        </p:nvSpPr>
        <p:spPr>
          <a:xfrm>
            <a:off x="609600" y="6200775"/>
            <a:ext cx="9753597" cy="657225"/>
          </a:xfrm>
        </p:spPr>
        <p:txBody>
          <a:bodyPr lIns="0" bIns="72000" anchor="b" anchorCtr="0">
            <a:noAutofit/>
          </a:bodyPr>
          <a:lstStyle>
            <a:lvl1pPr>
              <a:lnSpc>
                <a:spcPct val="100000"/>
              </a:lnSpc>
              <a:spcAft>
                <a:spcPts val="300"/>
              </a:spcAft>
              <a:buNone/>
              <a:defRPr sz="800"/>
            </a:lvl1pPr>
          </a:lstStyle>
          <a:p>
            <a:pPr lvl="0"/>
            <a:r>
              <a:rPr lang="en-US" dirty="0"/>
              <a:t>Footnotes</a:t>
            </a:r>
          </a:p>
        </p:txBody>
      </p:sp>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lvl1pPr>
              <a:lnSpc>
                <a:spcPct val="100000"/>
              </a:lnSpc>
              <a:defRPr/>
            </a:lvl1pPr>
          </a:lstStyle>
          <a:p>
            <a:endParaRPr lang="en-GB"/>
          </a:p>
        </p:txBody>
      </p:sp>
      <p:sp>
        <p:nvSpPr>
          <p:cNvPr id="12" name="Text Placeholder 11">
            <a:extLst>
              <a:ext uri="{FF2B5EF4-FFF2-40B4-BE49-F238E27FC236}">
                <a16:creationId xmlns:a16="http://schemas.microsoft.com/office/drawing/2014/main" id="{6F9CD076-13C6-4629-A44D-60CE2274E081}"/>
              </a:ext>
            </a:extLst>
          </p:cNvPr>
          <p:cNvSpPr>
            <a:spLocks noGrp="1"/>
          </p:cNvSpPr>
          <p:nvPr>
            <p:ph type="body" sz="quarter" idx="16" hasCustomPrompt="1"/>
          </p:nvPr>
        </p:nvSpPr>
        <p:spPr>
          <a:xfrm>
            <a:off x="4876805" y="1468438"/>
            <a:ext cx="6705596" cy="424732"/>
          </a:xfrm>
          <a:prstGeom prst="rect">
            <a:avLst/>
          </a:prstGeom>
        </p:spPr>
        <p:txBody>
          <a:bodyPr lIns="0" anchor="t" anchorCtr="0">
            <a:noAutofit/>
          </a:bodyPr>
          <a:lstStyle>
            <a:lvl1pPr marL="0" indent="0">
              <a:lnSpc>
                <a:spcPct val="100000"/>
              </a:lnSpc>
              <a:buNone/>
              <a:defRPr b="1">
                <a:solidFill>
                  <a:schemeClr val="accent1"/>
                </a:solidFill>
              </a:defRPr>
            </a:lvl1pPr>
            <a:lvl2pPr marL="0" indent="0">
              <a:buNone/>
              <a:defRPr/>
            </a:lvl2pPr>
          </a:lstStyle>
          <a:p>
            <a:pPr lvl="0"/>
            <a:r>
              <a:rPr lang="en-US" dirty="0"/>
              <a:t>Click to add heading</a:t>
            </a:r>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13" name="Text Placeholder 11">
            <a:extLst>
              <a:ext uri="{FF2B5EF4-FFF2-40B4-BE49-F238E27FC236}">
                <a16:creationId xmlns:a16="http://schemas.microsoft.com/office/drawing/2014/main" id="{48D4EF0D-A9CE-4E45-B1B3-BB585A7CD1D9}"/>
              </a:ext>
            </a:extLst>
          </p:cNvPr>
          <p:cNvSpPr>
            <a:spLocks noGrp="1"/>
          </p:cNvSpPr>
          <p:nvPr>
            <p:ph type="body" sz="quarter" idx="17" hasCustomPrompt="1"/>
          </p:nvPr>
        </p:nvSpPr>
        <p:spPr>
          <a:xfrm>
            <a:off x="609600" y="2044699"/>
            <a:ext cx="3657600" cy="369332"/>
          </a:xfrm>
          <a:prstGeom prst="rect">
            <a:avLst/>
          </a:prstGeom>
        </p:spPr>
        <p:txBody>
          <a:bodyPr wrap="square" lIns="0">
            <a:noAutofit/>
          </a:bodyPr>
          <a:lstStyle>
            <a:lvl1pPr>
              <a:lnSpc>
                <a:spcPct val="100000"/>
              </a:lnSpc>
              <a:defRPr/>
            </a:lvl1pPr>
          </a:lstStyle>
          <a:p>
            <a:pPr lvl="0"/>
            <a:r>
              <a:rPr lang="en-US" dirty="0"/>
              <a:t>Click to add text. </a:t>
            </a:r>
          </a:p>
        </p:txBody>
      </p:sp>
      <p:sp>
        <p:nvSpPr>
          <p:cNvPr id="14" name="Text Placeholder 11">
            <a:extLst>
              <a:ext uri="{FF2B5EF4-FFF2-40B4-BE49-F238E27FC236}">
                <a16:creationId xmlns:a16="http://schemas.microsoft.com/office/drawing/2014/main" id="{14A51F37-EAE8-4722-A437-30D09A72A9E9}"/>
              </a:ext>
            </a:extLst>
          </p:cNvPr>
          <p:cNvSpPr>
            <a:spLocks noGrp="1"/>
          </p:cNvSpPr>
          <p:nvPr>
            <p:ph type="body" sz="quarter" idx="18" hasCustomPrompt="1"/>
          </p:nvPr>
        </p:nvSpPr>
        <p:spPr>
          <a:xfrm>
            <a:off x="609600" y="1468438"/>
            <a:ext cx="3657600" cy="424732"/>
          </a:xfrm>
          <a:prstGeom prst="rect">
            <a:avLst/>
          </a:prstGeom>
        </p:spPr>
        <p:txBody>
          <a:bodyPr wrap="square" lIns="0" anchor="t" anchorCtr="0">
            <a:noAutofit/>
          </a:bodyPr>
          <a:lstStyle>
            <a:lvl1pPr marL="0" indent="0">
              <a:lnSpc>
                <a:spcPct val="100000"/>
              </a:lnSpc>
              <a:buNone/>
              <a:defRPr b="1">
                <a:solidFill>
                  <a:schemeClr val="accent1"/>
                </a:solidFill>
              </a:defRPr>
            </a:lvl1pPr>
            <a:lvl2pPr marL="0" indent="0">
              <a:buNone/>
              <a:defRPr/>
            </a:lvl2pPr>
          </a:lstStyle>
          <a:p>
            <a:pPr lvl="0"/>
            <a:r>
              <a:rPr lang="en-US" dirty="0"/>
              <a:t>Click to add heading</a:t>
            </a:r>
          </a:p>
        </p:txBody>
      </p:sp>
      <p:sp>
        <p:nvSpPr>
          <p:cNvPr id="17" name="Content Placeholder 3">
            <a:extLst>
              <a:ext uri="{FF2B5EF4-FFF2-40B4-BE49-F238E27FC236}">
                <a16:creationId xmlns:a16="http://schemas.microsoft.com/office/drawing/2014/main" id="{E9D64AEF-AC5B-4ACA-95B3-7DD2AC9A9709}"/>
              </a:ext>
            </a:extLst>
          </p:cNvPr>
          <p:cNvSpPr>
            <a:spLocks noGrp="1"/>
          </p:cNvSpPr>
          <p:nvPr>
            <p:ph sz="quarter" idx="20" hasCustomPrompt="1"/>
          </p:nvPr>
        </p:nvSpPr>
        <p:spPr>
          <a:xfrm>
            <a:off x="4876805" y="2044698"/>
            <a:ext cx="6705596" cy="4002083"/>
          </a:xfrm>
          <a:prstGeom prst="rect">
            <a:avLst/>
          </a:prstGeom>
        </p:spPr>
        <p:txBody>
          <a:bodyPr lIns="0">
            <a:noAutofit/>
          </a:bodyPr>
          <a:lstStyle>
            <a:lvl1pPr>
              <a:lnSpc>
                <a:spcPct val="100000"/>
              </a:lnSpc>
              <a:defRPr/>
            </a:lvl1pPr>
            <a:lvl2pPr marL="460800" indent="-230400">
              <a:lnSpc>
                <a:spcPct val="100000"/>
              </a:lnSpc>
              <a:defRPr lang="en-US" sz="2400" kern="1200" dirty="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US" dirty="0"/>
              <a:t>Click to add text here. </a:t>
            </a:r>
            <a:br>
              <a:rPr lang="en-US" dirty="0"/>
            </a:br>
            <a:r>
              <a:rPr lang="en-US" dirty="0"/>
              <a:t>When pasting copy from other slides, be sure to right-click and choose ‘Keep text only’</a:t>
            </a:r>
            <a:r>
              <a:rPr lang="en-GB" dirty="0"/>
              <a: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Text Placeholder 14">
            <a:extLst>
              <a:ext uri="{FF2B5EF4-FFF2-40B4-BE49-F238E27FC236}">
                <a16:creationId xmlns:a16="http://schemas.microsoft.com/office/drawing/2014/main" id="{0B389EFA-BE5F-4B72-ACD5-3C006758495E}"/>
              </a:ext>
            </a:extLst>
          </p:cNvPr>
          <p:cNvSpPr>
            <a:spLocks noGrp="1"/>
          </p:cNvSpPr>
          <p:nvPr>
            <p:ph type="body" sz="quarter" idx="22" hasCustomPrompt="1"/>
          </p:nvPr>
        </p:nvSpPr>
        <p:spPr>
          <a:xfrm>
            <a:off x="609600" y="4034382"/>
            <a:ext cx="3657600" cy="2012400"/>
          </a:xfrm>
          <a:prstGeom prst="rect">
            <a:avLst/>
          </a:prstGeom>
          <a:solidFill>
            <a:schemeClr val="accent1"/>
          </a:solidFill>
        </p:spPr>
        <p:txBody>
          <a:bodyPr wrap="square" lIns="306000" tIns="0" rIns="306000" bIns="0" anchor="ctr" anchorCtr="0">
            <a:normAutofit/>
          </a:bodyPr>
          <a:lstStyle>
            <a:lvl1pPr marL="0" indent="0" algn="l">
              <a:lnSpc>
                <a:spcPct val="100000"/>
              </a:lnSpc>
              <a:buNone/>
              <a:defRPr>
                <a:solidFill>
                  <a:schemeClr val="bg1"/>
                </a:solidFill>
                <a:latin typeface="+mj-lt"/>
              </a:defRPr>
            </a:lvl1pPr>
          </a:lstStyle>
          <a:p>
            <a:pPr lvl="0"/>
            <a:r>
              <a:rPr lang="en-US" dirty="0"/>
              <a:t>Click to add callout or key figure</a:t>
            </a:r>
          </a:p>
        </p:txBody>
      </p:sp>
      <p:sp>
        <p:nvSpPr>
          <p:cNvPr id="3" name="Title 2">
            <a:extLst>
              <a:ext uri="{FF2B5EF4-FFF2-40B4-BE49-F238E27FC236}">
                <a16:creationId xmlns:a16="http://schemas.microsoft.com/office/drawing/2014/main" id="{03986FB4-3DE1-8A48-1A75-1ECACF70F09F}"/>
              </a:ext>
            </a:extLst>
          </p:cNvPr>
          <p:cNvSpPr>
            <a:spLocks noGrp="1"/>
          </p:cNvSpPr>
          <p:nvPr>
            <p:ph type="title" hasCustomPrompt="1"/>
          </p:nvPr>
        </p:nvSpPr>
        <p:spPr>
          <a:xfrm>
            <a:off x="609600" y="401638"/>
            <a:ext cx="10972800" cy="914400"/>
          </a:xfrm>
        </p:spPr>
        <p:txBody>
          <a:bodyPr/>
          <a:lstStyle/>
          <a:p>
            <a:r>
              <a:rPr lang="en-US" dirty="0"/>
              <a:t>Click to enter title here</a:t>
            </a:r>
          </a:p>
        </p:txBody>
      </p:sp>
      <p:cxnSp>
        <p:nvCxnSpPr>
          <p:cNvPr id="19" name="Straight Connector 18">
            <a:extLst>
              <a:ext uri="{FF2B5EF4-FFF2-40B4-BE49-F238E27FC236}">
                <a16:creationId xmlns:a16="http://schemas.microsoft.com/office/drawing/2014/main" id="{DC01966D-8FCF-F1C1-579C-4BCC5E36507D}"/>
              </a:ext>
            </a:extLst>
          </p:cNvPr>
          <p:cNvCxnSpPr>
            <a:cxnSpLocks/>
          </p:cNvCxnSpPr>
          <p:nvPr userDrawn="1"/>
        </p:nvCxnSpPr>
        <p:spPr>
          <a:xfrm>
            <a:off x="4572003" y="1468438"/>
            <a:ext cx="0" cy="45783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820855624"/>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 Column Heading List">
    <p:spTree>
      <p:nvGrpSpPr>
        <p:cNvPr id="1" name=""/>
        <p:cNvGrpSpPr/>
        <p:nvPr/>
      </p:nvGrpSpPr>
      <p:grpSpPr>
        <a:xfrm>
          <a:off x="0" y="0"/>
          <a:ext cx="0" cy="0"/>
          <a:chOff x="0" y="0"/>
          <a:chExt cx="0" cy="0"/>
        </a:xfrm>
      </p:grpSpPr>
      <p:sp>
        <p:nvSpPr>
          <p:cNvPr id="8" name="Text Placeholder 96">
            <a:extLst>
              <a:ext uri="{FF2B5EF4-FFF2-40B4-BE49-F238E27FC236}">
                <a16:creationId xmlns:a16="http://schemas.microsoft.com/office/drawing/2014/main" id="{ADE2FC00-C8CB-4E19-BA1A-C2DF3D5D8C10}"/>
              </a:ext>
            </a:extLst>
          </p:cNvPr>
          <p:cNvSpPr>
            <a:spLocks noGrp="1"/>
          </p:cNvSpPr>
          <p:nvPr>
            <p:ph type="body" sz="quarter" idx="111" hasCustomPrompt="1"/>
          </p:nvPr>
        </p:nvSpPr>
        <p:spPr>
          <a:xfrm>
            <a:off x="609602" y="6200775"/>
            <a:ext cx="9753597" cy="657225"/>
          </a:xfrm>
        </p:spPr>
        <p:txBody>
          <a:bodyPr lIns="0" bIns="72000" anchor="b" anchorCtr="0">
            <a:noAutofit/>
          </a:bodyPr>
          <a:lstStyle>
            <a:lvl1pPr>
              <a:lnSpc>
                <a:spcPct val="100000"/>
              </a:lnSpc>
              <a:spcAft>
                <a:spcPts val="300"/>
              </a:spcAft>
              <a:buNone/>
              <a:defRPr sz="800"/>
            </a:lvl1pPr>
          </a:lstStyle>
          <a:p>
            <a:pPr lvl="0"/>
            <a:r>
              <a:rPr lang="en-US" dirty="0"/>
              <a:t>Footnotes</a:t>
            </a:r>
          </a:p>
        </p:txBody>
      </p:sp>
      <p:sp>
        <p:nvSpPr>
          <p:cNvPr id="6" name="Date Placeholder 5">
            <a:extLst>
              <a:ext uri="{FF2B5EF4-FFF2-40B4-BE49-F238E27FC236}">
                <a16:creationId xmlns:a16="http://schemas.microsoft.com/office/drawing/2014/main" id="{9013136D-000F-468E-82F7-78627545D641}"/>
              </a:ext>
            </a:extLst>
          </p:cNvPr>
          <p:cNvSpPr>
            <a:spLocks noGrp="1"/>
          </p:cNvSpPr>
          <p:nvPr>
            <p:ph type="dt" sz="half" idx="16"/>
          </p:nvPr>
        </p:nvSpPr>
        <p:spPr/>
        <p:txBody>
          <a:bodyPr/>
          <a:lstStyle>
            <a:lvl1pPr>
              <a:lnSpc>
                <a:spcPct val="100000"/>
              </a:lnSpc>
              <a:defRPr/>
            </a:lvl1pPr>
          </a:lstStyle>
          <a:p>
            <a:endParaRPr lang="en-GB"/>
          </a:p>
        </p:txBody>
      </p:sp>
      <p:sp>
        <p:nvSpPr>
          <p:cNvPr id="18" name="Text Placeholder 17">
            <a:extLst>
              <a:ext uri="{FF2B5EF4-FFF2-40B4-BE49-F238E27FC236}">
                <a16:creationId xmlns:a16="http://schemas.microsoft.com/office/drawing/2014/main" id="{D5B1D31A-1072-4488-8176-064D101F59B2}"/>
              </a:ext>
            </a:extLst>
          </p:cNvPr>
          <p:cNvSpPr>
            <a:spLocks noGrp="1"/>
          </p:cNvSpPr>
          <p:nvPr>
            <p:ph type="body" sz="quarter" idx="15" hasCustomPrompt="1"/>
          </p:nvPr>
        </p:nvSpPr>
        <p:spPr>
          <a:xfrm>
            <a:off x="609600" y="2285774"/>
            <a:ext cx="10972800" cy="3761003"/>
          </a:xfrm>
          <a:noFill/>
          <a:ln>
            <a:solidFill>
              <a:schemeClr val="accent1"/>
            </a:solidFill>
          </a:ln>
        </p:spPr>
        <p:txBody>
          <a:bodyPr lIns="180000" tIns="180000" rIns="180000" bIns="180000">
            <a:noAutofit/>
          </a:bodyPr>
          <a:lstStyle>
            <a:lvl1pPr>
              <a:lnSpc>
                <a:spcPct val="100000"/>
              </a:lnSpc>
              <a:defRPr/>
            </a:lvl1pPr>
            <a:lvl2pPr marL="460800" indent="-230400">
              <a:lnSpc>
                <a:spcPct val="100000"/>
              </a:lnSpc>
              <a:defRPr lang="en-US" sz="2400" kern="1200" dirty="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US" dirty="0"/>
              <a:t>Click to add text here. </a:t>
            </a:r>
            <a:br>
              <a:rPr lang="en-US" dirty="0"/>
            </a:br>
            <a:r>
              <a:rPr lang="en-US" dirty="0"/>
              <a:t>When pasting copy from other slides, be sure to right-click and choose ‘Keep text only’.</a:t>
            </a:r>
            <a:endParaRPr lang="en-GB" dirty="0"/>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Text Placeholder 14">
            <a:extLst>
              <a:ext uri="{FF2B5EF4-FFF2-40B4-BE49-F238E27FC236}">
                <a16:creationId xmlns:a16="http://schemas.microsoft.com/office/drawing/2014/main" id="{2CAD35DC-4ECF-4C00-A17E-91E10762897F}"/>
              </a:ext>
            </a:extLst>
          </p:cNvPr>
          <p:cNvSpPr>
            <a:spLocks noGrp="1"/>
          </p:cNvSpPr>
          <p:nvPr>
            <p:ph type="body" sz="quarter" idx="13" hasCustomPrompt="1"/>
          </p:nvPr>
        </p:nvSpPr>
        <p:spPr>
          <a:xfrm>
            <a:off x="610351" y="1468438"/>
            <a:ext cx="10972800" cy="817200"/>
          </a:xfrm>
          <a:solidFill>
            <a:schemeClr val="accent1"/>
          </a:solidFill>
          <a:ln>
            <a:solidFill>
              <a:schemeClr val="accent1"/>
            </a:solidFill>
          </a:ln>
        </p:spPr>
        <p:txBody>
          <a:bodyPr lIns="180000" rIns="180000" anchor="ctr" anchorCtr="0">
            <a:noAutofit/>
          </a:bodyPr>
          <a:lstStyle>
            <a:lvl1pPr marL="0" indent="0">
              <a:lnSpc>
                <a:spcPct val="100000"/>
              </a:lnSpc>
              <a:buNone/>
              <a:defRPr b="1">
                <a:solidFill>
                  <a:schemeClr val="bg1"/>
                </a:solidFill>
              </a:defRPr>
            </a:lvl1pPr>
            <a:lvl2pPr marL="0" indent="0">
              <a:buNone/>
              <a:defRPr/>
            </a:lvl2pPr>
          </a:lstStyle>
          <a:p>
            <a:pPr lvl="0"/>
            <a:r>
              <a:rPr lang="en-US" dirty="0"/>
              <a:t>Click to add heading</a:t>
            </a:r>
          </a:p>
        </p:txBody>
      </p:sp>
      <p:sp>
        <p:nvSpPr>
          <p:cNvPr id="10" name="Slide Number Placeholder 9">
            <a:extLst>
              <a:ext uri="{FF2B5EF4-FFF2-40B4-BE49-F238E27FC236}">
                <a16:creationId xmlns:a16="http://schemas.microsoft.com/office/drawing/2014/main" id="{D62F3963-DA4D-4494-BBE3-B9E276AB4C0D}"/>
              </a:ext>
            </a:extLst>
          </p:cNvPr>
          <p:cNvSpPr>
            <a:spLocks noGrp="1"/>
          </p:cNvSpPr>
          <p:nvPr>
            <p:ph type="sldNum" sz="quarter" idx="18"/>
          </p:nvPr>
        </p:nvSpPr>
        <p:spPr/>
        <p:txBody>
          <a:bodyPr/>
          <a:lstStyle>
            <a:lvl1pPr>
              <a:lnSpc>
                <a:spcPct val="100000"/>
              </a:lnSpc>
              <a:defRPr/>
            </a:lvl1pPr>
          </a:lstStyle>
          <a:p>
            <a:fld id="{F8E47D07-9D1E-4FE9-B31A-2F5863681021}" type="slidenum">
              <a:rPr lang="en-GB" smtClean="0"/>
              <a:pPr/>
              <a:t>‹#›</a:t>
            </a:fld>
            <a:endParaRPr lang="en-GB"/>
          </a:p>
        </p:txBody>
      </p:sp>
      <p:sp>
        <p:nvSpPr>
          <p:cNvPr id="3" name="Title 2">
            <a:extLst>
              <a:ext uri="{FF2B5EF4-FFF2-40B4-BE49-F238E27FC236}">
                <a16:creationId xmlns:a16="http://schemas.microsoft.com/office/drawing/2014/main" id="{7374FAE0-84B7-4520-A8FF-5F7E3FA83115}"/>
              </a:ext>
            </a:extLst>
          </p:cNvPr>
          <p:cNvSpPr>
            <a:spLocks noGrp="1"/>
          </p:cNvSpPr>
          <p:nvPr>
            <p:ph type="title" hasCustomPrompt="1"/>
          </p:nvPr>
        </p:nvSpPr>
        <p:spPr/>
        <p:txBody>
          <a:bodyPr/>
          <a:lstStyle/>
          <a:p>
            <a:r>
              <a:rPr lang="en-US" dirty="0"/>
              <a:t>Click to enter title here</a:t>
            </a:r>
          </a:p>
        </p:txBody>
      </p:sp>
    </p:spTree>
    <p:custDataLst>
      <p:tags r:id="rId1"/>
    </p:custDataLst>
    <p:extLst>
      <p:ext uri="{BB962C8B-B14F-4D97-AF65-F5344CB8AC3E}">
        <p14:creationId xmlns:p14="http://schemas.microsoft.com/office/powerpoint/2010/main" val="3146677799"/>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 Column Heading List">
    <p:spTree>
      <p:nvGrpSpPr>
        <p:cNvPr id="1" name=""/>
        <p:cNvGrpSpPr/>
        <p:nvPr/>
      </p:nvGrpSpPr>
      <p:grpSpPr>
        <a:xfrm>
          <a:off x="0" y="0"/>
          <a:ext cx="0" cy="0"/>
          <a:chOff x="0" y="0"/>
          <a:chExt cx="0" cy="0"/>
        </a:xfrm>
      </p:grpSpPr>
      <p:sp>
        <p:nvSpPr>
          <p:cNvPr id="10" name="Text Placeholder 96">
            <a:extLst>
              <a:ext uri="{FF2B5EF4-FFF2-40B4-BE49-F238E27FC236}">
                <a16:creationId xmlns:a16="http://schemas.microsoft.com/office/drawing/2014/main" id="{2637D735-30A5-485A-99EE-308975B4856D}"/>
              </a:ext>
            </a:extLst>
          </p:cNvPr>
          <p:cNvSpPr>
            <a:spLocks noGrp="1"/>
          </p:cNvSpPr>
          <p:nvPr>
            <p:ph type="body" sz="quarter" idx="111" hasCustomPrompt="1"/>
          </p:nvPr>
        </p:nvSpPr>
        <p:spPr>
          <a:xfrm>
            <a:off x="609600" y="6200775"/>
            <a:ext cx="9753599" cy="657225"/>
          </a:xfrm>
        </p:spPr>
        <p:txBody>
          <a:bodyPr lIns="0" bIns="72000" anchor="b" anchorCtr="0">
            <a:noAutofit/>
          </a:bodyPr>
          <a:lstStyle>
            <a:lvl1pPr>
              <a:lnSpc>
                <a:spcPct val="100000"/>
              </a:lnSpc>
              <a:spcAft>
                <a:spcPts val="300"/>
              </a:spcAft>
              <a:buNone/>
              <a:defRPr sz="800"/>
            </a:lvl1pPr>
          </a:lstStyle>
          <a:p>
            <a:pPr lvl="0"/>
            <a:r>
              <a:rPr lang="en-US" dirty="0"/>
              <a:t>Footnotes</a:t>
            </a:r>
          </a:p>
        </p:txBody>
      </p:sp>
      <p:sp>
        <p:nvSpPr>
          <p:cNvPr id="3" name="Date Placeholder 2">
            <a:extLst>
              <a:ext uri="{FF2B5EF4-FFF2-40B4-BE49-F238E27FC236}">
                <a16:creationId xmlns:a16="http://schemas.microsoft.com/office/drawing/2014/main" id="{7CD3461D-2D14-40AF-A11E-E32A29AD5DDA}"/>
              </a:ext>
            </a:extLst>
          </p:cNvPr>
          <p:cNvSpPr>
            <a:spLocks noGrp="1"/>
          </p:cNvSpPr>
          <p:nvPr>
            <p:ph type="dt" sz="half" idx="10"/>
          </p:nvPr>
        </p:nvSpPr>
        <p:spPr/>
        <p:txBody>
          <a:bodyPr/>
          <a:lstStyle>
            <a:lvl1pPr>
              <a:lnSpc>
                <a:spcPct val="100000"/>
              </a:lnSpc>
              <a:defRPr/>
            </a:lvl1pPr>
          </a:lstStyle>
          <a:p>
            <a:endParaRPr lang="en-GB"/>
          </a:p>
        </p:txBody>
      </p:sp>
      <p:sp>
        <p:nvSpPr>
          <p:cNvPr id="18" name="Text Placeholder 17">
            <a:extLst>
              <a:ext uri="{FF2B5EF4-FFF2-40B4-BE49-F238E27FC236}">
                <a16:creationId xmlns:a16="http://schemas.microsoft.com/office/drawing/2014/main" id="{D5B1D31A-1072-4488-8176-064D101F59B2}"/>
              </a:ext>
            </a:extLst>
          </p:cNvPr>
          <p:cNvSpPr>
            <a:spLocks noGrp="1"/>
          </p:cNvSpPr>
          <p:nvPr>
            <p:ph type="body" sz="quarter" idx="15" hasCustomPrompt="1"/>
          </p:nvPr>
        </p:nvSpPr>
        <p:spPr>
          <a:xfrm>
            <a:off x="609600" y="2285774"/>
            <a:ext cx="5181976" cy="3761003"/>
          </a:xfrm>
          <a:noFill/>
          <a:ln>
            <a:solidFill>
              <a:schemeClr val="accent1"/>
            </a:solidFill>
          </a:ln>
        </p:spPr>
        <p:txBody>
          <a:bodyPr lIns="180000" tIns="180000" rIns="180000" bIns="180000">
            <a:noAutofit/>
          </a:bodyPr>
          <a:lstStyle>
            <a:lvl1pPr>
              <a:lnSpc>
                <a:spcPct val="100000"/>
              </a:lnSpc>
              <a:defRPr/>
            </a:lvl1pPr>
            <a:lvl2pPr marL="460800" indent="-230400">
              <a:lnSpc>
                <a:spcPct val="100000"/>
              </a:lnSpc>
              <a:defRPr lang="en-US" sz="2400" kern="1200" dirty="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US" dirty="0"/>
              <a:t>Click to add text here. </a:t>
            </a:r>
            <a:br>
              <a:rPr lang="en-US" dirty="0"/>
            </a:br>
            <a:r>
              <a:rPr lang="en-US" dirty="0"/>
              <a:t>When pasting copy from other slides, be sure to right-click and choose ‘Keep text only’.</a:t>
            </a:r>
            <a:endParaRPr lang="en-GB" dirty="0"/>
          </a:p>
          <a:p>
            <a:pPr lvl="1"/>
            <a:r>
              <a:rPr lang="en-GB" dirty="0"/>
              <a:t>Second level</a:t>
            </a:r>
          </a:p>
          <a:p>
            <a:pPr lvl="2"/>
            <a:r>
              <a:rPr lang="en-GB" dirty="0"/>
              <a:t>Third level</a:t>
            </a:r>
          </a:p>
          <a:p>
            <a:pPr lvl="3"/>
            <a:r>
              <a:rPr lang="en-GB" dirty="0"/>
              <a:t>Fourth level</a:t>
            </a:r>
          </a:p>
          <a:p>
            <a:pPr lvl="4"/>
            <a:r>
              <a:rPr lang="en-GB" dirty="0"/>
              <a:t>Fifth level</a:t>
            </a:r>
          </a:p>
        </p:txBody>
      </p:sp>
      <p:sp>
        <p:nvSpPr>
          <p:cNvPr id="5" name="Slide Number Placeholder 4">
            <a:extLst>
              <a:ext uri="{FF2B5EF4-FFF2-40B4-BE49-F238E27FC236}">
                <a16:creationId xmlns:a16="http://schemas.microsoft.com/office/drawing/2014/main" id="{F8382FB9-7D18-4174-9B0A-336A77C9A80A}"/>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15" name="Text Placeholder 14">
            <a:extLst>
              <a:ext uri="{FF2B5EF4-FFF2-40B4-BE49-F238E27FC236}">
                <a16:creationId xmlns:a16="http://schemas.microsoft.com/office/drawing/2014/main" id="{2CAD35DC-4ECF-4C00-A17E-91E10762897F}"/>
              </a:ext>
            </a:extLst>
          </p:cNvPr>
          <p:cNvSpPr>
            <a:spLocks noGrp="1"/>
          </p:cNvSpPr>
          <p:nvPr>
            <p:ph type="body" sz="quarter" idx="13" hasCustomPrompt="1"/>
          </p:nvPr>
        </p:nvSpPr>
        <p:spPr>
          <a:xfrm>
            <a:off x="610351" y="1468438"/>
            <a:ext cx="5181976" cy="817200"/>
          </a:xfrm>
          <a:solidFill>
            <a:schemeClr val="accent1"/>
          </a:solidFill>
          <a:ln>
            <a:solidFill>
              <a:schemeClr val="accent1"/>
            </a:solidFill>
          </a:ln>
        </p:spPr>
        <p:txBody>
          <a:bodyPr lIns="180000" rIns="180000" anchor="ctr" anchorCtr="0">
            <a:noAutofit/>
          </a:bodyPr>
          <a:lstStyle>
            <a:lvl1pPr marL="0" indent="0">
              <a:lnSpc>
                <a:spcPct val="100000"/>
              </a:lnSpc>
              <a:buNone/>
              <a:defRPr b="1">
                <a:solidFill>
                  <a:schemeClr val="bg1"/>
                </a:solidFill>
              </a:defRPr>
            </a:lvl1pPr>
            <a:lvl2pPr marL="0" indent="0">
              <a:buNone/>
              <a:defRPr/>
            </a:lvl2pPr>
          </a:lstStyle>
          <a:p>
            <a:pPr lvl="0"/>
            <a:r>
              <a:rPr lang="en-US" dirty="0"/>
              <a:t>Click to add heading</a:t>
            </a:r>
          </a:p>
        </p:txBody>
      </p:sp>
      <p:sp>
        <p:nvSpPr>
          <p:cNvPr id="19" name="Text Placeholder 17">
            <a:extLst>
              <a:ext uri="{FF2B5EF4-FFF2-40B4-BE49-F238E27FC236}">
                <a16:creationId xmlns:a16="http://schemas.microsoft.com/office/drawing/2014/main" id="{10B4C999-11DB-49A6-8AB3-B2F9DC1BC18C}"/>
              </a:ext>
            </a:extLst>
          </p:cNvPr>
          <p:cNvSpPr>
            <a:spLocks noGrp="1"/>
          </p:cNvSpPr>
          <p:nvPr>
            <p:ph type="body" sz="quarter" idx="16" hasCustomPrompt="1"/>
          </p:nvPr>
        </p:nvSpPr>
        <p:spPr>
          <a:xfrm>
            <a:off x="6400424" y="2285774"/>
            <a:ext cx="5181976" cy="3761003"/>
          </a:xfrm>
          <a:noFill/>
          <a:ln>
            <a:solidFill>
              <a:schemeClr val="accent3"/>
            </a:solidFill>
          </a:ln>
        </p:spPr>
        <p:txBody>
          <a:bodyPr lIns="180000" tIns="180000" rIns="180000" bIns="180000">
            <a:noAutofit/>
          </a:bodyPr>
          <a:lstStyle>
            <a:lvl1pPr>
              <a:lnSpc>
                <a:spcPct val="100000"/>
              </a:lnSpc>
              <a:defRPr/>
            </a:lvl1pPr>
            <a:lvl2pPr marL="460800" indent="-230400">
              <a:lnSpc>
                <a:spcPct val="100000"/>
              </a:lnSpc>
              <a:defRPr lang="en-US" sz="2400" kern="1200" dirty="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US" dirty="0"/>
              <a:t>Click to add text here. </a:t>
            </a:r>
            <a:br>
              <a:rPr lang="en-US" dirty="0"/>
            </a:br>
            <a:r>
              <a:rPr lang="en-US" dirty="0"/>
              <a:t>When pasting copy from other slides, be sure to right-click and choose ‘Keep text only’.</a:t>
            </a:r>
            <a:endParaRPr lang="en-GB" dirty="0"/>
          </a:p>
          <a:p>
            <a:pPr lvl="1"/>
            <a:r>
              <a:rPr lang="en-GB" dirty="0"/>
              <a:t>Second level</a:t>
            </a:r>
          </a:p>
          <a:p>
            <a:pPr lvl="2"/>
            <a:r>
              <a:rPr lang="en-GB" dirty="0"/>
              <a:t>Third level</a:t>
            </a:r>
          </a:p>
          <a:p>
            <a:pPr lvl="3"/>
            <a:r>
              <a:rPr lang="en-GB" dirty="0"/>
              <a:t>Fourth level</a:t>
            </a:r>
          </a:p>
          <a:p>
            <a:pPr lvl="4"/>
            <a:r>
              <a:rPr lang="en-GB" dirty="0"/>
              <a:t>Fifth level</a:t>
            </a:r>
          </a:p>
        </p:txBody>
      </p:sp>
      <p:sp>
        <p:nvSpPr>
          <p:cNvPr id="20" name="Text Placeholder 14">
            <a:extLst>
              <a:ext uri="{FF2B5EF4-FFF2-40B4-BE49-F238E27FC236}">
                <a16:creationId xmlns:a16="http://schemas.microsoft.com/office/drawing/2014/main" id="{A536223E-63F7-4E44-BC93-B6626BCFEB33}"/>
              </a:ext>
            </a:extLst>
          </p:cNvPr>
          <p:cNvSpPr>
            <a:spLocks noGrp="1"/>
          </p:cNvSpPr>
          <p:nvPr>
            <p:ph type="body" sz="quarter" idx="17" hasCustomPrompt="1"/>
          </p:nvPr>
        </p:nvSpPr>
        <p:spPr>
          <a:xfrm>
            <a:off x="6400424" y="1468438"/>
            <a:ext cx="5181976" cy="817200"/>
          </a:xfrm>
          <a:solidFill>
            <a:schemeClr val="accent3"/>
          </a:solidFill>
          <a:ln>
            <a:solidFill>
              <a:schemeClr val="accent3"/>
            </a:solidFill>
          </a:ln>
        </p:spPr>
        <p:txBody>
          <a:bodyPr lIns="180000" rIns="180000" anchor="ctr" anchorCtr="0">
            <a:noAutofit/>
          </a:bodyPr>
          <a:lstStyle>
            <a:lvl1pPr marL="0" indent="0">
              <a:lnSpc>
                <a:spcPct val="100000"/>
              </a:lnSpc>
              <a:buNone/>
              <a:defRPr b="1">
                <a:solidFill>
                  <a:schemeClr val="bg1"/>
                </a:solidFill>
              </a:defRPr>
            </a:lvl1pPr>
            <a:lvl2pPr marL="0" indent="0">
              <a:buNone/>
              <a:defRPr/>
            </a:lvl2pPr>
          </a:lstStyle>
          <a:p>
            <a:pPr lvl="0"/>
            <a:r>
              <a:rPr lang="en-US" dirty="0"/>
              <a:t>Click to add heading</a:t>
            </a:r>
          </a:p>
        </p:txBody>
      </p:sp>
      <p:sp>
        <p:nvSpPr>
          <p:cNvPr id="4" name="Title 3">
            <a:extLst>
              <a:ext uri="{FF2B5EF4-FFF2-40B4-BE49-F238E27FC236}">
                <a16:creationId xmlns:a16="http://schemas.microsoft.com/office/drawing/2014/main" id="{D323D907-3C73-D52B-957D-6283C143DE0F}"/>
              </a:ext>
            </a:extLst>
          </p:cNvPr>
          <p:cNvSpPr>
            <a:spLocks noGrp="1"/>
          </p:cNvSpPr>
          <p:nvPr>
            <p:ph type="title" hasCustomPrompt="1"/>
          </p:nvPr>
        </p:nvSpPr>
        <p:spPr>
          <a:xfrm>
            <a:off x="609600" y="401638"/>
            <a:ext cx="10972800" cy="914400"/>
          </a:xfrm>
        </p:spPr>
        <p:txBody>
          <a:bodyPr/>
          <a:lstStyle/>
          <a:p>
            <a:r>
              <a:rPr lang="en-US" dirty="0"/>
              <a:t>Click to enter title here</a:t>
            </a:r>
          </a:p>
        </p:txBody>
      </p:sp>
    </p:spTree>
    <p:custDataLst>
      <p:tags r:id="rId1"/>
    </p:custDataLst>
    <p:extLst>
      <p:ext uri="{BB962C8B-B14F-4D97-AF65-F5344CB8AC3E}">
        <p14:creationId xmlns:p14="http://schemas.microsoft.com/office/powerpoint/2010/main" val="3434220272"/>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 Column Heading List">
    <p:spTree>
      <p:nvGrpSpPr>
        <p:cNvPr id="1" name=""/>
        <p:cNvGrpSpPr/>
        <p:nvPr/>
      </p:nvGrpSpPr>
      <p:grpSpPr>
        <a:xfrm>
          <a:off x="0" y="0"/>
          <a:ext cx="0" cy="0"/>
          <a:chOff x="0" y="0"/>
          <a:chExt cx="0" cy="0"/>
        </a:xfrm>
      </p:grpSpPr>
      <p:sp>
        <p:nvSpPr>
          <p:cNvPr id="12" name="Text Placeholder 96">
            <a:extLst>
              <a:ext uri="{FF2B5EF4-FFF2-40B4-BE49-F238E27FC236}">
                <a16:creationId xmlns:a16="http://schemas.microsoft.com/office/drawing/2014/main" id="{3693997A-5C93-43A3-8084-D3D97075252B}"/>
              </a:ext>
            </a:extLst>
          </p:cNvPr>
          <p:cNvSpPr>
            <a:spLocks noGrp="1"/>
          </p:cNvSpPr>
          <p:nvPr>
            <p:ph type="body" sz="quarter" idx="111" hasCustomPrompt="1"/>
          </p:nvPr>
        </p:nvSpPr>
        <p:spPr>
          <a:xfrm>
            <a:off x="609602" y="6200775"/>
            <a:ext cx="9753598" cy="657225"/>
          </a:xfrm>
        </p:spPr>
        <p:txBody>
          <a:bodyPr lIns="0" bIns="72000" anchor="b" anchorCtr="0">
            <a:noAutofit/>
          </a:bodyPr>
          <a:lstStyle>
            <a:lvl1pPr>
              <a:lnSpc>
                <a:spcPct val="100000"/>
              </a:lnSpc>
              <a:spcAft>
                <a:spcPts val="300"/>
              </a:spcAft>
              <a:buNone/>
              <a:defRPr sz="800"/>
            </a:lvl1pPr>
          </a:lstStyle>
          <a:p>
            <a:pPr lvl="0"/>
            <a:r>
              <a:rPr lang="en-US" dirty="0"/>
              <a:t>Footnotes</a:t>
            </a:r>
          </a:p>
        </p:txBody>
      </p:sp>
      <p:sp>
        <p:nvSpPr>
          <p:cNvPr id="6" name="Date Placeholder 5">
            <a:extLst>
              <a:ext uri="{FF2B5EF4-FFF2-40B4-BE49-F238E27FC236}">
                <a16:creationId xmlns:a16="http://schemas.microsoft.com/office/drawing/2014/main" id="{2004B821-BCFE-4694-8F07-82AA247F72F5}"/>
              </a:ext>
            </a:extLst>
          </p:cNvPr>
          <p:cNvSpPr>
            <a:spLocks noGrp="1"/>
          </p:cNvSpPr>
          <p:nvPr>
            <p:ph type="dt" sz="half" idx="20"/>
          </p:nvPr>
        </p:nvSpPr>
        <p:spPr/>
        <p:txBody>
          <a:bodyPr/>
          <a:lstStyle>
            <a:lvl1pPr>
              <a:lnSpc>
                <a:spcPct val="100000"/>
              </a:lnSpc>
              <a:defRPr/>
            </a:lvl1pPr>
          </a:lstStyle>
          <a:p>
            <a:endParaRPr lang="en-GB"/>
          </a:p>
        </p:txBody>
      </p:sp>
      <p:sp>
        <p:nvSpPr>
          <p:cNvPr id="18" name="Text Placeholder 17">
            <a:extLst>
              <a:ext uri="{FF2B5EF4-FFF2-40B4-BE49-F238E27FC236}">
                <a16:creationId xmlns:a16="http://schemas.microsoft.com/office/drawing/2014/main" id="{D5B1D31A-1072-4488-8176-064D101F59B2}"/>
              </a:ext>
            </a:extLst>
          </p:cNvPr>
          <p:cNvSpPr>
            <a:spLocks noGrp="1"/>
          </p:cNvSpPr>
          <p:nvPr>
            <p:ph type="body" sz="quarter" idx="15" hasCustomPrompt="1"/>
          </p:nvPr>
        </p:nvSpPr>
        <p:spPr>
          <a:xfrm>
            <a:off x="609601" y="2285774"/>
            <a:ext cx="3251450" cy="3761003"/>
          </a:xfrm>
          <a:noFill/>
          <a:ln>
            <a:solidFill>
              <a:schemeClr val="accent1"/>
            </a:solidFill>
          </a:ln>
        </p:spPr>
        <p:txBody>
          <a:bodyPr lIns="180000" tIns="180000" rIns="180000" bIns="180000">
            <a:noAutofit/>
          </a:bodyPr>
          <a:lstStyle>
            <a:lvl1pPr>
              <a:lnSpc>
                <a:spcPct val="100000"/>
              </a:lnSpc>
              <a:defRPr/>
            </a:lvl1pPr>
            <a:lvl2pPr marL="460800" indent="-230400">
              <a:lnSpc>
                <a:spcPct val="100000"/>
              </a:lnSpc>
              <a:defRPr lang="en-US" sz="2400" kern="1200" dirty="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US" dirty="0"/>
              <a:t>Click to add text here. </a:t>
            </a:r>
            <a:endParaRPr lang="en-GB" dirty="0"/>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Text Placeholder 14">
            <a:extLst>
              <a:ext uri="{FF2B5EF4-FFF2-40B4-BE49-F238E27FC236}">
                <a16:creationId xmlns:a16="http://schemas.microsoft.com/office/drawing/2014/main" id="{2CAD35DC-4ECF-4C00-A17E-91E10762897F}"/>
              </a:ext>
            </a:extLst>
          </p:cNvPr>
          <p:cNvSpPr>
            <a:spLocks noGrp="1"/>
          </p:cNvSpPr>
          <p:nvPr>
            <p:ph type="body" sz="quarter" idx="13" hasCustomPrompt="1"/>
          </p:nvPr>
        </p:nvSpPr>
        <p:spPr>
          <a:xfrm>
            <a:off x="609601" y="1468438"/>
            <a:ext cx="3251450" cy="817200"/>
          </a:xfrm>
          <a:solidFill>
            <a:schemeClr val="accent1"/>
          </a:solidFill>
          <a:ln>
            <a:solidFill>
              <a:schemeClr val="accent1"/>
            </a:solidFill>
          </a:ln>
        </p:spPr>
        <p:txBody>
          <a:bodyPr lIns="180000" rIns="180000" anchor="ctr" anchorCtr="0">
            <a:noAutofit/>
          </a:bodyPr>
          <a:lstStyle>
            <a:lvl1pPr marL="0" indent="0">
              <a:lnSpc>
                <a:spcPct val="100000"/>
              </a:lnSpc>
              <a:buNone/>
              <a:defRPr b="1">
                <a:solidFill>
                  <a:schemeClr val="bg1"/>
                </a:solidFill>
              </a:defRPr>
            </a:lvl1pPr>
            <a:lvl2pPr marL="0" indent="0">
              <a:buNone/>
              <a:defRPr/>
            </a:lvl2pPr>
          </a:lstStyle>
          <a:p>
            <a:pPr lvl="0"/>
            <a:r>
              <a:rPr lang="en-US" dirty="0"/>
              <a:t>Click to add heading</a:t>
            </a:r>
          </a:p>
        </p:txBody>
      </p:sp>
      <p:sp>
        <p:nvSpPr>
          <p:cNvPr id="19" name="Text Placeholder 17">
            <a:extLst>
              <a:ext uri="{FF2B5EF4-FFF2-40B4-BE49-F238E27FC236}">
                <a16:creationId xmlns:a16="http://schemas.microsoft.com/office/drawing/2014/main" id="{10B4C999-11DB-49A6-8AB3-B2F9DC1BC18C}"/>
              </a:ext>
            </a:extLst>
          </p:cNvPr>
          <p:cNvSpPr>
            <a:spLocks noGrp="1"/>
          </p:cNvSpPr>
          <p:nvPr>
            <p:ph type="body" sz="quarter" idx="16" hasCustomPrompt="1"/>
          </p:nvPr>
        </p:nvSpPr>
        <p:spPr>
          <a:xfrm>
            <a:off x="4470276" y="2285774"/>
            <a:ext cx="3251450" cy="3761003"/>
          </a:xfrm>
          <a:noFill/>
          <a:ln>
            <a:solidFill>
              <a:schemeClr val="accent3"/>
            </a:solidFill>
          </a:ln>
        </p:spPr>
        <p:txBody>
          <a:bodyPr lIns="180000" tIns="180000" rIns="180000" bIns="180000">
            <a:noAutofit/>
          </a:bodyPr>
          <a:lstStyle>
            <a:lvl1pPr>
              <a:lnSpc>
                <a:spcPct val="100000"/>
              </a:lnSpc>
              <a:defRPr/>
            </a:lvl1pPr>
            <a:lvl2pPr marL="460800" indent="-230400">
              <a:lnSpc>
                <a:spcPct val="100000"/>
              </a:lnSpc>
              <a:defRPr lang="en-US" sz="2400" kern="1200" dirty="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US" dirty="0"/>
              <a:t>Click to add text here. </a:t>
            </a:r>
            <a:endParaRPr lang="en-GB" dirty="0"/>
          </a:p>
          <a:p>
            <a:pPr lvl="1"/>
            <a:r>
              <a:rPr lang="en-GB" dirty="0"/>
              <a:t>Second level</a:t>
            </a:r>
          </a:p>
          <a:p>
            <a:pPr lvl="2"/>
            <a:r>
              <a:rPr lang="en-GB" dirty="0"/>
              <a:t>Third level</a:t>
            </a:r>
          </a:p>
          <a:p>
            <a:pPr lvl="3"/>
            <a:r>
              <a:rPr lang="en-GB" dirty="0"/>
              <a:t>Fourth level</a:t>
            </a:r>
          </a:p>
          <a:p>
            <a:pPr lvl="4"/>
            <a:r>
              <a:rPr lang="en-GB" dirty="0"/>
              <a:t>Fifth level</a:t>
            </a:r>
          </a:p>
        </p:txBody>
      </p:sp>
      <p:sp>
        <p:nvSpPr>
          <p:cNvPr id="20" name="Text Placeholder 14">
            <a:extLst>
              <a:ext uri="{FF2B5EF4-FFF2-40B4-BE49-F238E27FC236}">
                <a16:creationId xmlns:a16="http://schemas.microsoft.com/office/drawing/2014/main" id="{A536223E-63F7-4E44-BC93-B6626BCFEB33}"/>
              </a:ext>
            </a:extLst>
          </p:cNvPr>
          <p:cNvSpPr>
            <a:spLocks noGrp="1"/>
          </p:cNvSpPr>
          <p:nvPr>
            <p:ph type="body" sz="quarter" idx="17" hasCustomPrompt="1"/>
          </p:nvPr>
        </p:nvSpPr>
        <p:spPr>
          <a:xfrm>
            <a:off x="4470276" y="1468438"/>
            <a:ext cx="3251450" cy="817200"/>
          </a:xfrm>
          <a:solidFill>
            <a:schemeClr val="accent3"/>
          </a:solidFill>
          <a:ln>
            <a:solidFill>
              <a:schemeClr val="accent3"/>
            </a:solidFill>
          </a:ln>
        </p:spPr>
        <p:txBody>
          <a:bodyPr lIns="180000" rIns="180000" anchor="ctr" anchorCtr="0">
            <a:noAutofit/>
          </a:bodyPr>
          <a:lstStyle>
            <a:lvl1pPr marL="0" indent="0">
              <a:lnSpc>
                <a:spcPct val="100000"/>
              </a:lnSpc>
              <a:buNone/>
              <a:defRPr b="1">
                <a:solidFill>
                  <a:schemeClr val="bg1"/>
                </a:solidFill>
              </a:defRPr>
            </a:lvl1pPr>
            <a:lvl2pPr marL="0" indent="0">
              <a:buNone/>
              <a:defRPr/>
            </a:lvl2pPr>
          </a:lstStyle>
          <a:p>
            <a:pPr lvl="0"/>
            <a:r>
              <a:rPr lang="en-US" dirty="0"/>
              <a:t>Click to add heading</a:t>
            </a:r>
          </a:p>
        </p:txBody>
      </p:sp>
      <p:sp>
        <p:nvSpPr>
          <p:cNvPr id="21" name="Text Placeholder 17">
            <a:extLst>
              <a:ext uri="{FF2B5EF4-FFF2-40B4-BE49-F238E27FC236}">
                <a16:creationId xmlns:a16="http://schemas.microsoft.com/office/drawing/2014/main" id="{B8A0AAAB-DFCF-4F8D-90DA-DBD02013396C}"/>
              </a:ext>
            </a:extLst>
          </p:cNvPr>
          <p:cNvSpPr>
            <a:spLocks noGrp="1"/>
          </p:cNvSpPr>
          <p:nvPr>
            <p:ph type="body" sz="quarter" idx="18" hasCustomPrompt="1"/>
          </p:nvPr>
        </p:nvSpPr>
        <p:spPr>
          <a:xfrm>
            <a:off x="8330950" y="2285774"/>
            <a:ext cx="3251450" cy="3761003"/>
          </a:xfrm>
          <a:noFill/>
          <a:ln>
            <a:solidFill>
              <a:schemeClr val="tx1"/>
            </a:solidFill>
          </a:ln>
        </p:spPr>
        <p:txBody>
          <a:bodyPr lIns="180000" tIns="180000" rIns="180000" bIns="180000">
            <a:noAutofit/>
          </a:bodyPr>
          <a:lstStyle>
            <a:lvl1pPr>
              <a:lnSpc>
                <a:spcPct val="100000"/>
              </a:lnSpc>
              <a:defRPr>
                <a:solidFill>
                  <a:schemeClr val="tx1"/>
                </a:solidFill>
              </a:defRPr>
            </a:lvl1pPr>
            <a:lvl2pPr marL="460800" indent="-230400">
              <a:lnSpc>
                <a:spcPct val="100000"/>
              </a:lnSpc>
              <a:defRPr lang="en-US" sz="2400" kern="1200" dirty="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solidFill>
                  <a:schemeClr val="tx1"/>
                </a:solidFill>
              </a:defRPr>
            </a:lvl5pPr>
          </a:lstStyle>
          <a:p>
            <a:pPr lvl="0"/>
            <a:r>
              <a:rPr lang="en-US" dirty="0"/>
              <a:t>Click to add text here. </a:t>
            </a:r>
            <a:endParaRPr lang="en-GB" dirty="0"/>
          </a:p>
          <a:p>
            <a:pPr lvl="1"/>
            <a:r>
              <a:rPr lang="en-GB" dirty="0"/>
              <a:t>Second level</a:t>
            </a:r>
          </a:p>
          <a:p>
            <a:pPr lvl="2"/>
            <a:r>
              <a:rPr lang="en-GB" dirty="0"/>
              <a:t>Third level</a:t>
            </a:r>
          </a:p>
          <a:p>
            <a:pPr lvl="3"/>
            <a:r>
              <a:rPr lang="en-GB" dirty="0"/>
              <a:t>Fourth level</a:t>
            </a:r>
          </a:p>
          <a:p>
            <a:pPr lvl="4"/>
            <a:r>
              <a:rPr lang="en-GB" dirty="0"/>
              <a:t>Fifth level</a:t>
            </a:r>
          </a:p>
        </p:txBody>
      </p:sp>
      <p:sp>
        <p:nvSpPr>
          <p:cNvPr id="22" name="Text Placeholder 14">
            <a:extLst>
              <a:ext uri="{FF2B5EF4-FFF2-40B4-BE49-F238E27FC236}">
                <a16:creationId xmlns:a16="http://schemas.microsoft.com/office/drawing/2014/main" id="{489FFBF6-0D3D-4034-B412-EABCE7228008}"/>
              </a:ext>
            </a:extLst>
          </p:cNvPr>
          <p:cNvSpPr>
            <a:spLocks noGrp="1"/>
          </p:cNvSpPr>
          <p:nvPr>
            <p:ph type="body" sz="quarter" idx="19" hasCustomPrompt="1"/>
          </p:nvPr>
        </p:nvSpPr>
        <p:spPr>
          <a:xfrm>
            <a:off x="8330950" y="1468438"/>
            <a:ext cx="3251450" cy="817200"/>
          </a:xfrm>
          <a:solidFill>
            <a:schemeClr val="tx1"/>
          </a:solidFill>
          <a:ln>
            <a:solidFill>
              <a:schemeClr val="tx1"/>
            </a:solidFill>
          </a:ln>
        </p:spPr>
        <p:txBody>
          <a:bodyPr lIns="180000" rIns="180000" anchor="ctr" anchorCtr="0">
            <a:noAutofit/>
          </a:bodyPr>
          <a:lstStyle>
            <a:lvl1pPr marL="0" indent="0">
              <a:lnSpc>
                <a:spcPct val="100000"/>
              </a:lnSpc>
              <a:buNone/>
              <a:defRPr b="1">
                <a:solidFill>
                  <a:schemeClr val="bg1"/>
                </a:solidFill>
              </a:defRPr>
            </a:lvl1pPr>
            <a:lvl2pPr marL="0" indent="0">
              <a:buNone/>
              <a:defRPr/>
            </a:lvl2pPr>
          </a:lstStyle>
          <a:p>
            <a:pPr lvl="0"/>
            <a:r>
              <a:rPr lang="en-US" dirty="0"/>
              <a:t>Click to add heading</a:t>
            </a:r>
          </a:p>
        </p:txBody>
      </p:sp>
      <p:sp>
        <p:nvSpPr>
          <p:cNvPr id="8" name="Slide Number Placeholder 7">
            <a:extLst>
              <a:ext uri="{FF2B5EF4-FFF2-40B4-BE49-F238E27FC236}">
                <a16:creationId xmlns:a16="http://schemas.microsoft.com/office/drawing/2014/main" id="{879911E2-3D79-4D57-A4A5-99B310315A3A}"/>
              </a:ext>
            </a:extLst>
          </p:cNvPr>
          <p:cNvSpPr>
            <a:spLocks noGrp="1"/>
          </p:cNvSpPr>
          <p:nvPr>
            <p:ph type="sldNum" sz="quarter" idx="22"/>
          </p:nvPr>
        </p:nvSpPr>
        <p:spPr/>
        <p:txBody>
          <a:bodyPr/>
          <a:lstStyle>
            <a:lvl1pPr>
              <a:lnSpc>
                <a:spcPct val="100000"/>
              </a:lnSpc>
              <a:defRPr/>
            </a:lvl1pPr>
          </a:lstStyle>
          <a:p>
            <a:fld id="{F8E47D07-9D1E-4FE9-B31A-2F5863681021}" type="slidenum">
              <a:rPr lang="en-GB" smtClean="0"/>
              <a:pPr/>
              <a:t>‹#›</a:t>
            </a:fld>
            <a:endParaRPr lang="en-GB"/>
          </a:p>
        </p:txBody>
      </p:sp>
      <p:sp>
        <p:nvSpPr>
          <p:cNvPr id="4" name="Title 3">
            <a:extLst>
              <a:ext uri="{FF2B5EF4-FFF2-40B4-BE49-F238E27FC236}">
                <a16:creationId xmlns:a16="http://schemas.microsoft.com/office/drawing/2014/main" id="{31B845E6-1A8A-93E0-8ACC-3D2F7C09B37D}"/>
              </a:ext>
            </a:extLst>
          </p:cNvPr>
          <p:cNvSpPr>
            <a:spLocks noGrp="1"/>
          </p:cNvSpPr>
          <p:nvPr>
            <p:ph type="title" hasCustomPrompt="1"/>
          </p:nvPr>
        </p:nvSpPr>
        <p:spPr>
          <a:xfrm>
            <a:off x="609600" y="401638"/>
            <a:ext cx="10972800" cy="914400"/>
          </a:xfrm>
        </p:spPr>
        <p:txBody>
          <a:bodyPr/>
          <a:lstStyle/>
          <a:p>
            <a:r>
              <a:rPr lang="en-US" dirty="0"/>
              <a:t>Click to enter title here</a:t>
            </a:r>
          </a:p>
        </p:txBody>
      </p:sp>
    </p:spTree>
    <p:custDataLst>
      <p:tags r:id="rId1"/>
    </p:custDataLst>
    <p:extLst>
      <p:ext uri="{BB962C8B-B14F-4D97-AF65-F5344CB8AC3E}">
        <p14:creationId xmlns:p14="http://schemas.microsoft.com/office/powerpoint/2010/main" val="573269673"/>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 Column Heading List">
    <p:spTree>
      <p:nvGrpSpPr>
        <p:cNvPr id="1" name=""/>
        <p:cNvGrpSpPr/>
        <p:nvPr/>
      </p:nvGrpSpPr>
      <p:grpSpPr>
        <a:xfrm>
          <a:off x="0" y="0"/>
          <a:ext cx="0" cy="0"/>
          <a:chOff x="0" y="0"/>
          <a:chExt cx="0" cy="0"/>
        </a:xfrm>
      </p:grpSpPr>
      <p:sp>
        <p:nvSpPr>
          <p:cNvPr id="14" name="Text Placeholder 96">
            <a:extLst>
              <a:ext uri="{FF2B5EF4-FFF2-40B4-BE49-F238E27FC236}">
                <a16:creationId xmlns:a16="http://schemas.microsoft.com/office/drawing/2014/main" id="{C19B5F97-DA6F-4D23-91EB-F783A1590A4A}"/>
              </a:ext>
            </a:extLst>
          </p:cNvPr>
          <p:cNvSpPr>
            <a:spLocks noGrp="1"/>
          </p:cNvSpPr>
          <p:nvPr>
            <p:ph type="body" sz="quarter" idx="111" hasCustomPrompt="1"/>
          </p:nvPr>
        </p:nvSpPr>
        <p:spPr>
          <a:xfrm>
            <a:off x="609600" y="6200775"/>
            <a:ext cx="9753599" cy="657225"/>
          </a:xfrm>
        </p:spPr>
        <p:txBody>
          <a:bodyPr lIns="0" bIns="72000" anchor="b" anchorCtr="0">
            <a:noAutofit/>
          </a:bodyPr>
          <a:lstStyle>
            <a:lvl1pPr>
              <a:lnSpc>
                <a:spcPct val="100000"/>
              </a:lnSpc>
              <a:spcAft>
                <a:spcPts val="300"/>
              </a:spcAft>
              <a:buNone/>
              <a:defRPr sz="800"/>
            </a:lvl1pPr>
          </a:lstStyle>
          <a:p>
            <a:pPr lvl="0"/>
            <a:r>
              <a:rPr lang="en-US" dirty="0"/>
              <a:t>Footnotes</a:t>
            </a:r>
          </a:p>
        </p:txBody>
      </p:sp>
      <p:sp>
        <p:nvSpPr>
          <p:cNvPr id="8" name="Date Placeholder 7">
            <a:extLst>
              <a:ext uri="{FF2B5EF4-FFF2-40B4-BE49-F238E27FC236}">
                <a16:creationId xmlns:a16="http://schemas.microsoft.com/office/drawing/2014/main" id="{5FDF1C59-75D3-4D44-AA6A-CE846344781C}"/>
              </a:ext>
            </a:extLst>
          </p:cNvPr>
          <p:cNvSpPr>
            <a:spLocks noGrp="1"/>
          </p:cNvSpPr>
          <p:nvPr>
            <p:ph type="dt" sz="half" idx="22"/>
          </p:nvPr>
        </p:nvSpPr>
        <p:spPr/>
        <p:txBody>
          <a:bodyPr/>
          <a:lstStyle>
            <a:lvl1pPr>
              <a:lnSpc>
                <a:spcPct val="100000"/>
              </a:lnSpc>
              <a:defRPr/>
            </a:lvl1pPr>
          </a:lstStyle>
          <a:p>
            <a:endParaRPr lang="en-GB"/>
          </a:p>
        </p:txBody>
      </p:sp>
      <p:sp>
        <p:nvSpPr>
          <p:cNvPr id="18" name="Text Placeholder 17">
            <a:extLst>
              <a:ext uri="{FF2B5EF4-FFF2-40B4-BE49-F238E27FC236}">
                <a16:creationId xmlns:a16="http://schemas.microsoft.com/office/drawing/2014/main" id="{D5B1D31A-1072-4488-8176-064D101F59B2}"/>
              </a:ext>
            </a:extLst>
          </p:cNvPr>
          <p:cNvSpPr>
            <a:spLocks noGrp="1"/>
          </p:cNvSpPr>
          <p:nvPr>
            <p:ph type="body" sz="quarter" idx="15" hasCustomPrompt="1"/>
          </p:nvPr>
        </p:nvSpPr>
        <p:spPr>
          <a:xfrm>
            <a:off x="609600" y="2287237"/>
            <a:ext cx="2514225" cy="3759539"/>
          </a:xfrm>
          <a:noFill/>
          <a:ln>
            <a:solidFill>
              <a:schemeClr val="accent1"/>
            </a:solidFill>
          </a:ln>
        </p:spPr>
        <p:txBody>
          <a:bodyPr lIns="180000" tIns="180000" rIns="180000" bIns="180000">
            <a:noAutofit/>
          </a:bodyPr>
          <a:lstStyle>
            <a:lvl1pPr>
              <a:lnSpc>
                <a:spcPct val="100000"/>
              </a:lnSpc>
              <a:defRPr/>
            </a:lvl1pPr>
            <a:lvl2pPr marL="460800" indent="-230400">
              <a:lnSpc>
                <a:spcPct val="100000"/>
              </a:lnSpc>
              <a:defRPr lang="en-US" sz="2400" kern="1200" dirty="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US" dirty="0"/>
              <a:t>Click to add text here. </a:t>
            </a:r>
            <a:endParaRPr lang="en-GB" dirty="0"/>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Text Placeholder 14">
            <a:extLst>
              <a:ext uri="{FF2B5EF4-FFF2-40B4-BE49-F238E27FC236}">
                <a16:creationId xmlns:a16="http://schemas.microsoft.com/office/drawing/2014/main" id="{2CAD35DC-4ECF-4C00-A17E-91E10762897F}"/>
              </a:ext>
            </a:extLst>
          </p:cNvPr>
          <p:cNvSpPr>
            <a:spLocks noGrp="1"/>
          </p:cNvSpPr>
          <p:nvPr>
            <p:ph type="body" sz="quarter" idx="13" hasCustomPrompt="1"/>
          </p:nvPr>
        </p:nvSpPr>
        <p:spPr>
          <a:xfrm>
            <a:off x="609600" y="1470037"/>
            <a:ext cx="2514225" cy="817200"/>
          </a:xfrm>
          <a:solidFill>
            <a:schemeClr val="accent1"/>
          </a:solidFill>
          <a:ln>
            <a:solidFill>
              <a:schemeClr val="accent1"/>
            </a:solidFill>
          </a:ln>
        </p:spPr>
        <p:txBody>
          <a:bodyPr lIns="180000" rIns="180000" anchor="ctr" anchorCtr="0">
            <a:noAutofit/>
          </a:bodyPr>
          <a:lstStyle>
            <a:lvl1pPr marL="0" indent="0">
              <a:lnSpc>
                <a:spcPct val="100000"/>
              </a:lnSpc>
              <a:buNone/>
              <a:defRPr b="1">
                <a:solidFill>
                  <a:schemeClr val="bg1"/>
                </a:solidFill>
              </a:defRPr>
            </a:lvl1pPr>
            <a:lvl2pPr marL="0" indent="0">
              <a:buNone/>
              <a:defRPr/>
            </a:lvl2pPr>
          </a:lstStyle>
          <a:p>
            <a:pPr lvl="0"/>
            <a:r>
              <a:rPr lang="en-US" dirty="0"/>
              <a:t>Click to add heading</a:t>
            </a:r>
          </a:p>
        </p:txBody>
      </p:sp>
      <p:sp>
        <p:nvSpPr>
          <p:cNvPr id="19" name="Text Placeholder 17">
            <a:extLst>
              <a:ext uri="{FF2B5EF4-FFF2-40B4-BE49-F238E27FC236}">
                <a16:creationId xmlns:a16="http://schemas.microsoft.com/office/drawing/2014/main" id="{10B4C999-11DB-49A6-8AB3-B2F9DC1BC18C}"/>
              </a:ext>
            </a:extLst>
          </p:cNvPr>
          <p:cNvSpPr>
            <a:spLocks noGrp="1"/>
          </p:cNvSpPr>
          <p:nvPr>
            <p:ph type="body" sz="quarter" idx="16" hasCustomPrompt="1"/>
          </p:nvPr>
        </p:nvSpPr>
        <p:spPr>
          <a:xfrm>
            <a:off x="3429125" y="2287237"/>
            <a:ext cx="2514225" cy="3759539"/>
          </a:xfrm>
          <a:noFill/>
          <a:ln>
            <a:solidFill>
              <a:schemeClr val="accent3"/>
            </a:solidFill>
          </a:ln>
        </p:spPr>
        <p:txBody>
          <a:bodyPr lIns="180000" tIns="180000" rIns="180000" bIns="180000">
            <a:noAutofit/>
          </a:bodyPr>
          <a:lstStyle>
            <a:lvl1pPr>
              <a:lnSpc>
                <a:spcPct val="100000"/>
              </a:lnSpc>
              <a:defRPr/>
            </a:lvl1pPr>
            <a:lvl2pPr marL="460800" indent="-230400">
              <a:lnSpc>
                <a:spcPct val="100000"/>
              </a:lnSpc>
              <a:defRPr lang="en-US" sz="2400" kern="1200" dirty="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US" dirty="0"/>
              <a:t>Click to add text here. </a:t>
            </a:r>
            <a:endParaRPr lang="en-GB" dirty="0"/>
          </a:p>
          <a:p>
            <a:pPr lvl="1"/>
            <a:r>
              <a:rPr lang="en-GB" dirty="0"/>
              <a:t>Second level</a:t>
            </a:r>
          </a:p>
          <a:p>
            <a:pPr lvl="2"/>
            <a:r>
              <a:rPr lang="en-GB" dirty="0"/>
              <a:t>Third level</a:t>
            </a:r>
          </a:p>
          <a:p>
            <a:pPr lvl="3"/>
            <a:r>
              <a:rPr lang="en-GB" dirty="0"/>
              <a:t>Fourth level</a:t>
            </a:r>
          </a:p>
          <a:p>
            <a:pPr lvl="4"/>
            <a:r>
              <a:rPr lang="en-GB" dirty="0"/>
              <a:t>Fifth level</a:t>
            </a:r>
          </a:p>
        </p:txBody>
      </p:sp>
      <p:sp>
        <p:nvSpPr>
          <p:cNvPr id="20" name="Text Placeholder 14">
            <a:extLst>
              <a:ext uri="{FF2B5EF4-FFF2-40B4-BE49-F238E27FC236}">
                <a16:creationId xmlns:a16="http://schemas.microsoft.com/office/drawing/2014/main" id="{A536223E-63F7-4E44-BC93-B6626BCFEB33}"/>
              </a:ext>
            </a:extLst>
          </p:cNvPr>
          <p:cNvSpPr>
            <a:spLocks noGrp="1"/>
          </p:cNvSpPr>
          <p:nvPr>
            <p:ph type="body" sz="quarter" idx="17" hasCustomPrompt="1"/>
          </p:nvPr>
        </p:nvSpPr>
        <p:spPr>
          <a:xfrm>
            <a:off x="3429125" y="1470037"/>
            <a:ext cx="2514225" cy="817200"/>
          </a:xfrm>
          <a:solidFill>
            <a:schemeClr val="accent3"/>
          </a:solidFill>
          <a:ln>
            <a:solidFill>
              <a:schemeClr val="accent3"/>
            </a:solidFill>
          </a:ln>
        </p:spPr>
        <p:txBody>
          <a:bodyPr lIns="180000" rIns="180000" anchor="ctr" anchorCtr="0">
            <a:noAutofit/>
          </a:bodyPr>
          <a:lstStyle>
            <a:lvl1pPr marL="0" indent="0">
              <a:lnSpc>
                <a:spcPct val="100000"/>
              </a:lnSpc>
              <a:buNone/>
              <a:defRPr b="1">
                <a:solidFill>
                  <a:schemeClr val="bg1"/>
                </a:solidFill>
              </a:defRPr>
            </a:lvl1pPr>
            <a:lvl2pPr marL="0" indent="0">
              <a:buNone/>
              <a:defRPr/>
            </a:lvl2pPr>
          </a:lstStyle>
          <a:p>
            <a:pPr lvl="0"/>
            <a:r>
              <a:rPr lang="en-US" dirty="0"/>
              <a:t>Click to add heading</a:t>
            </a:r>
          </a:p>
        </p:txBody>
      </p:sp>
      <p:sp>
        <p:nvSpPr>
          <p:cNvPr id="21" name="Text Placeholder 17">
            <a:extLst>
              <a:ext uri="{FF2B5EF4-FFF2-40B4-BE49-F238E27FC236}">
                <a16:creationId xmlns:a16="http://schemas.microsoft.com/office/drawing/2014/main" id="{B8A0AAAB-DFCF-4F8D-90DA-DBD02013396C}"/>
              </a:ext>
            </a:extLst>
          </p:cNvPr>
          <p:cNvSpPr>
            <a:spLocks noGrp="1"/>
          </p:cNvSpPr>
          <p:nvPr>
            <p:ph type="body" sz="quarter" idx="18" hasCustomPrompt="1"/>
          </p:nvPr>
        </p:nvSpPr>
        <p:spPr>
          <a:xfrm>
            <a:off x="6248650" y="2287237"/>
            <a:ext cx="2514225" cy="3759539"/>
          </a:xfrm>
          <a:noFill/>
          <a:ln>
            <a:solidFill>
              <a:schemeClr val="tx1"/>
            </a:solidFill>
          </a:ln>
        </p:spPr>
        <p:txBody>
          <a:bodyPr lIns="180000" tIns="180000" rIns="180000" bIns="180000">
            <a:noAutofit/>
          </a:bodyPr>
          <a:lstStyle>
            <a:lvl1pPr>
              <a:lnSpc>
                <a:spcPct val="100000"/>
              </a:lnSpc>
              <a:defRPr>
                <a:solidFill>
                  <a:schemeClr val="tx1"/>
                </a:solidFill>
              </a:defRPr>
            </a:lvl1pPr>
            <a:lvl2pPr marL="460800" indent="-230400">
              <a:lnSpc>
                <a:spcPct val="100000"/>
              </a:lnSpc>
              <a:defRPr lang="en-US" sz="2400" kern="1200" dirty="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solidFill>
                  <a:schemeClr val="tx1"/>
                </a:solidFill>
              </a:defRPr>
            </a:lvl5pPr>
          </a:lstStyle>
          <a:p>
            <a:pPr lvl="0"/>
            <a:r>
              <a:rPr lang="en-US" dirty="0"/>
              <a:t>Click to add text here.</a:t>
            </a:r>
            <a:endParaRPr lang="en-GB" dirty="0"/>
          </a:p>
          <a:p>
            <a:pPr lvl="1"/>
            <a:r>
              <a:rPr lang="en-GB" dirty="0"/>
              <a:t>Second level</a:t>
            </a:r>
          </a:p>
          <a:p>
            <a:pPr lvl="2"/>
            <a:r>
              <a:rPr lang="en-GB" dirty="0"/>
              <a:t>Third level</a:t>
            </a:r>
          </a:p>
          <a:p>
            <a:pPr lvl="3"/>
            <a:r>
              <a:rPr lang="en-GB" dirty="0"/>
              <a:t>Fourth level</a:t>
            </a:r>
          </a:p>
          <a:p>
            <a:pPr lvl="4"/>
            <a:r>
              <a:rPr lang="en-GB" dirty="0"/>
              <a:t>Fifth level</a:t>
            </a:r>
          </a:p>
        </p:txBody>
      </p:sp>
      <p:sp>
        <p:nvSpPr>
          <p:cNvPr id="22" name="Text Placeholder 14">
            <a:extLst>
              <a:ext uri="{FF2B5EF4-FFF2-40B4-BE49-F238E27FC236}">
                <a16:creationId xmlns:a16="http://schemas.microsoft.com/office/drawing/2014/main" id="{489FFBF6-0D3D-4034-B412-EABCE7228008}"/>
              </a:ext>
            </a:extLst>
          </p:cNvPr>
          <p:cNvSpPr>
            <a:spLocks noGrp="1"/>
          </p:cNvSpPr>
          <p:nvPr>
            <p:ph type="body" sz="quarter" idx="19" hasCustomPrompt="1"/>
          </p:nvPr>
        </p:nvSpPr>
        <p:spPr>
          <a:xfrm>
            <a:off x="6248650" y="1470037"/>
            <a:ext cx="2514225" cy="817200"/>
          </a:xfrm>
          <a:solidFill>
            <a:schemeClr val="tx1"/>
          </a:solidFill>
          <a:ln>
            <a:solidFill>
              <a:schemeClr val="tx1"/>
            </a:solidFill>
          </a:ln>
        </p:spPr>
        <p:txBody>
          <a:bodyPr lIns="180000" rIns="180000" anchor="ctr" anchorCtr="0">
            <a:noAutofit/>
          </a:bodyPr>
          <a:lstStyle>
            <a:lvl1pPr marL="0" indent="0">
              <a:lnSpc>
                <a:spcPct val="100000"/>
              </a:lnSpc>
              <a:buNone/>
              <a:defRPr b="1">
                <a:solidFill>
                  <a:schemeClr val="bg1"/>
                </a:solidFill>
              </a:defRPr>
            </a:lvl1pPr>
            <a:lvl2pPr marL="0" indent="0">
              <a:buNone/>
              <a:defRPr/>
            </a:lvl2pPr>
          </a:lstStyle>
          <a:p>
            <a:pPr lvl="0"/>
            <a:r>
              <a:rPr lang="en-US" dirty="0"/>
              <a:t>Click to add heading</a:t>
            </a:r>
          </a:p>
        </p:txBody>
      </p:sp>
      <p:sp>
        <p:nvSpPr>
          <p:cNvPr id="23" name="Text Placeholder 17">
            <a:extLst>
              <a:ext uri="{FF2B5EF4-FFF2-40B4-BE49-F238E27FC236}">
                <a16:creationId xmlns:a16="http://schemas.microsoft.com/office/drawing/2014/main" id="{07483DBB-6AB3-44E8-B476-D691A6DD7796}"/>
              </a:ext>
            </a:extLst>
          </p:cNvPr>
          <p:cNvSpPr>
            <a:spLocks noGrp="1"/>
          </p:cNvSpPr>
          <p:nvPr>
            <p:ph type="body" sz="quarter" idx="20" hasCustomPrompt="1"/>
          </p:nvPr>
        </p:nvSpPr>
        <p:spPr>
          <a:xfrm>
            <a:off x="9068175" y="2287237"/>
            <a:ext cx="2514225" cy="3759539"/>
          </a:xfrm>
          <a:noFill/>
          <a:ln>
            <a:solidFill>
              <a:srgbClr val="C4D0CD"/>
            </a:solidFill>
          </a:ln>
        </p:spPr>
        <p:txBody>
          <a:bodyPr lIns="180000" tIns="180000" rIns="180000" bIns="180000">
            <a:noAutofit/>
          </a:bodyPr>
          <a:lstStyle>
            <a:lvl1pPr>
              <a:lnSpc>
                <a:spcPct val="100000"/>
              </a:lnSpc>
              <a:defRPr>
                <a:solidFill>
                  <a:schemeClr val="tx1"/>
                </a:solidFill>
              </a:defRPr>
            </a:lvl1pPr>
            <a:lvl2pPr marL="460800" indent="-230400">
              <a:lnSpc>
                <a:spcPct val="100000"/>
              </a:lnSpc>
              <a:defRPr lang="en-US" sz="2400" kern="1200" dirty="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solidFill>
                  <a:schemeClr val="tx1"/>
                </a:solidFill>
              </a:defRPr>
            </a:lvl5pPr>
          </a:lstStyle>
          <a:p>
            <a:pPr lvl="0"/>
            <a:r>
              <a:rPr lang="en-US" dirty="0"/>
              <a:t>Click to add text here.</a:t>
            </a:r>
            <a:endParaRPr lang="en-GB" dirty="0"/>
          </a:p>
          <a:p>
            <a:pPr lvl="1"/>
            <a:r>
              <a:rPr lang="en-GB" dirty="0"/>
              <a:t>Second level</a:t>
            </a:r>
          </a:p>
          <a:p>
            <a:pPr lvl="2"/>
            <a:r>
              <a:rPr lang="en-GB" dirty="0"/>
              <a:t>Third level</a:t>
            </a:r>
          </a:p>
          <a:p>
            <a:pPr lvl="3"/>
            <a:r>
              <a:rPr lang="en-GB" dirty="0"/>
              <a:t>Fourth level</a:t>
            </a:r>
          </a:p>
          <a:p>
            <a:pPr lvl="4"/>
            <a:r>
              <a:rPr lang="en-GB" dirty="0"/>
              <a:t>Fifth level</a:t>
            </a:r>
          </a:p>
        </p:txBody>
      </p:sp>
      <p:sp>
        <p:nvSpPr>
          <p:cNvPr id="24" name="Text Placeholder 14">
            <a:extLst>
              <a:ext uri="{FF2B5EF4-FFF2-40B4-BE49-F238E27FC236}">
                <a16:creationId xmlns:a16="http://schemas.microsoft.com/office/drawing/2014/main" id="{794F06B4-05CB-4425-B43C-90CDB77D4DCD}"/>
              </a:ext>
            </a:extLst>
          </p:cNvPr>
          <p:cNvSpPr>
            <a:spLocks noGrp="1"/>
          </p:cNvSpPr>
          <p:nvPr>
            <p:ph type="body" sz="quarter" idx="21" hasCustomPrompt="1"/>
          </p:nvPr>
        </p:nvSpPr>
        <p:spPr>
          <a:xfrm>
            <a:off x="9068175" y="1470037"/>
            <a:ext cx="2514225" cy="817200"/>
          </a:xfrm>
          <a:solidFill>
            <a:srgbClr val="C4D0CD"/>
          </a:solidFill>
          <a:ln>
            <a:solidFill>
              <a:srgbClr val="C4D0CD"/>
            </a:solidFill>
          </a:ln>
        </p:spPr>
        <p:txBody>
          <a:bodyPr lIns="180000" rIns="180000" anchor="ctr" anchorCtr="0">
            <a:noAutofit/>
          </a:bodyPr>
          <a:lstStyle>
            <a:lvl1pPr marL="0" indent="0">
              <a:lnSpc>
                <a:spcPct val="100000"/>
              </a:lnSpc>
              <a:buNone/>
              <a:defRPr b="1">
                <a:solidFill>
                  <a:schemeClr val="tx1"/>
                </a:solidFill>
              </a:defRPr>
            </a:lvl1pPr>
            <a:lvl2pPr marL="0" indent="0">
              <a:buNone/>
              <a:defRPr/>
            </a:lvl2pPr>
          </a:lstStyle>
          <a:p>
            <a:pPr lvl="0"/>
            <a:r>
              <a:rPr lang="en-US" dirty="0"/>
              <a:t>Click to add heading</a:t>
            </a:r>
          </a:p>
        </p:txBody>
      </p:sp>
      <p:sp>
        <p:nvSpPr>
          <p:cNvPr id="10" name="Slide Number Placeholder 9">
            <a:extLst>
              <a:ext uri="{FF2B5EF4-FFF2-40B4-BE49-F238E27FC236}">
                <a16:creationId xmlns:a16="http://schemas.microsoft.com/office/drawing/2014/main" id="{507ABD0A-0B79-498A-8135-71083AB527F3}"/>
              </a:ext>
            </a:extLst>
          </p:cNvPr>
          <p:cNvSpPr>
            <a:spLocks noGrp="1"/>
          </p:cNvSpPr>
          <p:nvPr>
            <p:ph type="sldNum" sz="quarter" idx="24"/>
          </p:nvPr>
        </p:nvSpPr>
        <p:spPr/>
        <p:txBody>
          <a:bodyPr/>
          <a:lstStyle>
            <a:lvl1pPr>
              <a:lnSpc>
                <a:spcPct val="100000"/>
              </a:lnSpc>
              <a:defRPr/>
            </a:lvl1pPr>
          </a:lstStyle>
          <a:p>
            <a:fld id="{F8E47D07-9D1E-4FE9-B31A-2F5863681021}" type="slidenum">
              <a:rPr lang="en-GB" smtClean="0"/>
              <a:pPr/>
              <a:t>‹#›</a:t>
            </a:fld>
            <a:endParaRPr lang="en-GB"/>
          </a:p>
        </p:txBody>
      </p:sp>
      <p:sp>
        <p:nvSpPr>
          <p:cNvPr id="4" name="Title 3">
            <a:extLst>
              <a:ext uri="{FF2B5EF4-FFF2-40B4-BE49-F238E27FC236}">
                <a16:creationId xmlns:a16="http://schemas.microsoft.com/office/drawing/2014/main" id="{49F9E7D8-FC5E-3964-17F2-8561D6E604F1}"/>
              </a:ext>
            </a:extLst>
          </p:cNvPr>
          <p:cNvSpPr>
            <a:spLocks noGrp="1"/>
          </p:cNvSpPr>
          <p:nvPr>
            <p:ph type="title" hasCustomPrompt="1"/>
          </p:nvPr>
        </p:nvSpPr>
        <p:spPr>
          <a:xfrm>
            <a:off x="609600" y="401638"/>
            <a:ext cx="10972800" cy="914400"/>
          </a:xfrm>
        </p:spPr>
        <p:txBody>
          <a:bodyPr/>
          <a:lstStyle/>
          <a:p>
            <a:r>
              <a:rPr lang="en-US" dirty="0"/>
              <a:t>Click to enter title here</a:t>
            </a:r>
          </a:p>
        </p:txBody>
      </p:sp>
    </p:spTree>
    <p:custDataLst>
      <p:tags r:id="rId1"/>
    </p:custDataLst>
    <p:extLst>
      <p:ext uri="{BB962C8B-B14F-4D97-AF65-F5344CB8AC3E}">
        <p14:creationId xmlns:p14="http://schemas.microsoft.com/office/powerpoint/2010/main" val="3202849257"/>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Content (Dark)">
    <p:bg>
      <p:bgRef idx="1001">
        <a:schemeClr val="bg1"/>
      </p:bgRef>
    </p:bg>
    <p:spTree>
      <p:nvGrpSpPr>
        <p:cNvPr id="1" name=""/>
        <p:cNvGrpSpPr/>
        <p:nvPr/>
      </p:nvGrpSpPr>
      <p:grpSpPr>
        <a:xfrm>
          <a:off x="0" y="0"/>
          <a:ext cx="0" cy="0"/>
          <a:chOff x="0" y="0"/>
          <a:chExt cx="0" cy="0"/>
        </a:xfrm>
      </p:grpSpPr>
      <p:sp>
        <p:nvSpPr>
          <p:cNvPr id="11" name="Text Placeholder 96">
            <a:extLst>
              <a:ext uri="{FF2B5EF4-FFF2-40B4-BE49-F238E27FC236}">
                <a16:creationId xmlns:a16="http://schemas.microsoft.com/office/drawing/2014/main" id="{C949FF72-87ED-4607-89DB-176C532FA3A0}"/>
              </a:ext>
            </a:extLst>
          </p:cNvPr>
          <p:cNvSpPr>
            <a:spLocks noGrp="1"/>
          </p:cNvSpPr>
          <p:nvPr>
            <p:ph type="body" sz="quarter" idx="111" hasCustomPrompt="1"/>
          </p:nvPr>
        </p:nvSpPr>
        <p:spPr>
          <a:xfrm>
            <a:off x="609600" y="6200775"/>
            <a:ext cx="9753600" cy="657225"/>
          </a:xfrm>
        </p:spPr>
        <p:txBody>
          <a:bodyPr bIns="72000" anchor="b" anchorCtr="0">
            <a:noAutofit/>
          </a:bodyPr>
          <a:lstStyle>
            <a:lvl1pPr>
              <a:lnSpc>
                <a:spcPct val="100000"/>
              </a:lnSpc>
              <a:spcAft>
                <a:spcPts val="300"/>
              </a:spcAft>
              <a:buNone/>
              <a:defRPr sz="800"/>
            </a:lvl1pPr>
          </a:lstStyle>
          <a:p>
            <a:pPr lvl="0"/>
            <a:r>
              <a:rPr lang="en-US" dirty="0"/>
              <a:t>Footnotes</a:t>
            </a:r>
          </a:p>
        </p:txBody>
      </p:sp>
      <p:sp>
        <p:nvSpPr>
          <p:cNvPr id="7" name="Date Placeholder 6">
            <a:extLst>
              <a:ext uri="{FF2B5EF4-FFF2-40B4-BE49-F238E27FC236}">
                <a16:creationId xmlns:a16="http://schemas.microsoft.com/office/drawing/2014/main" id="{F002CC1A-50FF-4A50-8660-D325E3429D98}"/>
              </a:ext>
            </a:extLst>
          </p:cNvPr>
          <p:cNvSpPr>
            <a:spLocks noGrp="1"/>
          </p:cNvSpPr>
          <p:nvPr>
            <p:ph type="dt" sz="half" idx="20"/>
          </p:nvPr>
        </p:nvSpPr>
        <p:spPr/>
        <p:txBody>
          <a:bodyPr/>
          <a:lstStyle>
            <a:lvl1pPr>
              <a:lnSpc>
                <a:spcPct val="100000"/>
              </a:lnSpc>
              <a:defRPr/>
            </a:lvl1pPr>
          </a:lstStyle>
          <a:p>
            <a:endParaRPr lang="en-GB" dirty="0"/>
          </a:p>
        </p:txBody>
      </p:sp>
      <p:sp>
        <p:nvSpPr>
          <p:cNvPr id="10" name="Slide Number Placeholder 9">
            <a:extLst>
              <a:ext uri="{FF2B5EF4-FFF2-40B4-BE49-F238E27FC236}">
                <a16:creationId xmlns:a16="http://schemas.microsoft.com/office/drawing/2014/main" id="{7E938F29-84D5-4449-9358-343332B4BEF7}"/>
              </a:ext>
            </a:extLst>
          </p:cNvPr>
          <p:cNvSpPr>
            <a:spLocks noGrp="1"/>
          </p:cNvSpPr>
          <p:nvPr>
            <p:ph type="sldNum" sz="quarter" idx="22"/>
          </p:nvPr>
        </p:nvSpPr>
        <p:spPr/>
        <p:txBody>
          <a:bodyPr/>
          <a:lstStyle>
            <a:lvl1pPr>
              <a:lnSpc>
                <a:spcPct val="100000"/>
              </a:lnSpc>
              <a:defRPr/>
            </a:lvl1pPr>
          </a:lstStyle>
          <a:p>
            <a:fld id="{F8E47D07-9D1E-4FE9-B31A-2F5863681021}" type="slidenum">
              <a:rPr lang="en-GB" smtClean="0"/>
              <a:pPr/>
              <a:t>‹#›</a:t>
            </a:fld>
            <a:endParaRPr lang="en-GB"/>
          </a:p>
        </p:txBody>
      </p:sp>
      <p:sp>
        <p:nvSpPr>
          <p:cNvPr id="3" name="Title 2">
            <a:extLst>
              <a:ext uri="{FF2B5EF4-FFF2-40B4-BE49-F238E27FC236}">
                <a16:creationId xmlns:a16="http://schemas.microsoft.com/office/drawing/2014/main" id="{22AD159F-7756-3DA0-DF27-72115E048DD5}"/>
              </a:ext>
            </a:extLst>
          </p:cNvPr>
          <p:cNvSpPr>
            <a:spLocks noGrp="1"/>
          </p:cNvSpPr>
          <p:nvPr>
            <p:ph type="title" hasCustomPrompt="1"/>
          </p:nvPr>
        </p:nvSpPr>
        <p:spPr/>
        <p:txBody>
          <a:bodyPr/>
          <a:lstStyle>
            <a:lvl1pPr>
              <a:defRPr>
                <a:solidFill>
                  <a:schemeClr val="tx1"/>
                </a:solidFill>
              </a:defRPr>
            </a:lvl1pPr>
          </a:lstStyle>
          <a:p>
            <a:r>
              <a:rPr lang="en-US" dirty="0"/>
              <a:t>Click to enter title here</a:t>
            </a:r>
          </a:p>
        </p:txBody>
      </p:sp>
      <p:sp>
        <p:nvSpPr>
          <p:cNvPr id="9" name="Content Placeholder 8">
            <a:extLst>
              <a:ext uri="{FF2B5EF4-FFF2-40B4-BE49-F238E27FC236}">
                <a16:creationId xmlns:a16="http://schemas.microsoft.com/office/drawing/2014/main" id="{06C49CE0-A935-60E2-C2F2-67EBD888955D}"/>
              </a:ext>
            </a:extLst>
          </p:cNvPr>
          <p:cNvSpPr>
            <a:spLocks noGrp="1"/>
          </p:cNvSpPr>
          <p:nvPr>
            <p:ph sz="quarter" idx="112" hasCustomPrompt="1"/>
          </p:nvPr>
        </p:nvSpPr>
        <p:spPr/>
        <p:txBody>
          <a:bodyPr/>
          <a:lstStyle/>
          <a:p>
            <a:pPr lvl="0"/>
            <a:r>
              <a:rPr lang="en-US" dirty="0"/>
              <a:t>Click to add text here. </a:t>
            </a:r>
            <a:br>
              <a:rPr lang="en-US" dirty="0"/>
            </a:br>
            <a:r>
              <a:rPr lang="en-US" dirty="0"/>
              <a:t>When pasting copy from other slides, be sure to right-click and choose ‘Keep text only’.</a:t>
            </a:r>
            <a:br>
              <a:rPr lang="en-US" dirty="0"/>
            </a:br>
            <a:r>
              <a:rPr lang="en-US" dirty="0"/>
              <a:t>To increase bullet level, select your text and press Tab.</a:t>
            </a:r>
            <a:br>
              <a:rPr lang="en-US" dirty="0"/>
            </a:br>
            <a:r>
              <a:rPr lang="en-US" dirty="0"/>
              <a:t>To decrease bullet level, select your bullet text and press Shift + Tab.</a:t>
            </a:r>
          </a:p>
          <a:p>
            <a:pPr lvl="1"/>
            <a:r>
              <a:rPr lang="en-US" dirty="0"/>
              <a:t>Second level</a:t>
            </a:r>
          </a:p>
          <a:p>
            <a:pPr lvl="2"/>
            <a:r>
              <a:rPr lang="en-US" dirty="0"/>
              <a:t>Third level</a:t>
            </a:r>
          </a:p>
          <a:p>
            <a:pPr lvl="3"/>
            <a:r>
              <a:rPr lang="en-US" dirty="0"/>
              <a:t>Fourth level</a:t>
            </a:r>
          </a:p>
          <a:p>
            <a:pPr lvl="4"/>
            <a:r>
              <a:rPr lang="en-US" dirty="0"/>
              <a:t>Fifth level</a:t>
            </a:r>
          </a:p>
        </p:txBody>
      </p:sp>
    </p:spTree>
    <p:custDataLst>
      <p:tags r:id="rId1"/>
    </p:custDataLst>
    <p:extLst>
      <p:ext uri="{BB962C8B-B14F-4D97-AF65-F5344CB8AC3E}">
        <p14:creationId xmlns:p14="http://schemas.microsoft.com/office/powerpoint/2010/main" val="33485228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925">
          <p15:clr>
            <a:srgbClr val="A6428C"/>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Only (Dark)">
    <p:bg>
      <p:bgRef idx="1001">
        <a:schemeClr val="bg1"/>
      </p:bgRef>
    </p:bg>
    <p:spTree>
      <p:nvGrpSpPr>
        <p:cNvPr id="1" name=""/>
        <p:cNvGrpSpPr/>
        <p:nvPr/>
      </p:nvGrpSpPr>
      <p:grpSpPr>
        <a:xfrm>
          <a:off x="0" y="0"/>
          <a:ext cx="0" cy="0"/>
          <a:chOff x="0" y="0"/>
          <a:chExt cx="0" cy="0"/>
        </a:xfrm>
      </p:grpSpPr>
      <p:sp>
        <p:nvSpPr>
          <p:cNvPr id="11" name="Text Placeholder 96">
            <a:extLst>
              <a:ext uri="{FF2B5EF4-FFF2-40B4-BE49-F238E27FC236}">
                <a16:creationId xmlns:a16="http://schemas.microsoft.com/office/drawing/2014/main" id="{C949FF72-87ED-4607-89DB-176C532FA3A0}"/>
              </a:ext>
            </a:extLst>
          </p:cNvPr>
          <p:cNvSpPr>
            <a:spLocks noGrp="1"/>
          </p:cNvSpPr>
          <p:nvPr>
            <p:ph type="body" sz="quarter" idx="111" hasCustomPrompt="1"/>
          </p:nvPr>
        </p:nvSpPr>
        <p:spPr>
          <a:xfrm>
            <a:off x="609600" y="6200775"/>
            <a:ext cx="9753600" cy="657225"/>
          </a:xfrm>
        </p:spPr>
        <p:txBody>
          <a:bodyPr bIns="72000" anchor="b" anchorCtr="0">
            <a:noAutofit/>
          </a:bodyPr>
          <a:lstStyle>
            <a:lvl1pPr>
              <a:lnSpc>
                <a:spcPct val="100000"/>
              </a:lnSpc>
              <a:spcAft>
                <a:spcPts val="300"/>
              </a:spcAft>
              <a:buNone/>
              <a:defRPr sz="800"/>
            </a:lvl1pPr>
          </a:lstStyle>
          <a:p>
            <a:pPr lvl="0"/>
            <a:r>
              <a:rPr lang="en-US" dirty="0"/>
              <a:t>Footnotes</a:t>
            </a:r>
          </a:p>
        </p:txBody>
      </p:sp>
      <p:sp>
        <p:nvSpPr>
          <p:cNvPr id="7" name="Date Placeholder 6">
            <a:extLst>
              <a:ext uri="{FF2B5EF4-FFF2-40B4-BE49-F238E27FC236}">
                <a16:creationId xmlns:a16="http://schemas.microsoft.com/office/drawing/2014/main" id="{F002CC1A-50FF-4A50-8660-D325E3429D98}"/>
              </a:ext>
            </a:extLst>
          </p:cNvPr>
          <p:cNvSpPr>
            <a:spLocks noGrp="1"/>
          </p:cNvSpPr>
          <p:nvPr>
            <p:ph type="dt" sz="half" idx="20"/>
          </p:nvPr>
        </p:nvSpPr>
        <p:spPr/>
        <p:txBody>
          <a:bodyPr/>
          <a:lstStyle>
            <a:lvl1pPr>
              <a:lnSpc>
                <a:spcPct val="100000"/>
              </a:lnSpc>
              <a:defRPr/>
            </a:lvl1pPr>
          </a:lstStyle>
          <a:p>
            <a:endParaRPr lang="en-GB" dirty="0"/>
          </a:p>
        </p:txBody>
      </p:sp>
      <p:sp>
        <p:nvSpPr>
          <p:cNvPr id="10" name="Slide Number Placeholder 9">
            <a:extLst>
              <a:ext uri="{FF2B5EF4-FFF2-40B4-BE49-F238E27FC236}">
                <a16:creationId xmlns:a16="http://schemas.microsoft.com/office/drawing/2014/main" id="{7E938F29-84D5-4449-9358-343332B4BEF7}"/>
              </a:ext>
            </a:extLst>
          </p:cNvPr>
          <p:cNvSpPr>
            <a:spLocks noGrp="1"/>
          </p:cNvSpPr>
          <p:nvPr>
            <p:ph type="sldNum" sz="quarter" idx="22"/>
          </p:nvPr>
        </p:nvSpPr>
        <p:spPr/>
        <p:txBody>
          <a:bodyPr/>
          <a:lstStyle>
            <a:lvl1pPr>
              <a:lnSpc>
                <a:spcPct val="100000"/>
              </a:lnSpc>
              <a:defRPr/>
            </a:lvl1pPr>
          </a:lstStyle>
          <a:p>
            <a:fld id="{F8E47D07-9D1E-4FE9-B31A-2F5863681021}" type="slidenum">
              <a:rPr lang="en-GB" smtClean="0"/>
              <a:pPr/>
              <a:t>‹#›</a:t>
            </a:fld>
            <a:endParaRPr lang="en-GB"/>
          </a:p>
        </p:txBody>
      </p:sp>
      <p:sp>
        <p:nvSpPr>
          <p:cNvPr id="3" name="Title 2">
            <a:extLst>
              <a:ext uri="{FF2B5EF4-FFF2-40B4-BE49-F238E27FC236}">
                <a16:creationId xmlns:a16="http://schemas.microsoft.com/office/drawing/2014/main" id="{22AD159F-7756-3DA0-DF27-72115E048DD5}"/>
              </a:ext>
            </a:extLst>
          </p:cNvPr>
          <p:cNvSpPr>
            <a:spLocks noGrp="1"/>
          </p:cNvSpPr>
          <p:nvPr>
            <p:ph type="title" hasCustomPrompt="1"/>
          </p:nvPr>
        </p:nvSpPr>
        <p:spPr/>
        <p:txBody>
          <a:bodyPr/>
          <a:lstStyle>
            <a:lvl1pPr>
              <a:defRPr>
                <a:solidFill>
                  <a:schemeClr val="tx1"/>
                </a:solidFill>
              </a:defRPr>
            </a:lvl1pPr>
          </a:lstStyle>
          <a:p>
            <a:r>
              <a:rPr lang="en-US" dirty="0"/>
              <a:t>Click to enter title here</a:t>
            </a:r>
          </a:p>
        </p:txBody>
      </p:sp>
    </p:spTree>
    <p:custDataLst>
      <p:tags r:id="rId1"/>
    </p:custDataLst>
    <p:extLst>
      <p:ext uri="{BB962C8B-B14F-4D97-AF65-F5344CB8AC3E}">
        <p14:creationId xmlns:p14="http://schemas.microsoft.com/office/powerpoint/2010/main" val="215764619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925">
          <p15:clr>
            <a:srgbClr val="A6428C"/>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Content (Mulberry)">
    <p:bg>
      <p:bgPr>
        <a:solidFill>
          <a:schemeClr val="accent1"/>
        </a:solidFill>
        <a:effectLst/>
      </p:bgPr>
    </p:bg>
    <p:spTree>
      <p:nvGrpSpPr>
        <p:cNvPr id="1" name=""/>
        <p:cNvGrpSpPr/>
        <p:nvPr/>
      </p:nvGrpSpPr>
      <p:grpSpPr>
        <a:xfrm>
          <a:off x="0" y="0"/>
          <a:ext cx="0" cy="0"/>
          <a:chOff x="0" y="0"/>
          <a:chExt cx="0" cy="0"/>
        </a:xfrm>
      </p:grpSpPr>
      <p:sp>
        <p:nvSpPr>
          <p:cNvPr id="11" name="Text Placeholder 96">
            <a:extLst>
              <a:ext uri="{FF2B5EF4-FFF2-40B4-BE49-F238E27FC236}">
                <a16:creationId xmlns:a16="http://schemas.microsoft.com/office/drawing/2014/main" id="{C949FF72-87ED-4607-89DB-176C532FA3A0}"/>
              </a:ext>
            </a:extLst>
          </p:cNvPr>
          <p:cNvSpPr>
            <a:spLocks noGrp="1"/>
          </p:cNvSpPr>
          <p:nvPr>
            <p:ph type="body" sz="quarter" idx="111" hasCustomPrompt="1"/>
          </p:nvPr>
        </p:nvSpPr>
        <p:spPr>
          <a:xfrm>
            <a:off x="609600" y="6200775"/>
            <a:ext cx="9753600" cy="657225"/>
          </a:xfrm>
        </p:spPr>
        <p:txBody>
          <a:bodyPr bIns="72000" anchor="b" anchorCtr="0">
            <a:noAutofit/>
          </a:bodyPr>
          <a:lstStyle>
            <a:lvl1pPr>
              <a:lnSpc>
                <a:spcPct val="100000"/>
              </a:lnSpc>
              <a:spcAft>
                <a:spcPts val="300"/>
              </a:spcAft>
              <a:buNone/>
              <a:defRPr sz="800"/>
            </a:lvl1pPr>
          </a:lstStyle>
          <a:p>
            <a:pPr lvl="0"/>
            <a:r>
              <a:rPr lang="en-US" dirty="0"/>
              <a:t>Footnotes</a:t>
            </a:r>
          </a:p>
        </p:txBody>
      </p:sp>
      <p:sp>
        <p:nvSpPr>
          <p:cNvPr id="7" name="Date Placeholder 6">
            <a:extLst>
              <a:ext uri="{FF2B5EF4-FFF2-40B4-BE49-F238E27FC236}">
                <a16:creationId xmlns:a16="http://schemas.microsoft.com/office/drawing/2014/main" id="{F002CC1A-50FF-4A50-8660-D325E3429D98}"/>
              </a:ext>
            </a:extLst>
          </p:cNvPr>
          <p:cNvSpPr>
            <a:spLocks noGrp="1"/>
          </p:cNvSpPr>
          <p:nvPr>
            <p:ph type="dt" sz="half" idx="20"/>
          </p:nvPr>
        </p:nvSpPr>
        <p:spPr/>
        <p:txBody>
          <a:bodyPr/>
          <a:lstStyle>
            <a:lvl1pPr>
              <a:lnSpc>
                <a:spcPct val="100000"/>
              </a:lnSpc>
              <a:defRPr/>
            </a:lvl1pPr>
          </a:lstStyle>
          <a:p>
            <a:endParaRPr lang="en-GB" dirty="0"/>
          </a:p>
        </p:txBody>
      </p:sp>
      <p:sp>
        <p:nvSpPr>
          <p:cNvPr id="10" name="Slide Number Placeholder 9">
            <a:extLst>
              <a:ext uri="{FF2B5EF4-FFF2-40B4-BE49-F238E27FC236}">
                <a16:creationId xmlns:a16="http://schemas.microsoft.com/office/drawing/2014/main" id="{7E938F29-84D5-4449-9358-343332B4BEF7}"/>
              </a:ext>
            </a:extLst>
          </p:cNvPr>
          <p:cNvSpPr>
            <a:spLocks noGrp="1"/>
          </p:cNvSpPr>
          <p:nvPr>
            <p:ph type="sldNum" sz="quarter" idx="22"/>
          </p:nvPr>
        </p:nvSpPr>
        <p:spPr/>
        <p:txBody>
          <a:bodyPr/>
          <a:lstStyle>
            <a:lvl1pPr>
              <a:lnSpc>
                <a:spcPct val="100000"/>
              </a:lnSpc>
              <a:defRPr/>
            </a:lvl1pPr>
          </a:lstStyle>
          <a:p>
            <a:fld id="{F8E47D07-9D1E-4FE9-B31A-2F5863681021}" type="slidenum">
              <a:rPr lang="en-GB" smtClean="0"/>
              <a:pPr/>
              <a:t>‹#›</a:t>
            </a:fld>
            <a:endParaRPr lang="en-GB"/>
          </a:p>
        </p:txBody>
      </p:sp>
      <p:sp>
        <p:nvSpPr>
          <p:cNvPr id="3" name="Title 2">
            <a:extLst>
              <a:ext uri="{FF2B5EF4-FFF2-40B4-BE49-F238E27FC236}">
                <a16:creationId xmlns:a16="http://schemas.microsoft.com/office/drawing/2014/main" id="{22AD159F-7756-3DA0-DF27-72115E048DD5}"/>
              </a:ext>
            </a:extLst>
          </p:cNvPr>
          <p:cNvSpPr>
            <a:spLocks noGrp="1"/>
          </p:cNvSpPr>
          <p:nvPr>
            <p:ph type="title" hasCustomPrompt="1"/>
          </p:nvPr>
        </p:nvSpPr>
        <p:spPr/>
        <p:txBody>
          <a:bodyPr/>
          <a:lstStyle>
            <a:lvl1pPr>
              <a:defRPr>
                <a:solidFill>
                  <a:schemeClr val="tx1"/>
                </a:solidFill>
              </a:defRPr>
            </a:lvl1pPr>
          </a:lstStyle>
          <a:p>
            <a:r>
              <a:rPr lang="en-US" dirty="0"/>
              <a:t>Click to enter title here</a:t>
            </a:r>
          </a:p>
        </p:txBody>
      </p:sp>
      <p:sp>
        <p:nvSpPr>
          <p:cNvPr id="9" name="Content Placeholder 8">
            <a:extLst>
              <a:ext uri="{FF2B5EF4-FFF2-40B4-BE49-F238E27FC236}">
                <a16:creationId xmlns:a16="http://schemas.microsoft.com/office/drawing/2014/main" id="{06C49CE0-A935-60E2-C2F2-67EBD888955D}"/>
              </a:ext>
            </a:extLst>
          </p:cNvPr>
          <p:cNvSpPr>
            <a:spLocks noGrp="1"/>
          </p:cNvSpPr>
          <p:nvPr>
            <p:ph sz="quarter" idx="112" hasCustomPrompt="1"/>
          </p:nvPr>
        </p:nvSpPr>
        <p:spPr/>
        <p:txBody>
          <a:bodyPr/>
          <a:lstStyle/>
          <a:p>
            <a:pPr lvl="0"/>
            <a:r>
              <a:rPr lang="en-US" dirty="0"/>
              <a:t>Click to add text here. </a:t>
            </a:r>
            <a:br>
              <a:rPr lang="en-US" dirty="0"/>
            </a:br>
            <a:r>
              <a:rPr lang="en-US" dirty="0"/>
              <a:t>When pasting copy from other slides, be sure to right-click and choose ‘Keep text only’.</a:t>
            </a:r>
            <a:br>
              <a:rPr lang="en-US" dirty="0"/>
            </a:br>
            <a:r>
              <a:rPr lang="en-US" dirty="0"/>
              <a:t>To increase bullet level, select your text and press Tab.</a:t>
            </a:r>
            <a:br>
              <a:rPr lang="en-US" dirty="0"/>
            </a:br>
            <a:r>
              <a:rPr lang="en-US" dirty="0"/>
              <a:t>To decrease bullet level, select your bullet text and press Shift + Tab.</a:t>
            </a:r>
          </a:p>
          <a:p>
            <a:pPr lvl="1"/>
            <a:r>
              <a:rPr lang="en-US" dirty="0"/>
              <a:t>Second level</a:t>
            </a:r>
          </a:p>
          <a:p>
            <a:pPr lvl="2"/>
            <a:r>
              <a:rPr lang="en-US" dirty="0"/>
              <a:t>Third level</a:t>
            </a:r>
          </a:p>
          <a:p>
            <a:pPr lvl="3"/>
            <a:r>
              <a:rPr lang="en-US" dirty="0"/>
              <a:t>Fourth level</a:t>
            </a:r>
          </a:p>
          <a:p>
            <a:pPr lvl="4"/>
            <a:r>
              <a:rPr lang="en-US" dirty="0"/>
              <a:t>Fifth level</a:t>
            </a:r>
          </a:p>
        </p:txBody>
      </p:sp>
    </p:spTree>
    <p:custDataLst>
      <p:tags r:id="rId1"/>
    </p:custDataLst>
    <p:extLst>
      <p:ext uri="{BB962C8B-B14F-4D97-AF65-F5344CB8AC3E}">
        <p14:creationId xmlns:p14="http://schemas.microsoft.com/office/powerpoint/2010/main" val="41637758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925">
          <p15:clr>
            <a:srgbClr val="A6428C"/>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Only (Mulberry)">
    <p:bg>
      <p:bgPr>
        <a:solidFill>
          <a:schemeClr val="accent1"/>
        </a:solidFill>
        <a:effectLst/>
      </p:bgPr>
    </p:bg>
    <p:spTree>
      <p:nvGrpSpPr>
        <p:cNvPr id="1" name=""/>
        <p:cNvGrpSpPr/>
        <p:nvPr/>
      </p:nvGrpSpPr>
      <p:grpSpPr>
        <a:xfrm>
          <a:off x="0" y="0"/>
          <a:ext cx="0" cy="0"/>
          <a:chOff x="0" y="0"/>
          <a:chExt cx="0" cy="0"/>
        </a:xfrm>
      </p:grpSpPr>
      <p:sp>
        <p:nvSpPr>
          <p:cNvPr id="11" name="Text Placeholder 96">
            <a:extLst>
              <a:ext uri="{FF2B5EF4-FFF2-40B4-BE49-F238E27FC236}">
                <a16:creationId xmlns:a16="http://schemas.microsoft.com/office/drawing/2014/main" id="{C949FF72-87ED-4607-89DB-176C532FA3A0}"/>
              </a:ext>
            </a:extLst>
          </p:cNvPr>
          <p:cNvSpPr>
            <a:spLocks noGrp="1"/>
          </p:cNvSpPr>
          <p:nvPr>
            <p:ph type="body" sz="quarter" idx="111" hasCustomPrompt="1"/>
          </p:nvPr>
        </p:nvSpPr>
        <p:spPr>
          <a:xfrm>
            <a:off x="609600" y="6200775"/>
            <a:ext cx="9753600" cy="657225"/>
          </a:xfrm>
        </p:spPr>
        <p:txBody>
          <a:bodyPr bIns="72000" anchor="b" anchorCtr="0">
            <a:noAutofit/>
          </a:bodyPr>
          <a:lstStyle>
            <a:lvl1pPr>
              <a:lnSpc>
                <a:spcPct val="100000"/>
              </a:lnSpc>
              <a:spcAft>
                <a:spcPts val="300"/>
              </a:spcAft>
              <a:buNone/>
              <a:defRPr sz="800"/>
            </a:lvl1pPr>
          </a:lstStyle>
          <a:p>
            <a:pPr lvl="0"/>
            <a:r>
              <a:rPr lang="en-US" dirty="0"/>
              <a:t>Footnotes</a:t>
            </a:r>
          </a:p>
        </p:txBody>
      </p:sp>
      <p:sp>
        <p:nvSpPr>
          <p:cNvPr id="7" name="Date Placeholder 6">
            <a:extLst>
              <a:ext uri="{FF2B5EF4-FFF2-40B4-BE49-F238E27FC236}">
                <a16:creationId xmlns:a16="http://schemas.microsoft.com/office/drawing/2014/main" id="{F002CC1A-50FF-4A50-8660-D325E3429D98}"/>
              </a:ext>
            </a:extLst>
          </p:cNvPr>
          <p:cNvSpPr>
            <a:spLocks noGrp="1"/>
          </p:cNvSpPr>
          <p:nvPr>
            <p:ph type="dt" sz="half" idx="20"/>
          </p:nvPr>
        </p:nvSpPr>
        <p:spPr/>
        <p:txBody>
          <a:bodyPr/>
          <a:lstStyle>
            <a:lvl1pPr>
              <a:lnSpc>
                <a:spcPct val="100000"/>
              </a:lnSpc>
              <a:defRPr/>
            </a:lvl1pPr>
          </a:lstStyle>
          <a:p>
            <a:endParaRPr lang="en-GB" dirty="0"/>
          </a:p>
        </p:txBody>
      </p:sp>
      <p:sp>
        <p:nvSpPr>
          <p:cNvPr id="10" name="Slide Number Placeholder 9">
            <a:extLst>
              <a:ext uri="{FF2B5EF4-FFF2-40B4-BE49-F238E27FC236}">
                <a16:creationId xmlns:a16="http://schemas.microsoft.com/office/drawing/2014/main" id="{7E938F29-84D5-4449-9358-343332B4BEF7}"/>
              </a:ext>
            </a:extLst>
          </p:cNvPr>
          <p:cNvSpPr>
            <a:spLocks noGrp="1"/>
          </p:cNvSpPr>
          <p:nvPr>
            <p:ph type="sldNum" sz="quarter" idx="22"/>
          </p:nvPr>
        </p:nvSpPr>
        <p:spPr/>
        <p:txBody>
          <a:bodyPr/>
          <a:lstStyle>
            <a:lvl1pPr>
              <a:lnSpc>
                <a:spcPct val="100000"/>
              </a:lnSpc>
              <a:defRPr/>
            </a:lvl1pPr>
          </a:lstStyle>
          <a:p>
            <a:fld id="{F8E47D07-9D1E-4FE9-B31A-2F5863681021}" type="slidenum">
              <a:rPr lang="en-GB" smtClean="0"/>
              <a:pPr/>
              <a:t>‹#›</a:t>
            </a:fld>
            <a:endParaRPr lang="en-GB"/>
          </a:p>
        </p:txBody>
      </p:sp>
      <p:sp>
        <p:nvSpPr>
          <p:cNvPr id="3" name="Title 2">
            <a:extLst>
              <a:ext uri="{FF2B5EF4-FFF2-40B4-BE49-F238E27FC236}">
                <a16:creationId xmlns:a16="http://schemas.microsoft.com/office/drawing/2014/main" id="{22AD159F-7756-3DA0-DF27-72115E048DD5}"/>
              </a:ext>
            </a:extLst>
          </p:cNvPr>
          <p:cNvSpPr>
            <a:spLocks noGrp="1"/>
          </p:cNvSpPr>
          <p:nvPr>
            <p:ph type="title" hasCustomPrompt="1"/>
          </p:nvPr>
        </p:nvSpPr>
        <p:spPr/>
        <p:txBody>
          <a:bodyPr/>
          <a:lstStyle>
            <a:lvl1pPr>
              <a:defRPr>
                <a:solidFill>
                  <a:schemeClr val="tx1"/>
                </a:solidFill>
              </a:defRPr>
            </a:lvl1pPr>
          </a:lstStyle>
          <a:p>
            <a:r>
              <a:rPr lang="en-US" dirty="0"/>
              <a:t>Click to enter title here</a:t>
            </a:r>
          </a:p>
        </p:txBody>
      </p:sp>
    </p:spTree>
    <p:custDataLst>
      <p:tags r:id="rId1"/>
    </p:custDataLst>
    <p:extLst>
      <p:ext uri="{BB962C8B-B14F-4D97-AF65-F5344CB8AC3E}">
        <p14:creationId xmlns:p14="http://schemas.microsoft.com/office/powerpoint/2010/main" val="239452425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925">
          <p15:clr>
            <a:srgbClr val="A6428C"/>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 Value Points (Text)">
    <p:spTree>
      <p:nvGrpSpPr>
        <p:cNvPr id="1" name=""/>
        <p:cNvGrpSpPr/>
        <p:nvPr/>
      </p:nvGrpSpPr>
      <p:grpSpPr>
        <a:xfrm>
          <a:off x="0" y="0"/>
          <a:ext cx="0" cy="0"/>
          <a:chOff x="0" y="0"/>
          <a:chExt cx="0" cy="0"/>
        </a:xfrm>
      </p:grpSpPr>
      <p:sp>
        <p:nvSpPr>
          <p:cNvPr id="29" name="Text Placeholder 96">
            <a:extLst>
              <a:ext uri="{FF2B5EF4-FFF2-40B4-BE49-F238E27FC236}">
                <a16:creationId xmlns:a16="http://schemas.microsoft.com/office/drawing/2014/main" id="{BDBD642F-8BE2-C7DD-8982-68470D1BC5BA}"/>
              </a:ext>
            </a:extLst>
          </p:cNvPr>
          <p:cNvSpPr>
            <a:spLocks noGrp="1"/>
          </p:cNvSpPr>
          <p:nvPr>
            <p:ph type="body" sz="quarter" idx="111" hasCustomPrompt="1"/>
          </p:nvPr>
        </p:nvSpPr>
        <p:spPr>
          <a:xfrm>
            <a:off x="609602" y="6200775"/>
            <a:ext cx="9753598" cy="657225"/>
          </a:xfrm>
        </p:spPr>
        <p:txBody>
          <a:bodyPr lIns="0" bIns="72000" anchor="b" anchorCtr="0">
            <a:noAutofit/>
          </a:bodyPr>
          <a:lstStyle>
            <a:lvl1pPr>
              <a:lnSpc>
                <a:spcPct val="100000"/>
              </a:lnSpc>
              <a:spcAft>
                <a:spcPts val="300"/>
              </a:spcAft>
              <a:buNone/>
              <a:defRPr sz="800"/>
            </a:lvl1pPr>
          </a:lstStyle>
          <a:p>
            <a:pPr lvl="0"/>
            <a:r>
              <a:rPr lang="en-US" dirty="0"/>
              <a:t>Footnotes</a:t>
            </a:r>
          </a:p>
        </p:txBody>
      </p:sp>
      <p:sp>
        <p:nvSpPr>
          <p:cNvPr id="2" name="Title 1">
            <a:extLst>
              <a:ext uri="{FF2B5EF4-FFF2-40B4-BE49-F238E27FC236}">
                <a16:creationId xmlns:a16="http://schemas.microsoft.com/office/drawing/2014/main" id="{DD2B07C7-65F1-A7EE-23B3-392D25D15B0C}"/>
              </a:ext>
            </a:extLst>
          </p:cNvPr>
          <p:cNvSpPr>
            <a:spLocks noGrp="1"/>
          </p:cNvSpPr>
          <p:nvPr>
            <p:ph type="title" hasCustomPrompt="1"/>
          </p:nvPr>
        </p:nvSpPr>
        <p:spPr>
          <a:xfrm>
            <a:off x="609600" y="401638"/>
            <a:ext cx="10972800" cy="914400"/>
          </a:xfrm>
        </p:spPr>
        <p:txBody>
          <a:bodyPr/>
          <a:lstStyle/>
          <a:p>
            <a:r>
              <a:rPr lang="en-US" dirty="0"/>
              <a:t>Click to enter title here</a:t>
            </a:r>
          </a:p>
        </p:txBody>
      </p:sp>
      <p:sp>
        <p:nvSpPr>
          <p:cNvPr id="3" name="Date Placeholder 2">
            <a:extLst>
              <a:ext uri="{FF2B5EF4-FFF2-40B4-BE49-F238E27FC236}">
                <a16:creationId xmlns:a16="http://schemas.microsoft.com/office/drawing/2014/main" id="{68D9B13E-D526-80BB-7D3E-333CBF95F146}"/>
              </a:ext>
            </a:extLst>
          </p:cNvPr>
          <p:cNvSpPr>
            <a:spLocks noGrp="1"/>
          </p:cNvSpPr>
          <p:nvPr>
            <p:ph type="dt" sz="half" idx="10"/>
          </p:nvPr>
        </p:nvSpPr>
        <p:spPr/>
        <p:txBody>
          <a:bodyPr/>
          <a:lstStyle/>
          <a:p>
            <a:endParaRPr lang="en-GB" dirty="0"/>
          </a:p>
        </p:txBody>
      </p:sp>
      <p:sp>
        <p:nvSpPr>
          <p:cNvPr id="4" name="Slide Number Placeholder 3">
            <a:extLst>
              <a:ext uri="{FF2B5EF4-FFF2-40B4-BE49-F238E27FC236}">
                <a16:creationId xmlns:a16="http://schemas.microsoft.com/office/drawing/2014/main" id="{E867592F-1CFF-2044-8354-CE33B1D1D4F2}"/>
              </a:ext>
            </a:extLst>
          </p:cNvPr>
          <p:cNvSpPr>
            <a:spLocks noGrp="1"/>
          </p:cNvSpPr>
          <p:nvPr>
            <p:ph type="sldNum" sz="quarter" idx="11"/>
          </p:nvPr>
        </p:nvSpPr>
        <p:spPr/>
        <p:txBody>
          <a:bodyPr/>
          <a:lstStyle/>
          <a:p>
            <a:fld id="{F8E47D07-9D1E-4FE9-B31A-2F5863681021}" type="slidenum">
              <a:rPr lang="en-GB" smtClean="0"/>
              <a:pPr/>
              <a:t>‹#›</a:t>
            </a:fld>
            <a:endParaRPr lang="en-GB" dirty="0"/>
          </a:p>
        </p:txBody>
      </p:sp>
      <p:sp>
        <p:nvSpPr>
          <p:cNvPr id="20" name="Text Placeholder 18">
            <a:extLst>
              <a:ext uri="{FF2B5EF4-FFF2-40B4-BE49-F238E27FC236}">
                <a16:creationId xmlns:a16="http://schemas.microsoft.com/office/drawing/2014/main" id="{B8E41CDE-A8E2-9D16-F3A2-8578F39C06CA}"/>
              </a:ext>
            </a:extLst>
          </p:cNvPr>
          <p:cNvSpPr>
            <a:spLocks noGrp="1"/>
          </p:cNvSpPr>
          <p:nvPr>
            <p:ph type="body" sz="quarter" idx="112" hasCustomPrompt="1"/>
          </p:nvPr>
        </p:nvSpPr>
        <p:spPr>
          <a:xfrm>
            <a:off x="1108869" y="1698351"/>
            <a:ext cx="2252662" cy="2251075"/>
          </a:xfrm>
          <a:custGeom>
            <a:avLst/>
            <a:gdLst>
              <a:gd name="connsiteX0" fmla="*/ 1006200 w 2012400"/>
              <a:gd name="connsiteY0" fmla="*/ 0 h 2012400"/>
              <a:gd name="connsiteX1" fmla="*/ 2012400 w 2012400"/>
              <a:gd name="connsiteY1" fmla="*/ 1006200 h 2012400"/>
              <a:gd name="connsiteX2" fmla="*/ 1006200 w 2012400"/>
              <a:gd name="connsiteY2" fmla="*/ 2012400 h 2012400"/>
              <a:gd name="connsiteX3" fmla="*/ 0 w 2012400"/>
              <a:gd name="connsiteY3" fmla="*/ 1006200 h 2012400"/>
              <a:gd name="connsiteX4" fmla="*/ 1006200 w 2012400"/>
              <a:gd name="connsiteY4" fmla="*/ 0 h 201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400" h="2012400">
                <a:moveTo>
                  <a:pt x="1006200" y="0"/>
                </a:moveTo>
                <a:cubicBezTo>
                  <a:pt x="1561909" y="0"/>
                  <a:pt x="2012400" y="450491"/>
                  <a:pt x="2012400" y="1006200"/>
                </a:cubicBezTo>
                <a:cubicBezTo>
                  <a:pt x="2012400" y="1561909"/>
                  <a:pt x="1561909" y="2012400"/>
                  <a:pt x="1006200" y="2012400"/>
                </a:cubicBezTo>
                <a:cubicBezTo>
                  <a:pt x="450491" y="2012400"/>
                  <a:pt x="0" y="1561909"/>
                  <a:pt x="0" y="1006200"/>
                </a:cubicBezTo>
                <a:cubicBezTo>
                  <a:pt x="0" y="450491"/>
                  <a:pt x="450491" y="0"/>
                  <a:pt x="1006200" y="0"/>
                </a:cubicBezTo>
                <a:close/>
              </a:path>
            </a:pathLst>
          </a:custGeom>
          <a:solidFill>
            <a:schemeClr val="accent2"/>
          </a:solidFill>
        </p:spPr>
        <p:txBody>
          <a:bodyPr wrap="square" lIns="0" tIns="0" rIns="0" bIns="0" anchor="ctr" anchorCtr="0">
            <a:normAutofit/>
          </a:bodyPr>
          <a:lstStyle>
            <a:lvl1pPr marL="0" indent="0" algn="ctr">
              <a:lnSpc>
                <a:spcPct val="100000"/>
              </a:lnSpc>
              <a:buNone/>
              <a:defRPr>
                <a:solidFill>
                  <a:schemeClr val="bg1"/>
                </a:solidFill>
                <a:latin typeface="+mj-lt"/>
              </a:defRPr>
            </a:lvl1pPr>
          </a:lstStyle>
          <a:p>
            <a:pPr lvl="0"/>
            <a:r>
              <a:rPr lang="en-US" dirty="0"/>
              <a:t>Click to add callout or key figure</a:t>
            </a:r>
          </a:p>
        </p:txBody>
      </p:sp>
      <p:sp>
        <p:nvSpPr>
          <p:cNvPr id="21" name="Text Placeholder 9">
            <a:extLst>
              <a:ext uri="{FF2B5EF4-FFF2-40B4-BE49-F238E27FC236}">
                <a16:creationId xmlns:a16="http://schemas.microsoft.com/office/drawing/2014/main" id="{C4B19887-1896-F380-B43C-1848D871518D}"/>
              </a:ext>
            </a:extLst>
          </p:cNvPr>
          <p:cNvSpPr>
            <a:spLocks noGrp="1"/>
          </p:cNvSpPr>
          <p:nvPr>
            <p:ph type="body" sz="quarter" idx="18" hasCustomPrompt="1"/>
          </p:nvPr>
        </p:nvSpPr>
        <p:spPr>
          <a:xfrm>
            <a:off x="609600" y="4213225"/>
            <a:ext cx="3251200" cy="1728000"/>
          </a:xfrm>
        </p:spPr>
        <p:txBody>
          <a:bodyPr/>
          <a:lstStyle>
            <a:lvl1pPr marL="0" indent="0" algn="ctr">
              <a:lnSpc>
                <a:spcPct val="100000"/>
              </a:lnSpc>
              <a:buNone/>
              <a:defRPr/>
            </a:lvl1pPr>
          </a:lstStyle>
          <a:p>
            <a:pPr lvl="0"/>
            <a:r>
              <a:rPr lang="en-US" dirty="0"/>
              <a:t>Supporting text goes here.</a:t>
            </a:r>
          </a:p>
        </p:txBody>
      </p:sp>
      <p:sp>
        <p:nvSpPr>
          <p:cNvPr id="22" name="Text Placeholder 18">
            <a:extLst>
              <a:ext uri="{FF2B5EF4-FFF2-40B4-BE49-F238E27FC236}">
                <a16:creationId xmlns:a16="http://schemas.microsoft.com/office/drawing/2014/main" id="{43B2985D-BEB4-3823-9DD4-01A8319BE136}"/>
              </a:ext>
            </a:extLst>
          </p:cNvPr>
          <p:cNvSpPr>
            <a:spLocks noGrp="1"/>
          </p:cNvSpPr>
          <p:nvPr>
            <p:ph type="body" sz="quarter" idx="113" hasCustomPrompt="1"/>
          </p:nvPr>
        </p:nvSpPr>
        <p:spPr>
          <a:xfrm>
            <a:off x="4969669" y="1698351"/>
            <a:ext cx="2252662" cy="2251075"/>
          </a:xfrm>
          <a:custGeom>
            <a:avLst/>
            <a:gdLst>
              <a:gd name="connsiteX0" fmla="*/ 1006200 w 2012400"/>
              <a:gd name="connsiteY0" fmla="*/ 0 h 2012400"/>
              <a:gd name="connsiteX1" fmla="*/ 2012400 w 2012400"/>
              <a:gd name="connsiteY1" fmla="*/ 1006200 h 2012400"/>
              <a:gd name="connsiteX2" fmla="*/ 1006200 w 2012400"/>
              <a:gd name="connsiteY2" fmla="*/ 2012400 h 2012400"/>
              <a:gd name="connsiteX3" fmla="*/ 0 w 2012400"/>
              <a:gd name="connsiteY3" fmla="*/ 1006200 h 2012400"/>
              <a:gd name="connsiteX4" fmla="*/ 1006200 w 2012400"/>
              <a:gd name="connsiteY4" fmla="*/ 0 h 201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400" h="2012400">
                <a:moveTo>
                  <a:pt x="1006200" y="0"/>
                </a:moveTo>
                <a:cubicBezTo>
                  <a:pt x="1561909" y="0"/>
                  <a:pt x="2012400" y="450491"/>
                  <a:pt x="2012400" y="1006200"/>
                </a:cubicBezTo>
                <a:cubicBezTo>
                  <a:pt x="2012400" y="1561909"/>
                  <a:pt x="1561909" y="2012400"/>
                  <a:pt x="1006200" y="2012400"/>
                </a:cubicBezTo>
                <a:cubicBezTo>
                  <a:pt x="450491" y="2012400"/>
                  <a:pt x="0" y="1561909"/>
                  <a:pt x="0" y="1006200"/>
                </a:cubicBezTo>
                <a:cubicBezTo>
                  <a:pt x="0" y="450491"/>
                  <a:pt x="450491" y="0"/>
                  <a:pt x="1006200" y="0"/>
                </a:cubicBezTo>
                <a:close/>
              </a:path>
            </a:pathLst>
          </a:custGeom>
          <a:solidFill>
            <a:schemeClr val="accent1"/>
          </a:solidFill>
        </p:spPr>
        <p:txBody>
          <a:bodyPr wrap="square" lIns="0" tIns="0" rIns="0" bIns="0" anchor="ctr" anchorCtr="0">
            <a:normAutofit/>
          </a:bodyPr>
          <a:lstStyle>
            <a:lvl1pPr marL="0" indent="0" algn="ctr">
              <a:lnSpc>
                <a:spcPct val="100000"/>
              </a:lnSpc>
              <a:buNone/>
              <a:defRPr>
                <a:solidFill>
                  <a:schemeClr val="bg1"/>
                </a:solidFill>
                <a:latin typeface="+mj-lt"/>
              </a:defRPr>
            </a:lvl1pPr>
          </a:lstStyle>
          <a:p>
            <a:pPr lvl="0"/>
            <a:r>
              <a:rPr lang="en-US" dirty="0"/>
              <a:t>Click to add callout or key figure</a:t>
            </a:r>
          </a:p>
        </p:txBody>
      </p:sp>
      <p:sp>
        <p:nvSpPr>
          <p:cNvPr id="23" name="Text Placeholder 9">
            <a:extLst>
              <a:ext uri="{FF2B5EF4-FFF2-40B4-BE49-F238E27FC236}">
                <a16:creationId xmlns:a16="http://schemas.microsoft.com/office/drawing/2014/main" id="{356A32DB-610E-E691-BEFF-0507E1E8273C}"/>
              </a:ext>
            </a:extLst>
          </p:cNvPr>
          <p:cNvSpPr>
            <a:spLocks noGrp="1"/>
          </p:cNvSpPr>
          <p:nvPr>
            <p:ph type="body" sz="quarter" idx="27" hasCustomPrompt="1"/>
          </p:nvPr>
        </p:nvSpPr>
        <p:spPr>
          <a:xfrm>
            <a:off x="4470400" y="4213225"/>
            <a:ext cx="3251200" cy="1728000"/>
          </a:xfrm>
        </p:spPr>
        <p:txBody>
          <a:bodyPr/>
          <a:lstStyle>
            <a:lvl1pPr marL="0" indent="0" algn="ctr">
              <a:lnSpc>
                <a:spcPct val="100000"/>
              </a:lnSpc>
              <a:buNone/>
              <a:defRPr/>
            </a:lvl1pPr>
          </a:lstStyle>
          <a:p>
            <a:pPr lvl="0"/>
            <a:r>
              <a:rPr lang="en-US" dirty="0"/>
              <a:t>Supporting text goes here.</a:t>
            </a:r>
          </a:p>
        </p:txBody>
      </p:sp>
      <p:sp>
        <p:nvSpPr>
          <p:cNvPr id="24" name="Text Placeholder 18">
            <a:extLst>
              <a:ext uri="{FF2B5EF4-FFF2-40B4-BE49-F238E27FC236}">
                <a16:creationId xmlns:a16="http://schemas.microsoft.com/office/drawing/2014/main" id="{EA1CDC5D-52A5-FB93-9ABA-613C1001A8B7}"/>
              </a:ext>
            </a:extLst>
          </p:cNvPr>
          <p:cNvSpPr>
            <a:spLocks noGrp="1"/>
          </p:cNvSpPr>
          <p:nvPr>
            <p:ph type="body" sz="quarter" idx="114" hasCustomPrompt="1"/>
          </p:nvPr>
        </p:nvSpPr>
        <p:spPr>
          <a:xfrm>
            <a:off x="8830469" y="1698351"/>
            <a:ext cx="2252662" cy="2251075"/>
          </a:xfrm>
          <a:custGeom>
            <a:avLst/>
            <a:gdLst>
              <a:gd name="connsiteX0" fmla="*/ 1006200 w 2012400"/>
              <a:gd name="connsiteY0" fmla="*/ 0 h 2012400"/>
              <a:gd name="connsiteX1" fmla="*/ 2012400 w 2012400"/>
              <a:gd name="connsiteY1" fmla="*/ 1006200 h 2012400"/>
              <a:gd name="connsiteX2" fmla="*/ 1006200 w 2012400"/>
              <a:gd name="connsiteY2" fmla="*/ 2012400 h 2012400"/>
              <a:gd name="connsiteX3" fmla="*/ 0 w 2012400"/>
              <a:gd name="connsiteY3" fmla="*/ 1006200 h 2012400"/>
              <a:gd name="connsiteX4" fmla="*/ 1006200 w 2012400"/>
              <a:gd name="connsiteY4" fmla="*/ 0 h 201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400" h="2012400">
                <a:moveTo>
                  <a:pt x="1006200" y="0"/>
                </a:moveTo>
                <a:cubicBezTo>
                  <a:pt x="1561909" y="0"/>
                  <a:pt x="2012400" y="450491"/>
                  <a:pt x="2012400" y="1006200"/>
                </a:cubicBezTo>
                <a:cubicBezTo>
                  <a:pt x="2012400" y="1561909"/>
                  <a:pt x="1561909" y="2012400"/>
                  <a:pt x="1006200" y="2012400"/>
                </a:cubicBezTo>
                <a:cubicBezTo>
                  <a:pt x="450491" y="2012400"/>
                  <a:pt x="0" y="1561909"/>
                  <a:pt x="0" y="1006200"/>
                </a:cubicBezTo>
                <a:cubicBezTo>
                  <a:pt x="0" y="450491"/>
                  <a:pt x="450491" y="0"/>
                  <a:pt x="1006200" y="0"/>
                </a:cubicBezTo>
                <a:close/>
              </a:path>
            </a:pathLst>
          </a:custGeom>
          <a:solidFill>
            <a:schemeClr val="accent3"/>
          </a:solidFill>
        </p:spPr>
        <p:txBody>
          <a:bodyPr wrap="square" lIns="0" tIns="0" rIns="0" bIns="0" anchor="ctr" anchorCtr="0">
            <a:normAutofit/>
          </a:bodyPr>
          <a:lstStyle>
            <a:lvl1pPr marL="0" indent="0" algn="ctr">
              <a:lnSpc>
                <a:spcPct val="100000"/>
              </a:lnSpc>
              <a:buNone/>
              <a:defRPr>
                <a:solidFill>
                  <a:schemeClr val="bg1"/>
                </a:solidFill>
                <a:latin typeface="+mj-lt"/>
              </a:defRPr>
            </a:lvl1pPr>
          </a:lstStyle>
          <a:p>
            <a:pPr lvl="0"/>
            <a:r>
              <a:rPr lang="en-US" dirty="0"/>
              <a:t>Click to add callout or key figure</a:t>
            </a:r>
          </a:p>
        </p:txBody>
      </p:sp>
      <p:sp>
        <p:nvSpPr>
          <p:cNvPr id="25" name="Text Placeholder 9">
            <a:extLst>
              <a:ext uri="{FF2B5EF4-FFF2-40B4-BE49-F238E27FC236}">
                <a16:creationId xmlns:a16="http://schemas.microsoft.com/office/drawing/2014/main" id="{8513A1F3-5FF9-F3C7-0FB1-47040C0FC0D6}"/>
              </a:ext>
            </a:extLst>
          </p:cNvPr>
          <p:cNvSpPr>
            <a:spLocks noGrp="1"/>
          </p:cNvSpPr>
          <p:nvPr>
            <p:ph type="body" sz="quarter" idx="28" hasCustomPrompt="1"/>
          </p:nvPr>
        </p:nvSpPr>
        <p:spPr>
          <a:xfrm>
            <a:off x="8331200" y="4213225"/>
            <a:ext cx="3251200" cy="1728000"/>
          </a:xfrm>
        </p:spPr>
        <p:txBody>
          <a:bodyPr/>
          <a:lstStyle>
            <a:lvl1pPr marL="0" indent="0" algn="ctr">
              <a:lnSpc>
                <a:spcPct val="100000"/>
              </a:lnSpc>
              <a:buNone/>
              <a:defRPr/>
            </a:lvl1pPr>
          </a:lstStyle>
          <a:p>
            <a:pPr lvl="0"/>
            <a:r>
              <a:rPr lang="en-US" dirty="0"/>
              <a:t>Supporting text goes here.</a:t>
            </a:r>
          </a:p>
        </p:txBody>
      </p:sp>
    </p:spTree>
    <p:custDataLst>
      <p:tags r:id="rId1"/>
    </p:custDataLst>
    <p:extLst>
      <p:ext uri="{BB962C8B-B14F-4D97-AF65-F5344CB8AC3E}">
        <p14:creationId xmlns:p14="http://schemas.microsoft.com/office/powerpoint/2010/main" val="358259814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 Value Points (Text)">
    <p:spTree>
      <p:nvGrpSpPr>
        <p:cNvPr id="1" name=""/>
        <p:cNvGrpSpPr/>
        <p:nvPr/>
      </p:nvGrpSpPr>
      <p:grpSpPr>
        <a:xfrm>
          <a:off x="0" y="0"/>
          <a:ext cx="0" cy="0"/>
          <a:chOff x="0" y="0"/>
          <a:chExt cx="0" cy="0"/>
        </a:xfrm>
      </p:grpSpPr>
      <p:sp>
        <p:nvSpPr>
          <p:cNvPr id="18" name="Text Placeholder 96">
            <a:extLst>
              <a:ext uri="{FF2B5EF4-FFF2-40B4-BE49-F238E27FC236}">
                <a16:creationId xmlns:a16="http://schemas.microsoft.com/office/drawing/2014/main" id="{3521B5E2-A95F-4E1E-259C-31E868EDB699}"/>
              </a:ext>
            </a:extLst>
          </p:cNvPr>
          <p:cNvSpPr>
            <a:spLocks noGrp="1"/>
          </p:cNvSpPr>
          <p:nvPr>
            <p:ph type="body" sz="quarter" idx="111" hasCustomPrompt="1"/>
          </p:nvPr>
        </p:nvSpPr>
        <p:spPr>
          <a:xfrm>
            <a:off x="609602" y="6200775"/>
            <a:ext cx="9753598" cy="657225"/>
          </a:xfrm>
        </p:spPr>
        <p:txBody>
          <a:bodyPr lIns="0" bIns="72000" anchor="b" anchorCtr="0">
            <a:noAutofit/>
          </a:bodyPr>
          <a:lstStyle>
            <a:lvl1pPr>
              <a:lnSpc>
                <a:spcPct val="100000"/>
              </a:lnSpc>
              <a:spcAft>
                <a:spcPts val="300"/>
              </a:spcAft>
              <a:buNone/>
              <a:defRPr sz="800"/>
            </a:lvl1pPr>
          </a:lstStyle>
          <a:p>
            <a:pPr lvl="0"/>
            <a:r>
              <a:rPr lang="en-US" dirty="0"/>
              <a:t>Footnotes</a:t>
            </a:r>
          </a:p>
        </p:txBody>
      </p:sp>
      <p:sp>
        <p:nvSpPr>
          <p:cNvPr id="2" name="Title 1">
            <a:extLst>
              <a:ext uri="{FF2B5EF4-FFF2-40B4-BE49-F238E27FC236}">
                <a16:creationId xmlns:a16="http://schemas.microsoft.com/office/drawing/2014/main" id="{8ED3928E-C27C-B98B-CBBA-C5DF141A3824}"/>
              </a:ext>
            </a:extLst>
          </p:cNvPr>
          <p:cNvSpPr>
            <a:spLocks noGrp="1"/>
          </p:cNvSpPr>
          <p:nvPr>
            <p:ph type="title" hasCustomPrompt="1"/>
          </p:nvPr>
        </p:nvSpPr>
        <p:spPr>
          <a:xfrm>
            <a:off x="609600" y="401638"/>
            <a:ext cx="10972800" cy="914400"/>
          </a:xfrm>
        </p:spPr>
        <p:txBody>
          <a:bodyPr/>
          <a:lstStyle/>
          <a:p>
            <a:r>
              <a:rPr lang="en-US" dirty="0"/>
              <a:t>Click to enter title here</a:t>
            </a:r>
          </a:p>
        </p:txBody>
      </p:sp>
      <p:sp>
        <p:nvSpPr>
          <p:cNvPr id="3" name="Date Placeholder 2">
            <a:extLst>
              <a:ext uri="{FF2B5EF4-FFF2-40B4-BE49-F238E27FC236}">
                <a16:creationId xmlns:a16="http://schemas.microsoft.com/office/drawing/2014/main" id="{6E313132-FD70-6F1A-7A9A-17160DA09B36}"/>
              </a:ext>
            </a:extLst>
          </p:cNvPr>
          <p:cNvSpPr>
            <a:spLocks noGrp="1"/>
          </p:cNvSpPr>
          <p:nvPr>
            <p:ph type="dt" sz="half" idx="10"/>
          </p:nvPr>
        </p:nvSpPr>
        <p:spPr/>
        <p:txBody>
          <a:bodyPr/>
          <a:lstStyle/>
          <a:p>
            <a:endParaRPr lang="en-GB" dirty="0"/>
          </a:p>
        </p:txBody>
      </p:sp>
      <p:sp>
        <p:nvSpPr>
          <p:cNvPr id="4" name="Slide Number Placeholder 3">
            <a:extLst>
              <a:ext uri="{FF2B5EF4-FFF2-40B4-BE49-F238E27FC236}">
                <a16:creationId xmlns:a16="http://schemas.microsoft.com/office/drawing/2014/main" id="{B81DAEE0-15F6-99A4-BA58-BA5B2DD1BC1F}"/>
              </a:ext>
            </a:extLst>
          </p:cNvPr>
          <p:cNvSpPr>
            <a:spLocks noGrp="1"/>
          </p:cNvSpPr>
          <p:nvPr>
            <p:ph type="sldNum" sz="quarter" idx="11"/>
          </p:nvPr>
        </p:nvSpPr>
        <p:spPr/>
        <p:txBody>
          <a:bodyPr/>
          <a:lstStyle/>
          <a:p>
            <a:fld id="{F8E47D07-9D1E-4FE9-B31A-2F5863681021}" type="slidenum">
              <a:rPr lang="en-GB" smtClean="0"/>
              <a:pPr/>
              <a:t>‹#›</a:t>
            </a:fld>
            <a:endParaRPr lang="en-GB" dirty="0"/>
          </a:p>
        </p:txBody>
      </p:sp>
      <p:sp>
        <p:nvSpPr>
          <p:cNvPr id="5" name="Text Placeholder 18">
            <a:extLst>
              <a:ext uri="{FF2B5EF4-FFF2-40B4-BE49-F238E27FC236}">
                <a16:creationId xmlns:a16="http://schemas.microsoft.com/office/drawing/2014/main" id="{C28D0956-CA25-8A55-A594-256222492ABE}"/>
              </a:ext>
            </a:extLst>
          </p:cNvPr>
          <p:cNvSpPr>
            <a:spLocks noGrp="1"/>
          </p:cNvSpPr>
          <p:nvPr>
            <p:ph type="body" sz="quarter" idx="112" hasCustomPrompt="1"/>
          </p:nvPr>
        </p:nvSpPr>
        <p:spPr>
          <a:xfrm>
            <a:off x="740568" y="1698351"/>
            <a:ext cx="2252662" cy="2251075"/>
          </a:xfrm>
          <a:custGeom>
            <a:avLst/>
            <a:gdLst>
              <a:gd name="connsiteX0" fmla="*/ 1006200 w 2012400"/>
              <a:gd name="connsiteY0" fmla="*/ 0 h 2012400"/>
              <a:gd name="connsiteX1" fmla="*/ 2012400 w 2012400"/>
              <a:gd name="connsiteY1" fmla="*/ 1006200 h 2012400"/>
              <a:gd name="connsiteX2" fmla="*/ 1006200 w 2012400"/>
              <a:gd name="connsiteY2" fmla="*/ 2012400 h 2012400"/>
              <a:gd name="connsiteX3" fmla="*/ 0 w 2012400"/>
              <a:gd name="connsiteY3" fmla="*/ 1006200 h 2012400"/>
              <a:gd name="connsiteX4" fmla="*/ 1006200 w 2012400"/>
              <a:gd name="connsiteY4" fmla="*/ 0 h 201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400" h="2012400">
                <a:moveTo>
                  <a:pt x="1006200" y="0"/>
                </a:moveTo>
                <a:cubicBezTo>
                  <a:pt x="1561909" y="0"/>
                  <a:pt x="2012400" y="450491"/>
                  <a:pt x="2012400" y="1006200"/>
                </a:cubicBezTo>
                <a:cubicBezTo>
                  <a:pt x="2012400" y="1561909"/>
                  <a:pt x="1561909" y="2012400"/>
                  <a:pt x="1006200" y="2012400"/>
                </a:cubicBezTo>
                <a:cubicBezTo>
                  <a:pt x="450491" y="2012400"/>
                  <a:pt x="0" y="1561909"/>
                  <a:pt x="0" y="1006200"/>
                </a:cubicBezTo>
                <a:cubicBezTo>
                  <a:pt x="0" y="450491"/>
                  <a:pt x="450491" y="0"/>
                  <a:pt x="1006200" y="0"/>
                </a:cubicBezTo>
                <a:close/>
              </a:path>
            </a:pathLst>
          </a:custGeom>
          <a:solidFill>
            <a:schemeClr val="accent2"/>
          </a:solidFill>
        </p:spPr>
        <p:txBody>
          <a:bodyPr wrap="square" lIns="0" tIns="0" rIns="0" bIns="0" anchor="ctr" anchorCtr="0">
            <a:normAutofit/>
          </a:bodyPr>
          <a:lstStyle>
            <a:lvl1pPr marL="0" indent="0" algn="ctr">
              <a:lnSpc>
                <a:spcPct val="100000"/>
              </a:lnSpc>
              <a:buNone/>
              <a:defRPr>
                <a:solidFill>
                  <a:schemeClr val="bg1"/>
                </a:solidFill>
                <a:latin typeface="+mj-lt"/>
              </a:defRPr>
            </a:lvl1pPr>
          </a:lstStyle>
          <a:p>
            <a:pPr lvl="0"/>
            <a:r>
              <a:rPr lang="en-US" dirty="0"/>
              <a:t>Click to add callout or key figure</a:t>
            </a:r>
          </a:p>
        </p:txBody>
      </p:sp>
      <p:sp>
        <p:nvSpPr>
          <p:cNvPr id="6" name="Text Placeholder 9">
            <a:extLst>
              <a:ext uri="{FF2B5EF4-FFF2-40B4-BE49-F238E27FC236}">
                <a16:creationId xmlns:a16="http://schemas.microsoft.com/office/drawing/2014/main" id="{82CACC68-32AD-F079-C7FC-15554FF2B598}"/>
              </a:ext>
            </a:extLst>
          </p:cNvPr>
          <p:cNvSpPr>
            <a:spLocks noGrp="1"/>
          </p:cNvSpPr>
          <p:nvPr>
            <p:ph type="body" sz="quarter" idx="18" hasCustomPrompt="1"/>
          </p:nvPr>
        </p:nvSpPr>
        <p:spPr>
          <a:xfrm>
            <a:off x="609599" y="4213225"/>
            <a:ext cx="2514601" cy="1754326"/>
          </a:xfrm>
        </p:spPr>
        <p:txBody>
          <a:bodyPr/>
          <a:lstStyle>
            <a:lvl1pPr marL="0" indent="0" algn="ctr">
              <a:lnSpc>
                <a:spcPct val="100000"/>
              </a:lnSpc>
              <a:buNone/>
              <a:defRPr sz="2000"/>
            </a:lvl1pPr>
          </a:lstStyle>
          <a:p>
            <a:pPr lvl="0"/>
            <a:r>
              <a:rPr lang="en-US" dirty="0"/>
              <a:t>Supporting text goes here.</a:t>
            </a:r>
          </a:p>
        </p:txBody>
      </p:sp>
      <p:sp>
        <p:nvSpPr>
          <p:cNvPr id="7" name="Text Placeholder 18">
            <a:extLst>
              <a:ext uri="{FF2B5EF4-FFF2-40B4-BE49-F238E27FC236}">
                <a16:creationId xmlns:a16="http://schemas.microsoft.com/office/drawing/2014/main" id="{925CB9A4-7A9E-0560-B2F0-362FDD46CE29}"/>
              </a:ext>
            </a:extLst>
          </p:cNvPr>
          <p:cNvSpPr>
            <a:spLocks noGrp="1"/>
          </p:cNvSpPr>
          <p:nvPr>
            <p:ph type="body" sz="quarter" idx="113" hasCustomPrompt="1"/>
          </p:nvPr>
        </p:nvSpPr>
        <p:spPr>
          <a:xfrm>
            <a:off x="3559968" y="1698351"/>
            <a:ext cx="2252662" cy="2251075"/>
          </a:xfrm>
          <a:custGeom>
            <a:avLst/>
            <a:gdLst>
              <a:gd name="connsiteX0" fmla="*/ 1006200 w 2012400"/>
              <a:gd name="connsiteY0" fmla="*/ 0 h 2012400"/>
              <a:gd name="connsiteX1" fmla="*/ 2012400 w 2012400"/>
              <a:gd name="connsiteY1" fmla="*/ 1006200 h 2012400"/>
              <a:gd name="connsiteX2" fmla="*/ 1006200 w 2012400"/>
              <a:gd name="connsiteY2" fmla="*/ 2012400 h 2012400"/>
              <a:gd name="connsiteX3" fmla="*/ 0 w 2012400"/>
              <a:gd name="connsiteY3" fmla="*/ 1006200 h 2012400"/>
              <a:gd name="connsiteX4" fmla="*/ 1006200 w 2012400"/>
              <a:gd name="connsiteY4" fmla="*/ 0 h 201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400" h="2012400">
                <a:moveTo>
                  <a:pt x="1006200" y="0"/>
                </a:moveTo>
                <a:cubicBezTo>
                  <a:pt x="1561909" y="0"/>
                  <a:pt x="2012400" y="450491"/>
                  <a:pt x="2012400" y="1006200"/>
                </a:cubicBezTo>
                <a:cubicBezTo>
                  <a:pt x="2012400" y="1561909"/>
                  <a:pt x="1561909" y="2012400"/>
                  <a:pt x="1006200" y="2012400"/>
                </a:cubicBezTo>
                <a:cubicBezTo>
                  <a:pt x="450491" y="2012400"/>
                  <a:pt x="0" y="1561909"/>
                  <a:pt x="0" y="1006200"/>
                </a:cubicBezTo>
                <a:cubicBezTo>
                  <a:pt x="0" y="450491"/>
                  <a:pt x="450491" y="0"/>
                  <a:pt x="1006200" y="0"/>
                </a:cubicBezTo>
                <a:close/>
              </a:path>
            </a:pathLst>
          </a:custGeom>
          <a:solidFill>
            <a:schemeClr val="accent1"/>
          </a:solidFill>
        </p:spPr>
        <p:txBody>
          <a:bodyPr wrap="square" lIns="0" tIns="0" rIns="0" bIns="0" anchor="ctr" anchorCtr="0">
            <a:normAutofit/>
          </a:bodyPr>
          <a:lstStyle>
            <a:lvl1pPr marL="0" indent="0" algn="ctr">
              <a:lnSpc>
                <a:spcPct val="100000"/>
              </a:lnSpc>
              <a:buNone/>
              <a:defRPr>
                <a:solidFill>
                  <a:schemeClr val="bg1"/>
                </a:solidFill>
                <a:latin typeface="+mj-lt"/>
              </a:defRPr>
            </a:lvl1pPr>
          </a:lstStyle>
          <a:p>
            <a:pPr lvl="0"/>
            <a:r>
              <a:rPr lang="en-US" dirty="0"/>
              <a:t>Click to add callout or key figure</a:t>
            </a:r>
          </a:p>
        </p:txBody>
      </p:sp>
      <p:sp>
        <p:nvSpPr>
          <p:cNvPr id="8" name="Text Placeholder 9">
            <a:extLst>
              <a:ext uri="{FF2B5EF4-FFF2-40B4-BE49-F238E27FC236}">
                <a16:creationId xmlns:a16="http://schemas.microsoft.com/office/drawing/2014/main" id="{16E424D4-D75C-EDE6-FA38-E18583CA062C}"/>
              </a:ext>
            </a:extLst>
          </p:cNvPr>
          <p:cNvSpPr>
            <a:spLocks noGrp="1"/>
          </p:cNvSpPr>
          <p:nvPr>
            <p:ph type="body" sz="quarter" idx="30" hasCustomPrompt="1"/>
          </p:nvPr>
        </p:nvSpPr>
        <p:spPr>
          <a:xfrm>
            <a:off x="3428999" y="4213225"/>
            <a:ext cx="2514601" cy="1754326"/>
          </a:xfrm>
        </p:spPr>
        <p:txBody>
          <a:bodyPr/>
          <a:lstStyle>
            <a:lvl1pPr marL="0" indent="0" algn="ctr">
              <a:lnSpc>
                <a:spcPct val="100000"/>
              </a:lnSpc>
              <a:buNone/>
              <a:defRPr sz="2000"/>
            </a:lvl1pPr>
          </a:lstStyle>
          <a:p>
            <a:pPr lvl="0"/>
            <a:r>
              <a:rPr lang="en-US" dirty="0"/>
              <a:t>Supporting text goes here.</a:t>
            </a:r>
          </a:p>
        </p:txBody>
      </p:sp>
      <p:sp>
        <p:nvSpPr>
          <p:cNvPr id="9" name="Text Placeholder 18">
            <a:extLst>
              <a:ext uri="{FF2B5EF4-FFF2-40B4-BE49-F238E27FC236}">
                <a16:creationId xmlns:a16="http://schemas.microsoft.com/office/drawing/2014/main" id="{E0A89B30-8D8C-FF5B-2BA9-88ED83411598}"/>
              </a:ext>
            </a:extLst>
          </p:cNvPr>
          <p:cNvSpPr>
            <a:spLocks noGrp="1"/>
          </p:cNvSpPr>
          <p:nvPr>
            <p:ph type="body" sz="quarter" idx="114" hasCustomPrompt="1"/>
          </p:nvPr>
        </p:nvSpPr>
        <p:spPr>
          <a:xfrm>
            <a:off x="6379368" y="1698351"/>
            <a:ext cx="2252662" cy="2251075"/>
          </a:xfrm>
          <a:custGeom>
            <a:avLst/>
            <a:gdLst>
              <a:gd name="connsiteX0" fmla="*/ 1006200 w 2012400"/>
              <a:gd name="connsiteY0" fmla="*/ 0 h 2012400"/>
              <a:gd name="connsiteX1" fmla="*/ 2012400 w 2012400"/>
              <a:gd name="connsiteY1" fmla="*/ 1006200 h 2012400"/>
              <a:gd name="connsiteX2" fmla="*/ 1006200 w 2012400"/>
              <a:gd name="connsiteY2" fmla="*/ 2012400 h 2012400"/>
              <a:gd name="connsiteX3" fmla="*/ 0 w 2012400"/>
              <a:gd name="connsiteY3" fmla="*/ 1006200 h 2012400"/>
              <a:gd name="connsiteX4" fmla="*/ 1006200 w 2012400"/>
              <a:gd name="connsiteY4" fmla="*/ 0 h 201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400" h="2012400">
                <a:moveTo>
                  <a:pt x="1006200" y="0"/>
                </a:moveTo>
                <a:cubicBezTo>
                  <a:pt x="1561909" y="0"/>
                  <a:pt x="2012400" y="450491"/>
                  <a:pt x="2012400" y="1006200"/>
                </a:cubicBezTo>
                <a:cubicBezTo>
                  <a:pt x="2012400" y="1561909"/>
                  <a:pt x="1561909" y="2012400"/>
                  <a:pt x="1006200" y="2012400"/>
                </a:cubicBezTo>
                <a:cubicBezTo>
                  <a:pt x="450491" y="2012400"/>
                  <a:pt x="0" y="1561909"/>
                  <a:pt x="0" y="1006200"/>
                </a:cubicBezTo>
                <a:cubicBezTo>
                  <a:pt x="0" y="450491"/>
                  <a:pt x="450491" y="0"/>
                  <a:pt x="1006200" y="0"/>
                </a:cubicBezTo>
                <a:close/>
              </a:path>
            </a:pathLst>
          </a:custGeom>
          <a:solidFill>
            <a:schemeClr val="accent3"/>
          </a:solidFill>
        </p:spPr>
        <p:txBody>
          <a:bodyPr wrap="square" lIns="0" tIns="0" rIns="0" bIns="0" anchor="ctr" anchorCtr="0">
            <a:normAutofit/>
          </a:bodyPr>
          <a:lstStyle>
            <a:lvl1pPr marL="0" indent="0" algn="ctr">
              <a:lnSpc>
                <a:spcPct val="100000"/>
              </a:lnSpc>
              <a:buNone/>
              <a:defRPr>
                <a:solidFill>
                  <a:schemeClr val="bg1"/>
                </a:solidFill>
                <a:latin typeface="+mj-lt"/>
              </a:defRPr>
            </a:lvl1pPr>
          </a:lstStyle>
          <a:p>
            <a:pPr lvl="0"/>
            <a:r>
              <a:rPr lang="en-US" dirty="0"/>
              <a:t>Click to add callout or key figure</a:t>
            </a:r>
          </a:p>
        </p:txBody>
      </p:sp>
      <p:sp>
        <p:nvSpPr>
          <p:cNvPr id="10" name="Text Placeholder 9">
            <a:extLst>
              <a:ext uri="{FF2B5EF4-FFF2-40B4-BE49-F238E27FC236}">
                <a16:creationId xmlns:a16="http://schemas.microsoft.com/office/drawing/2014/main" id="{24653661-ABAC-40E2-3974-BE554971678E}"/>
              </a:ext>
            </a:extLst>
          </p:cNvPr>
          <p:cNvSpPr>
            <a:spLocks noGrp="1"/>
          </p:cNvSpPr>
          <p:nvPr>
            <p:ph type="body" sz="quarter" idx="31" hasCustomPrompt="1"/>
          </p:nvPr>
        </p:nvSpPr>
        <p:spPr>
          <a:xfrm>
            <a:off x="6248399" y="4213225"/>
            <a:ext cx="2514601" cy="1754326"/>
          </a:xfrm>
        </p:spPr>
        <p:txBody>
          <a:bodyPr/>
          <a:lstStyle>
            <a:lvl1pPr marL="0" indent="0" algn="ctr">
              <a:lnSpc>
                <a:spcPct val="100000"/>
              </a:lnSpc>
              <a:buNone/>
              <a:defRPr sz="2000"/>
            </a:lvl1pPr>
          </a:lstStyle>
          <a:p>
            <a:pPr lvl="0"/>
            <a:r>
              <a:rPr lang="en-US" dirty="0"/>
              <a:t>Supporting text goes here.</a:t>
            </a:r>
          </a:p>
        </p:txBody>
      </p:sp>
      <p:sp>
        <p:nvSpPr>
          <p:cNvPr id="11" name="Text Placeholder 18">
            <a:extLst>
              <a:ext uri="{FF2B5EF4-FFF2-40B4-BE49-F238E27FC236}">
                <a16:creationId xmlns:a16="http://schemas.microsoft.com/office/drawing/2014/main" id="{1CF8363C-AC84-782F-C4B1-FF669F1C915E}"/>
              </a:ext>
            </a:extLst>
          </p:cNvPr>
          <p:cNvSpPr>
            <a:spLocks noGrp="1"/>
          </p:cNvSpPr>
          <p:nvPr>
            <p:ph type="body" sz="quarter" idx="115" hasCustomPrompt="1"/>
          </p:nvPr>
        </p:nvSpPr>
        <p:spPr>
          <a:xfrm>
            <a:off x="9198768" y="1698351"/>
            <a:ext cx="2252662" cy="2251075"/>
          </a:xfrm>
          <a:custGeom>
            <a:avLst/>
            <a:gdLst>
              <a:gd name="connsiteX0" fmla="*/ 1006200 w 2012400"/>
              <a:gd name="connsiteY0" fmla="*/ 0 h 2012400"/>
              <a:gd name="connsiteX1" fmla="*/ 2012400 w 2012400"/>
              <a:gd name="connsiteY1" fmla="*/ 1006200 h 2012400"/>
              <a:gd name="connsiteX2" fmla="*/ 1006200 w 2012400"/>
              <a:gd name="connsiteY2" fmla="*/ 2012400 h 2012400"/>
              <a:gd name="connsiteX3" fmla="*/ 0 w 2012400"/>
              <a:gd name="connsiteY3" fmla="*/ 1006200 h 2012400"/>
              <a:gd name="connsiteX4" fmla="*/ 1006200 w 2012400"/>
              <a:gd name="connsiteY4" fmla="*/ 0 h 201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400" h="2012400">
                <a:moveTo>
                  <a:pt x="1006200" y="0"/>
                </a:moveTo>
                <a:cubicBezTo>
                  <a:pt x="1561909" y="0"/>
                  <a:pt x="2012400" y="450491"/>
                  <a:pt x="2012400" y="1006200"/>
                </a:cubicBezTo>
                <a:cubicBezTo>
                  <a:pt x="2012400" y="1561909"/>
                  <a:pt x="1561909" y="2012400"/>
                  <a:pt x="1006200" y="2012400"/>
                </a:cubicBezTo>
                <a:cubicBezTo>
                  <a:pt x="450491" y="2012400"/>
                  <a:pt x="0" y="1561909"/>
                  <a:pt x="0" y="1006200"/>
                </a:cubicBezTo>
                <a:cubicBezTo>
                  <a:pt x="0" y="450491"/>
                  <a:pt x="450491" y="0"/>
                  <a:pt x="1006200" y="0"/>
                </a:cubicBezTo>
                <a:close/>
              </a:path>
            </a:pathLst>
          </a:custGeom>
          <a:solidFill>
            <a:schemeClr val="tx1"/>
          </a:solidFill>
        </p:spPr>
        <p:txBody>
          <a:bodyPr wrap="square" lIns="0" tIns="0" rIns="0" bIns="0" anchor="ctr" anchorCtr="0">
            <a:normAutofit/>
          </a:bodyPr>
          <a:lstStyle>
            <a:lvl1pPr marL="0" indent="0" algn="ctr">
              <a:lnSpc>
                <a:spcPct val="100000"/>
              </a:lnSpc>
              <a:buNone/>
              <a:defRPr>
                <a:solidFill>
                  <a:schemeClr val="bg1"/>
                </a:solidFill>
                <a:latin typeface="+mj-lt"/>
              </a:defRPr>
            </a:lvl1pPr>
          </a:lstStyle>
          <a:p>
            <a:pPr lvl="0"/>
            <a:r>
              <a:rPr lang="en-US" dirty="0"/>
              <a:t>Click to add callout or key figure</a:t>
            </a:r>
          </a:p>
        </p:txBody>
      </p:sp>
      <p:sp>
        <p:nvSpPr>
          <p:cNvPr id="12" name="Text Placeholder 9">
            <a:extLst>
              <a:ext uri="{FF2B5EF4-FFF2-40B4-BE49-F238E27FC236}">
                <a16:creationId xmlns:a16="http://schemas.microsoft.com/office/drawing/2014/main" id="{E5598C18-5C5E-DE7B-D710-32149ABBD909}"/>
              </a:ext>
            </a:extLst>
          </p:cNvPr>
          <p:cNvSpPr>
            <a:spLocks noGrp="1"/>
          </p:cNvSpPr>
          <p:nvPr>
            <p:ph type="body" sz="quarter" idx="32" hasCustomPrompt="1"/>
          </p:nvPr>
        </p:nvSpPr>
        <p:spPr>
          <a:xfrm>
            <a:off x="9067799" y="4213225"/>
            <a:ext cx="2514601" cy="1754326"/>
          </a:xfrm>
        </p:spPr>
        <p:txBody>
          <a:bodyPr/>
          <a:lstStyle>
            <a:lvl1pPr marL="0" indent="0" algn="ctr">
              <a:lnSpc>
                <a:spcPct val="100000"/>
              </a:lnSpc>
              <a:buNone/>
              <a:defRPr sz="2000"/>
            </a:lvl1pPr>
          </a:lstStyle>
          <a:p>
            <a:pPr lvl="0"/>
            <a:r>
              <a:rPr lang="en-US" dirty="0"/>
              <a:t>Supporting text goes here.</a:t>
            </a:r>
          </a:p>
        </p:txBody>
      </p:sp>
    </p:spTree>
    <p:custDataLst>
      <p:tags r:id="rId1"/>
    </p:custDataLst>
    <p:extLst>
      <p:ext uri="{BB962C8B-B14F-4D97-AF65-F5344CB8AC3E}">
        <p14:creationId xmlns:p14="http://schemas.microsoft.com/office/powerpoint/2010/main" val="297473816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5 Value Points (Text)">
    <p:spTree>
      <p:nvGrpSpPr>
        <p:cNvPr id="1" name=""/>
        <p:cNvGrpSpPr/>
        <p:nvPr/>
      </p:nvGrpSpPr>
      <p:grpSpPr>
        <a:xfrm>
          <a:off x="0" y="0"/>
          <a:ext cx="0" cy="0"/>
          <a:chOff x="0" y="0"/>
          <a:chExt cx="0" cy="0"/>
        </a:xfrm>
      </p:grpSpPr>
      <p:sp>
        <p:nvSpPr>
          <p:cNvPr id="16" name="Text Placeholder 96">
            <a:extLst>
              <a:ext uri="{FF2B5EF4-FFF2-40B4-BE49-F238E27FC236}">
                <a16:creationId xmlns:a16="http://schemas.microsoft.com/office/drawing/2014/main" id="{99D084DC-173B-8CA7-4822-4F3ED5EDE368}"/>
              </a:ext>
            </a:extLst>
          </p:cNvPr>
          <p:cNvSpPr>
            <a:spLocks noGrp="1"/>
          </p:cNvSpPr>
          <p:nvPr>
            <p:ph type="body" sz="quarter" idx="111" hasCustomPrompt="1"/>
          </p:nvPr>
        </p:nvSpPr>
        <p:spPr>
          <a:xfrm>
            <a:off x="609602" y="6200775"/>
            <a:ext cx="9753598" cy="657225"/>
          </a:xfrm>
        </p:spPr>
        <p:txBody>
          <a:bodyPr lIns="0" bIns="72000" anchor="b" anchorCtr="0">
            <a:noAutofit/>
          </a:bodyPr>
          <a:lstStyle>
            <a:lvl1pPr>
              <a:lnSpc>
                <a:spcPct val="100000"/>
              </a:lnSpc>
              <a:spcAft>
                <a:spcPts val="300"/>
              </a:spcAft>
              <a:buNone/>
              <a:defRPr sz="800"/>
            </a:lvl1pPr>
          </a:lstStyle>
          <a:p>
            <a:pPr lvl="0"/>
            <a:r>
              <a:rPr lang="en-US" dirty="0"/>
              <a:t>Footnotes</a:t>
            </a:r>
          </a:p>
        </p:txBody>
      </p:sp>
      <p:sp>
        <p:nvSpPr>
          <p:cNvPr id="2" name="Title 1">
            <a:extLst>
              <a:ext uri="{FF2B5EF4-FFF2-40B4-BE49-F238E27FC236}">
                <a16:creationId xmlns:a16="http://schemas.microsoft.com/office/drawing/2014/main" id="{6E7B56D2-BB81-4064-3AA3-DF4C64B706F1}"/>
              </a:ext>
            </a:extLst>
          </p:cNvPr>
          <p:cNvSpPr>
            <a:spLocks noGrp="1"/>
          </p:cNvSpPr>
          <p:nvPr>
            <p:ph type="title" hasCustomPrompt="1"/>
          </p:nvPr>
        </p:nvSpPr>
        <p:spPr>
          <a:xfrm>
            <a:off x="609600" y="401638"/>
            <a:ext cx="10972800" cy="914400"/>
          </a:xfrm>
        </p:spPr>
        <p:txBody>
          <a:bodyPr/>
          <a:lstStyle/>
          <a:p>
            <a:r>
              <a:rPr lang="en-US" dirty="0"/>
              <a:t>Click to enter title here</a:t>
            </a:r>
          </a:p>
        </p:txBody>
      </p:sp>
      <p:sp>
        <p:nvSpPr>
          <p:cNvPr id="3" name="Date Placeholder 2">
            <a:extLst>
              <a:ext uri="{FF2B5EF4-FFF2-40B4-BE49-F238E27FC236}">
                <a16:creationId xmlns:a16="http://schemas.microsoft.com/office/drawing/2014/main" id="{D3F45F0C-B678-A03C-DBF5-2B5421CC45CB}"/>
              </a:ext>
            </a:extLst>
          </p:cNvPr>
          <p:cNvSpPr>
            <a:spLocks noGrp="1"/>
          </p:cNvSpPr>
          <p:nvPr>
            <p:ph type="dt" sz="half" idx="10"/>
          </p:nvPr>
        </p:nvSpPr>
        <p:spPr/>
        <p:txBody>
          <a:bodyPr/>
          <a:lstStyle/>
          <a:p>
            <a:endParaRPr lang="en-GB" dirty="0"/>
          </a:p>
        </p:txBody>
      </p:sp>
      <p:sp>
        <p:nvSpPr>
          <p:cNvPr id="4" name="Slide Number Placeholder 3">
            <a:extLst>
              <a:ext uri="{FF2B5EF4-FFF2-40B4-BE49-F238E27FC236}">
                <a16:creationId xmlns:a16="http://schemas.microsoft.com/office/drawing/2014/main" id="{2C0C001A-1DB0-4A27-A984-FA113B36506B}"/>
              </a:ext>
            </a:extLst>
          </p:cNvPr>
          <p:cNvSpPr>
            <a:spLocks noGrp="1"/>
          </p:cNvSpPr>
          <p:nvPr>
            <p:ph type="sldNum" sz="quarter" idx="11"/>
          </p:nvPr>
        </p:nvSpPr>
        <p:spPr/>
        <p:txBody>
          <a:bodyPr/>
          <a:lstStyle/>
          <a:p>
            <a:fld id="{F8E47D07-9D1E-4FE9-B31A-2F5863681021}" type="slidenum">
              <a:rPr lang="en-GB" smtClean="0"/>
              <a:pPr/>
              <a:t>‹#›</a:t>
            </a:fld>
            <a:endParaRPr lang="en-GB" dirty="0"/>
          </a:p>
        </p:txBody>
      </p:sp>
      <p:sp>
        <p:nvSpPr>
          <p:cNvPr id="5" name="Text Placeholder 18">
            <a:extLst>
              <a:ext uri="{FF2B5EF4-FFF2-40B4-BE49-F238E27FC236}">
                <a16:creationId xmlns:a16="http://schemas.microsoft.com/office/drawing/2014/main" id="{1C5AB9A7-0AB6-019D-19CC-C54FD35E5CBD}"/>
              </a:ext>
            </a:extLst>
          </p:cNvPr>
          <p:cNvSpPr>
            <a:spLocks noGrp="1"/>
          </p:cNvSpPr>
          <p:nvPr>
            <p:ph type="body" sz="quarter" idx="112" hasCustomPrompt="1"/>
          </p:nvPr>
        </p:nvSpPr>
        <p:spPr>
          <a:xfrm>
            <a:off x="677635" y="1698351"/>
            <a:ext cx="1814648" cy="1813370"/>
          </a:xfrm>
          <a:custGeom>
            <a:avLst/>
            <a:gdLst>
              <a:gd name="connsiteX0" fmla="*/ 1006200 w 2012400"/>
              <a:gd name="connsiteY0" fmla="*/ 0 h 2012400"/>
              <a:gd name="connsiteX1" fmla="*/ 2012400 w 2012400"/>
              <a:gd name="connsiteY1" fmla="*/ 1006200 h 2012400"/>
              <a:gd name="connsiteX2" fmla="*/ 1006200 w 2012400"/>
              <a:gd name="connsiteY2" fmla="*/ 2012400 h 2012400"/>
              <a:gd name="connsiteX3" fmla="*/ 0 w 2012400"/>
              <a:gd name="connsiteY3" fmla="*/ 1006200 h 2012400"/>
              <a:gd name="connsiteX4" fmla="*/ 1006200 w 2012400"/>
              <a:gd name="connsiteY4" fmla="*/ 0 h 201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400" h="2012400">
                <a:moveTo>
                  <a:pt x="1006200" y="0"/>
                </a:moveTo>
                <a:cubicBezTo>
                  <a:pt x="1561909" y="0"/>
                  <a:pt x="2012400" y="450491"/>
                  <a:pt x="2012400" y="1006200"/>
                </a:cubicBezTo>
                <a:cubicBezTo>
                  <a:pt x="2012400" y="1561909"/>
                  <a:pt x="1561909" y="2012400"/>
                  <a:pt x="1006200" y="2012400"/>
                </a:cubicBezTo>
                <a:cubicBezTo>
                  <a:pt x="450491" y="2012400"/>
                  <a:pt x="0" y="1561909"/>
                  <a:pt x="0" y="1006200"/>
                </a:cubicBezTo>
                <a:cubicBezTo>
                  <a:pt x="0" y="450491"/>
                  <a:pt x="450491" y="0"/>
                  <a:pt x="1006200" y="0"/>
                </a:cubicBezTo>
                <a:close/>
              </a:path>
            </a:pathLst>
          </a:custGeom>
          <a:solidFill>
            <a:schemeClr val="accent2"/>
          </a:solidFill>
        </p:spPr>
        <p:txBody>
          <a:bodyPr wrap="square" lIns="0" tIns="0" rIns="0" bIns="0" anchor="ctr" anchorCtr="0">
            <a:normAutofit/>
          </a:bodyPr>
          <a:lstStyle>
            <a:lvl1pPr marL="0" indent="0" algn="ctr">
              <a:lnSpc>
                <a:spcPct val="100000"/>
              </a:lnSpc>
              <a:buNone/>
              <a:defRPr sz="2000">
                <a:solidFill>
                  <a:schemeClr val="bg1"/>
                </a:solidFill>
                <a:latin typeface="+mj-lt"/>
              </a:defRPr>
            </a:lvl1pPr>
          </a:lstStyle>
          <a:p>
            <a:pPr lvl="0"/>
            <a:r>
              <a:rPr lang="en-US" dirty="0"/>
              <a:t>Click to add callout or key figure</a:t>
            </a:r>
          </a:p>
        </p:txBody>
      </p:sp>
      <p:sp>
        <p:nvSpPr>
          <p:cNvPr id="6" name="Text Placeholder 9">
            <a:extLst>
              <a:ext uri="{FF2B5EF4-FFF2-40B4-BE49-F238E27FC236}">
                <a16:creationId xmlns:a16="http://schemas.microsoft.com/office/drawing/2014/main" id="{BD153482-DCD4-673A-D89C-9105394DDF6A}"/>
              </a:ext>
            </a:extLst>
          </p:cNvPr>
          <p:cNvSpPr>
            <a:spLocks noGrp="1"/>
          </p:cNvSpPr>
          <p:nvPr>
            <p:ph type="body" sz="quarter" idx="18" hasCustomPrompt="1"/>
          </p:nvPr>
        </p:nvSpPr>
        <p:spPr>
          <a:xfrm>
            <a:off x="609599" y="3927674"/>
            <a:ext cx="1950721" cy="2088000"/>
          </a:xfrm>
        </p:spPr>
        <p:txBody>
          <a:bodyPr/>
          <a:lstStyle>
            <a:lvl1pPr marL="0" indent="0" algn="ctr">
              <a:lnSpc>
                <a:spcPct val="100000"/>
              </a:lnSpc>
              <a:buNone/>
              <a:defRPr sz="2000"/>
            </a:lvl1pPr>
          </a:lstStyle>
          <a:p>
            <a:pPr lvl="0"/>
            <a:r>
              <a:rPr lang="en-US" dirty="0"/>
              <a:t>Supporting text goes here.</a:t>
            </a:r>
          </a:p>
        </p:txBody>
      </p:sp>
      <p:sp>
        <p:nvSpPr>
          <p:cNvPr id="7" name="Text Placeholder 18">
            <a:extLst>
              <a:ext uri="{FF2B5EF4-FFF2-40B4-BE49-F238E27FC236}">
                <a16:creationId xmlns:a16="http://schemas.microsoft.com/office/drawing/2014/main" id="{B39C6A77-85AA-5059-537D-1987035D71DF}"/>
              </a:ext>
            </a:extLst>
          </p:cNvPr>
          <p:cNvSpPr>
            <a:spLocks noGrp="1"/>
          </p:cNvSpPr>
          <p:nvPr>
            <p:ph type="body" sz="quarter" idx="113" hasCustomPrompt="1"/>
          </p:nvPr>
        </p:nvSpPr>
        <p:spPr>
          <a:xfrm>
            <a:off x="2933155" y="1698351"/>
            <a:ext cx="1814648" cy="1813370"/>
          </a:xfrm>
          <a:custGeom>
            <a:avLst/>
            <a:gdLst>
              <a:gd name="connsiteX0" fmla="*/ 1006200 w 2012400"/>
              <a:gd name="connsiteY0" fmla="*/ 0 h 2012400"/>
              <a:gd name="connsiteX1" fmla="*/ 2012400 w 2012400"/>
              <a:gd name="connsiteY1" fmla="*/ 1006200 h 2012400"/>
              <a:gd name="connsiteX2" fmla="*/ 1006200 w 2012400"/>
              <a:gd name="connsiteY2" fmla="*/ 2012400 h 2012400"/>
              <a:gd name="connsiteX3" fmla="*/ 0 w 2012400"/>
              <a:gd name="connsiteY3" fmla="*/ 1006200 h 2012400"/>
              <a:gd name="connsiteX4" fmla="*/ 1006200 w 2012400"/>
              <a:gd name="connsiteY4" fmla="*/ 0 h 201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400" h="2012400">
                <a:moveTo>
                  <a:pt x="1006200" y="0"/>
                </a:moveTo>
                <a:cubicBezTo>
                  <a:pt x="1561909" y="0"/>
                  <a:pt x="2012400" y="450491"/>
                  <a:pt x="2012400" y="1006200"/>
                </a:cubicBezTo>
                <a:cubicBezTo>
                  <a:pt x="2012400" y="1561909"/>
                  <a:pt x="1561909" y="2012400"/>
                  <a:pt x="1006200" y="2012400"/>
                </a:cubicBezTo>
                <a:cubicBezTo>
                  <a:pt x="450491" y="2012400"/>
                  <a:pt x="0" y="1561909"/>
                  <a:pt x="0" y="1006200"/>
                </a:cubicBezTo>
                <a:cubicBezTo>
                  <a:pt x="0" y="450491"/>
                  <a:pt x="450491" y="0"/>
                  <a:pt x="1006200" y="0"/>
                </a:cubicBezTo>
                <a:close/>
              </a:path>
            </a:pathLst>
          </a:custGeom>
          <a:solidFill>
            <a:schemeClr val="accent1"/>
          </a:solidFill>
        </p:spPr>
        <p:txBody>
          <a:bodyPr wrap="square" lIns="0" tIns="0" rIns="0" bIns="0" anchor="ctr" anchorCtr="0">
            <a:normAutofit/>
          </a:bodyPr>
          <a:lstStyle>
            <a:lvl1pPr marL="0" indent="0" algn="ctr">
              <a:lnSpc>
                <a:spcPct val="100000"/>
              </a:lnSpc>
              <a:buNone/>
              <a:defRPr sz="2000">
                <a:solidFill>
                  <a:schemeClr val="bg1"/>
                </a:solidFill>
                <a:latin typeface="+mj-lt"/>
              </a:defRPr>
            </a:lvl1pPr>
          </a:lstStyle>
          <a:p>
            <a:pPr lvl="0"/>
            <a:r>
              <a:rPr lang="en-US" dirty="0"/>
              <a:t>Click to add callout or key figure</a:t>
            </a:r>
          </a:p>
        </p:txBody>
      </p:sp>
      <p:sp>
        <p:nvSpPr>
          <p:cNvPr id="8" name="Text Placeholder 9">
            <a:extLst>
              <a:ext uri="{FF2B5EF4-FFF2-40B4-BE49-F238E27FC236}">
                <a16:creationId xmlns:a16="http://schemas.microsoft.com/office/drawing/2014/main" id="{03B69E7A-FF69-2061-9D63-887CE347C0BE}"/>
              </a:ext>
            </a:extLst>
          </p:cNvPr>
          <p:cNvSpPr>
            <a:spLocks noGrp="1"/>
          </p:cNvSpPr>
          <p:nvPr>
            <p:ph type="body" sz="quarter" idx="32" hasCustomPrompt="1"/>
          </p:nvPr>
        </p:nvSpPr>
        <p:spPr>
          <a:xfrm>
            <a:off x="2865119" y="3927674"/>
            <a:ext cx="1950721" cy="2088000"/>
          </a:xfrm>
        </p:spPr>
        <p:txBody>
          <a:bodyPr/>
          <a:lstStyle>
            <a:lvl1pPr marL="0" indent="0" algn="ctr">
              <a:lnSpc>
                <a:spcPct val="100000"/>
              </a:lnSpc>
              <a:buNone/>
              <a:defRPr sz="2000"/>
            </a:lvl1pPr>
          </a:lstStyle>
          <a:p>
            <a:pPr lvl="0"/>
            <a:r>
              <a:rPr lang="en-US" dirty="0"/>
              <a:t>Supporting text goes here.</a:t>
            </a:r>
          </a:p>
        </p:txBody>
      </p:sp>
      <p:sp>
        <p:nvSpPr>
          <p:cNvPr id="9" name="Text Placeholder 18">
            <a:extLst>
              <a:ext uri="{FF2B5EF4-FFF2-40B4-BE49-F238E27FC236}">
                <a16:creationId xmlns:a16="http://schemas.microsoft.com/office/drawing/2014/main" id="{0CA85777-B227-49B0-C4BB-38A30AB92D0D}"/>
              </a:ext>
            </a:extLst>
          </p:cNvPr>
          <p:cNvSpPr>
            <a:spLocks noGrp="1"/>
          </p:cNvSpPr>
          <p:nvPr>
            <p:ph type="body" sz="quarter" idx="114" hasCustomPrompt="1"/>
          </p:nvPr>
        </p:nvSpPr>
        <p:spPr>
          <a:xfrm>
            <a:off x="5188675" y="1698351"/>
            <a:ext cx="1814648" cy="1813370"/>
          </a:xfrm>
          <a:custGeom>
            <a:avLst/>
            <a:gdLst>
              <a:gd name="connsiteX0" fmla="*/ 1006200 w 2012400"/>
              <a:gd name="connsiteY0" fmla="*/ 0 h 2012400"/>
              <a:gd name="connsiteX1" fmla="*/ 2012400 w 2012400"/>
              <a:gd name="connsiteY1" fmla="*/ 1006200 h 2012400"/>
              <a:gd name="connsiteX2" fmla="*/ 1006200 w 2012400"/>
              <a:gd name="connsiteY2" fmla="*/ 2012400 h 2012400"/>
              <a:gd name="connsiteX3" fmla="*/ 0 w 2012400"/>
              <a:gd name="connsiteY3" fmla="*/ 1006200 h 2012400"/>
              <a:gd name="connsiteX4" fmla="*/ 1006200 w 2012400"/>
              <a:gd name="connsiteY4" fmla="*/ 0 h 201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400" h="2012400">
                <a:moveTo>
                  <a:pt x="1006200" y="0"/>
                </a:moveTo>
                <a:cubicBezTo>
                  <a:pt x="1561909" y="0"/>
                  <a:pt x="2012400" y="450491"/>
                  <a:pt x="2012400" y="1006200"/>
                </a:cubicBezTo>
                <a:cubicBezTo>
                  <a:pt x="2012400" y="1561909"/>
                  <a:pt x="1561909" y="2012400"/>
                  <a:pt x="1006200" y="2012400"/>
                </a:cubicBezTo>
                <a:cubicBezTo>
                  <a:pt x="450491" y="2012400"/>
                  <a:pt x="0" y="1561909"/>
                  <a:pt x="0" y="1006200"/>
                </a:cubicBezTo>
                <a:cubicBezTo>
                  <a:pt x="0" y="450491"/>
                  <a:pt x="450491" y="0"/>
                  <a:pt x="1006200" y="0"/>
                </a:cubicBezTo>
                <a:close/>
              </a:path>
            </a:pathLst>
          </a:custGeom>
          <a:solidFill>
            <a:schemeClr val="accent3"/>
          </a:solidFill>
        </p:spPr>
        <p:txBody>
          <a:bodyPr wrap="square" lIns="0" tIns="0" rIns="0" bIns="0" anchor="ctr" anchorCtr="0">
            <a:normAutofit/>
          </a:bodyPr>
          <a:lstStyle>
            <a:lvl1pPr marL="0" indent="0" algn="ctr">
              <a:lnSpc>
                <a:spcPct val="100000"/>
              </a:lnSpc>
              <a:buNone/>
              <a:defRPr sz="2000">
                <a:solidFill>
                  <a:schemeClr val="bg1"/>
                </a:solidFill>
                <a:latin typeface="+mj-lt"/>
              </a:defRPr>
            </a:lvl1pPr>
          </a:lstStyle>
          <a:p>
            <a:pPr lvl="0"/>
            <a:r>
              <a:rPr lang="en-US" dirty="0"/>
              <a:t>Click to add callout or key figure</a:t>
            </a:r>
          </a:p>
        </p:txBody>
      </p:sp>
      <p:sp>
        <p:nvSpPr>
          <p:cNvPr id="10" name="Text Placeholder 9">
            <a:extLst>
              <a:ext uri="{FF2B5EF4-FFF2-40B4-BE49-F238E27FC236}">
                <a16:creationId xmlns:a16="http://schemas.microsoft.com/office/drawing/2014/main" id="{E96E0F8A-0AFD-AF15-0C62-755FD7EE37C6}"/>
              </a:ext>
            </a:extLst>
          </p:cNvPr>
          <p:cNvSpPr>
            <a:spLocks noGrp="1"/>
          </p:cNvSpPr>
          <p:nvPr>
            <p:ph type="body" sz="quarter" idx="33" hasCustomPrompt="1"/>
          </p:nvPr>
        </p:nvSpPr>
        <p:spPr>
          <a:xfrm>
            <a:off x="5120639" y="3927674"/>
            <a:ext cx="1950721" cy="2088000"/>
          </a:xfrm>
        </p:spPr>
        <p:txBody>
          <a:bodyPr/>
          <a:lstStyle>
            <a:lvl1pPr marL="0" indent="0" algn="ctr">
              <a:lnSpc>
                <a:spcPct val="100000"/>
              </a:lnSpc>
              <a:buNone/>
              <a:defRPr sz="2000"/>
            </a:lvl1pPr>
          </a:lstStyle>
          <a:p>
            <a:pPr lvl="0"/>
            <a:r>
              <a:rPr lang="en-US" dirty="0"/>
              <a:t>Supporting text goes here.</a:t>
            </a:r>
          </a:p>
        </p:txBody>
      </p:sp>
      <p:sp>
        <p:nvSpPr>
          <p:cNvPr id="11" name="Text Placeholder 18">
            <a:extLst>
              <a:ext uri="{FF2B5EF4-FFF2-40B4-BE49-F238E27FC236}">
                <a16:creationId xmlns:a16="http://schemas.microsoft.com/office/drawing/2014/main" id="{3F246884-FD35-9856-0FE3-46AFF72047C9}"/>
              </a:ext>
            </a:extLst>
          </p:cNvPr>
          <p:cNvSpPr>
            <a:spLocks noGrp="1"/>
          </p:cNvSpPr>
          <p:nvPr>
            <p:ph type="body" sz="quarter" idx="116" hasCustomPrompt="1"/>
          </p:nvPr>
        </p:nvSpPr>
        <p:spPr>
          <a:xfrm>
            <a:off x="7444195" y="1698351"/>
            <a:ext cx="1814648" cy="1813370"/>
          </a:xfrm>
          <a:custGeom>
            <a:avLst/>
            <a:gdLst>
              <a:gd name="connsiteX0" fmla="*/ 1006200 w 2012400"/>
              <a:gd name="connsiteY0" fmla="*/ 0 h 2012400"/>
              <a:gd name="connsiteX1" fmla="*/ 2012400 w 2012400"/>
              <a:gd name="connsiteY1" fmla="*/ 1006200 h 2012400"/>
              <a:gd name="connsiteX2" fmla="*/ 1006200 w 2012400"/>
              <a:gd name="connsiteY2" fmla="*/ 2012400 h 2012400"/>
              <a:gd name="connsiteX3" fmla="*/ 0 w 2012400"/>
              <a:gd name="connsiteY3" fmla="*/ 1006200 h 2012400"/>
              <a:gd name="connsiteX4" fmla="*/ 1006200 w 2012400"/>
              <a:gd name="connsiteY4" fmla="*/ 0 h 201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400" h="2012400">
                <a:moveTo>
                  <a:pt x="1006200" y="0"/>
                </a:moveTo>
                <a:cubicBezTo>
                  <a:pt x="1561909" y="0"/>
                  <a:pt x="2012400" y="450491"/>
                  <a:pt x="2012400" y="1006200"/>
                </a:cubicBezTo>
                <a:cubicBezTo>
                  <a:pt x="2012400" y="1561909"/>
                  <a:pt x="1561909" y="2012400"/>
                  <a:pt x="1006200" y="2012400"/>
                </a:cubicBezTo>
                <a:cubicBezTo>
                  <a:pt x="450491" y="2012400"/>
                  <a:pt x="0" y="1561909"/>
                  <a:pt x="0" y="1006200"/>
                </a:cubicBezTo>
                <a:cubicBezTo>
                  <a:pt x="0" y="450491"/>
                  <a:pt x="450491" y="0"/>
                  <a:pt x="1006200" y="0"/>
                </a:cubicBezTo>
                <a:close/>
              </a:path>
            </a:pathLst>
          </a:custGeom>
          <a:solidFill>
            <a:schemeClr val="tx1"/>
          </a:solidFill>
        </p:spPr>
        <p:txBody>
          <a:bodyPr wrap="square" lIns="0" tIns="0" rIns="0" bIns="0" anchor="ctr" anchorCtr="0">
            <a:normAutofit/>
          </a:bodyPr>
          <a:lstStyle>
            <a:lvl1pPr marL="0" indent="0" algn="ctr">
              <a:lnSpc>
                <a:spcPct val="100000"/>
              </a:lnSpc>
              <a:buNone/>
              <a:defRPr sz="2000">
                <a:solidFill>
                  <a:schemeClr val="bg1"/>
                </a:solidFill>
                <a:latin typeface="+mj-lt"/>
              </a:defRPr>
            </a:lvl1pPr>
          </a:lstStyle>
          <a:p>
            <a:pPr lvl="0"/>
            <a:r>
              <a:rPr lang="en-US" dirty="0"/>
              <a:t>Click to add callout or key figure</a:t>
            </a:r>
          </a:p>
        </p:txBody>
      </p:sp>
      <p:sp>
        <p:nvSpPr>
          <p:cNvPr id="12" name="Text Placeholder 9">
            <a:extLst>
              <a:ext uri="{FF2B5EF4-FFF2-40B4-BE49-F238E27FC236}">
                <a16:creationId xmlns:a16="http://schemas.microsoft.com/office/drawing/2014/main" id="{ACA767B7-468F-8E4E-1C32-6CD44E3066CC}"/>
              </a:ext>
            </a:extLst>
          </p:cNvPr>
          <p:cNvSpPr>
            <a:spLocks noGrp="1"/>
          </p:cNvSpPr>
          <p:nvPr>
            <p:ph type="body" sz="quarter" idx="34" hasCustomPrompt="1"/>
          </p:nvPr>
        </p:nvSpPr>
        <p:spPr>
          <a:xfrm>
            <a:off x="7376159" y="3927674"/>
            <a:ext cx="1950721" cy="2088000"/>
          </a:xfrm>
        </p:spPr>
        <p:txBody>
          <a:bodyPr/>
          <a:lstStyle>
            <a:lvl1pPr marL="0" indent="0" algn="ctr">
              <a:lnSpc>
                <a:spcPct val="100000"/>
              </a:lnSpc>
              <a:buNone/>
              <a:defRPr sz="2000"/>
            </a:lvl1pPr>
          </a:lstStyle>
          <a:p>
            <a:pPr lvl="0"/>
            <a:r>
              <a:rPr lang="en-US" dirty="0"/>
              <a:t>Supporting text goes here.</a:t>
            </a:r>
          </a:p>
        </p:txBody>
      </p:sp>
      <p:sp>
        <p:nvSpPr>
          <p:cNvPr id="13" name="Text Placeholder 18">
            <a:extLst>
              <a:ext uri="{FF2B5EF4-FFF2-40B4-BE49-F238E27FC236}">
                <a16:creationId xmlns:a16="http://schemas.microsoft.com/office/drawing/2014/main" id="{F163B4D9-9C81-86CC-7D56-70C1E36C85E8}"/>
              </a:ext>
            </a:extLst>
          </p:cNvPr>
          <p:cNvSpPr>
            <a:spLocks noGrp="1"/>
          </p:cNvSpPr>
          <p:nvPr>
            <p:ph type="body" sz="quarter" idx="115" hasCustomPrompt="1"/>
          </p:nvPr>
        </p:nvSpPr>
        <p:spPr>
          <a:xfrm>
            <a:off x="9699715" y="1698351"/>
            <a:ext cx="1814648" cy="1813370"/>
          </a:xfrm>
          <a:custGeom>
            <a:avLst/>
            <a:gdLst>
              <a:gd name="connsiteX0" fmla="*/ 1006200 w 2012400"/>
              <a:gd name="connsiteY0" fmla="*/ 0 h 2012400"/>
              <a:gd name="connsiteX1" fmla="*/ 2012400 w 2012400"/>
              <a:gd name="connsiteY1" fmla="*/ 1006200 h 2012400"/>
              <a:gd name="connsiteX2" fmla="*/ 1006200 w 2012400"/>
              <a:gd name="connsiteY2" fmla="*/ 2012400 h 2012400"/>
              <a:gd name="connsiteX3" fmla="*/ 0 w 2012400"/>
              <a:gd name="connsiteY3" fmla="*/ 1006200 h 2012400"/>
              <a:gd name="connsiteX4" fmla="*/ 1006200 w 2012400"/>
              <a:gd name="connsiteY4" fmla="*/ 0 h 201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400" h="2012400">
                <a:moveTo>
                  <a:pt x="1006200" y="0"/>
                </a:moveTo>
                <a:cubicBezTo>
                  <a:pt x="1561909" y="0"/>
                  <a:pt x="2012400" y="450491"/>
                  <a:pt x="2012400" y="1006200"/>
                </a:cubicBezTo>
                <a:cubicBezTo>
                  <a:pt x="2012400" y="1561909"/>
                  <a:pt x="1561909" y="2012400"/>
                  <a:pt x="1006200" y="2012400"/>
                </a:cubicBezTo>
                <a:cubicBezTo>
                  <a:pt x="450491" y="2012400"/>
                  <a:pt x="0" y="1561909"/>
                  <a:pt x="0" y="1006200"/>
                </a:cubicBezTo>
                <a:cubicBezTo>
                  <a:pt x="0" y="450491"/>
                  <a:pt x="450491" y="0"/>
                  <a:pt x="1006200" y="0"/>
                </a:cubicBezTo>
                <a:close/>
              </a:path>
            </a:pathLst>
          </a:custGeom>
          <a:solidFill>
            <a:schemeClr val="bg2"/>
          </a:solidFill>
        </p:spPr>
        <p:txBody>
          <a:bodyPr wrap="square" lIns="0" tIns="0" rIns="0" bIns="0" anchor="ctr" anchorCtr="0">
            <a:normAutofit/>
          </a:bodyPr>
          <a:lstStyle>
            <a:lvl1pPr marL="0" indent="0" algn="ctr">
              <a:lnSpc>
                <a:spcPct val="100000"/>
              </a:lnSpc>
              <a:buNone/>
              <a:defRPr sz="2000">
                <a:solidFill>
                  <a:schemeClr val="tx1"/>
                </a:solidFill>
                <a:latin typeface="+mj-lt"/>
              </a:defRPr>
            </a:lvl1pPr>
          </a:lstStyle>
          <a:p>
            <a:pPr lvl="0"/>
            <a:r>
              <a:rPr lang="en-US" dirty="0"/>
              <a:t>Click to add callout or key figure</a:t>
            </a:r>
          </a:p>
        </p:txBody>
      </p:sp>
      <p:sp>
        <p:nvSpPr>
          <p:cNvPr id="14" name="Text Placeholder 9">
            <a:extLst>
              <a:ext uri="{FF2B5EF4-FFF2-40B4-BE49-F238E27FC236}">
                <a16:creationId xmlns:a16="http://schemas.microsoft.com/office/drawing/2014/main" id="{DE7B1FAC-1A78-52E2-4332-509608AE39E9}"/>
              </a:ext>
            </a:extLst>
          </p:cNvPr>
          <p:cNvSpPr>
            <a:spLocks noGrp="1"/>
          </p:cNvSpPr>
          <p:nvPr>
            <p:ph type="body" sz="quarter" idx="35" hasCustomPrompt="1"/>
          </p:nvPr>
        </p:nvSpPr>
        <p:spPr>
          <a:xfrm>
            <a:off x="9631679" y="3927674"/>
            <a:ext cx="1950721" cy="2088000"/>
          </a:xfrm>
        </p:spPr>
        <p:txBody>
          <a:bodyPr/>
          <a:lstStyle>
            <a:lvl1pPr marL="0" indent="0" algn="ctr">
              <a:lnSpc>
                <a:spcPct val="100000"/>
              </a:lnSpc>
              <a:buNone/>
              <a:defRPr sz="2000"/>
            </a:lvl1pPr>
          </a:lstStyle>
          <a:p>
            <a:pPr lvl="0"/>
            <a:r>
              <a:rPr lang="en-US" dirty="0"/>
              <a:t>Supporting text goes here.</a:t>
            </a:r>
          </a:p>
        </p:txBody>
      </p:sp>
    </p:spTree>
    <p:custDataLst>
      <p:tags r:id="rId1"/>
    </p:custDataLst>
    <p:extLst>
      <p:ext uri="{BB962C8B-B14F-4D97-AF65-F5344CB8AC3E}">
        <p14:creationId xmlns:p14="http://schemas.microsoft.com/office/powerpoint/2010/main" val="191761263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END">
    <p:bg>
      <p:bgPr>
        <a:solidFill>
          <a:schemeClr val="tx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C22DA5D-EC7E-40C3-8862-3E3748AD6C3A}"/>
              </a:ext>
            </a:extLst>
          </p:cNvPr>
          <p:cNvSpPr txBox="1">
            <a:spLocks/>
          </p:cNvSpPr>
          <p:nvPr userDrawn="1"/>
        </p:nvSpPr>
        <p:spPr>
          <a:xfrm>
            <a:off x="1257304" y="769811"/>
            <a:ext cx="9677394" cy="5318379"/>
          </a:xfrm>
          <a:prstGeom prst="rect">
            <a:avLst/>
          </a:prstGeom>
        </p:spPr>
        <p:txBody>
          <a:bodyPr vert="horz" wrap="square" lIns="0" tIns="0" rIns="0" bIns="0" rtlCol="0" anchor="t">
            <a:spAutoFit/>
          </a:bodyPr>
          <a:lstStyle>
            <a:lvl1pPr algn="ctr" defTabSz="914400" rtl="0" eaLnBrk="1" latinLnBrk="0" hangingPunct="1">
              <a:lnSpc>
                <a:spcPct val="90000"/>
              </a:lnSpc>
              <a:spcBef>
                <a:spcPct val="0"/>
              </a:spcBef>
              <a:buNone/>
              <a:defRPr sz="6000" kern="1200">
                <a:solidFill>
                  <a:schemeClr val="bg1"/>
                </a:solidFill>
                <a:latin typeface="+mj-lt"/>
                <a:ea typeface="+mj-ea"/>
                <a:cs typeface="+mj-cs"/>
              </a:defRPr>
            </a:lvl1pPr>
          </a:lstStyle>
          <a:p>
            <a:pPr>
              <a:lnSpc>
                <a:spcPct val="90000"/>
              </a:lnSpc>
            </a:pPr>
            <a:r>
              <a:rPr lang="en-US" sz="9600" dirty="0"/>
              <a:t>Do not use layouts</a:t>
            </a:r>
            <a:br>
              <a:rPr lang="en-US" sz="9600" dirty="0"/>
            </a:br>
            <a:r>
              <a:rPr lang="en-US" sz="9600" dirty="0"/>
              <a:t>in this section appearing after this point. </a:t>
            </a:r>
          </a:p>
        </p:txBody>
      </p:sp>
      <p:sp>
        <p:nvSpPr>
          <p:cNvPr id="4" name="DO NOT DELETE (BRANDIN)">
            <a:extLst>
              <a:ext uri="{FF2B5EF4-FFF2-40B4-BE49-F238E27FC236}">
                <a16:creationId xmlns:a16="http://schemas.microsoft.com/office/drawing/2014/main" id="{4FE5B898-DD8A-1B42-B5C8-50EEAD84123B}"/>
              </a:ext>
            </a:extLst>
          </p:cNvPr>
          <p:cNvSpPr/>
          <p:nvPr userDrawn="1"/>
        </p:nvSpPr>
        <p:spPr>
          <a:xfrm>
            <a:off x="152400" y="15240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20000"/>
              </a:lnSpc>
              <a:spcAft>
                <a:spcPts val="600"/>
              </a:spcAft>
            </a:pPr>
            <a:endParaRPr lang="en-US" dirty="0" err="1"/>
          </a:p>
        </p:txBody>
      </p:sp>
    </p:spTree>
    <p:custDataLst>
      <p:custData r:id="rId1"/>
      <p:tags r:id="rId2"/>
    </p:custDataLst>
    <p:extLst>
      <p:ext uri="{BB962C8B-B14F-4D97-AF65-F5344CB8AC3E}">
        <p14:creationId xmlns:p14="http://schemas.microsoft.com/office/powerpoint/2010/main" val="303594771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3 Image">
    <p:spTree>
      <p:nvGrpSpPr>
        <p:cNvPr id="1" name=""/>
        <p:cNvGrpSpPr/>
        <p:nvPr/>
      </p:nvGrpSpPr>
      <p:grpSpPr>
        <a:xfrm>
          <a:off x="0" y="0"/>
          <a:ext cx="0" cy="0"/>
          <a:chOff x="0" y="0"/>
          <a:chExt cx="0" cy="0"/>
        </a:xfrm>
      </p:grpSpPr>
      <p:sp>
        <p:nvSpPr>
          <p:cNvPr id="9" name="Text Placeholder 96">
            <a:extLst>
              <a:ext uri="{FF2B5EF4-FFF2-40B4-BE49-F238E27FC236}">
                <a16:creationId xmlns:a16="http://schemas.microsoft.com/office/drawing/2014/main" id="{1DDC5128-F40F-4587-ABA6-C65DA8D4F347}"/>
              </a:ext>
            </a:extLst>
          </p:cNvPr>
          <p:cNvSpPr>
            <a:spLocks noGrp="1"/>
          </p:cNvSpPr>
          <p:nvPr>
            <p:ph type="body" sz="quarter" idx="111" hasCustomPrompt="1"/>
          </p:nvPr>
        </p:nvSpPr>
        <p:spPr>
          <a:xfrm>
            <a:off x="4876800" y="5434015"/>
            <a:ext cx="6705600" cy="765173"/>
          </a:xfrm>
        </p:spPr>
        <p:txBody>
          <a:bodyPr lIns="0" tIns="0" rIns="0" bIns="0" anchor="b" anchorCtr="0">
            <a:noAutofit/>
          </a:bodyPr>
          <a:lstStyle>
            <a:lvl1pPr>
              <a:lnSpc>
                <a:spcPct val="100000"/>
              </a:lnSpc>
              <a:spcAft>
                <a:spcPts val="300"/>
              </a:spcAft>
              <a:buNone/>
              <a:defRPr sz="800"/>
            </a:lvl1pPr>
          </a:lstStyle>
          <a:p>
            <a:pPr lvl="0"/>
            <a:r>
              <a:rPr lang="en-US" dirty="0"/>
              <a:t>Footnotes</a:t>
            </a:r>
          </a:p>
        </p:txBody>
      </p:sp>
      <p:sp>
        <p:nvSpPr>
          <p:cNvPr id="6" name="Date Placeholder 5">
            <a:extLst>
              <a:ext uri="{FF2B5EF4-FFF2-40B4-BE49-F238E27FC236}">
                <a16:creationId xmlns:a16="http://schemas.microsoft.com/office/drawing/2014/main" id="{184B23E2-5E06-49DB-8204-880C851063B7}"/>
              </a:ext>
            </a:extLst>
          </p:cNvPr>
          <p:cNvSpPr>
            <a:spLocks noGrp="1"/>
          </p:cNvSpPr>
          <p:nvPr>
            <p:ph type="dt" sz="half" idx="21"/>
          </p:nvPr>
        </p:nvSpPr>
        <p:spPr/>
        <p:txBody>
          <a:bodyPr/>
          <a:lstStyle>
            <a:lvl1pPr>
              <a:lnSpc>
                <a:spcPct val="100000"/>
              </a:lnSpc>
              <a:defRPr/>
            </a:lvl1pPr>
          </a:lstStyle>
          <a:p>
            <a:endParaRPr lang="en-GB"/>
          </a:p>
        </p:txBody>
      </p:sp>
      <p:sp>
        <p:nvSpPr>
          <p:cNvPr id="14" name="Picture Placeholder 13">
            <a:extLst>
              <a:ext uri="{FF2B5EF4-FFF2-40B4-BE49-F238E27FC236}">
                <a16:creationId xmlns:a16="http://schemas.microsoft.com/office/drawing/2014/main" id="{61878CEE-058E-4CA0-A804-58BE7BD4CE9F}"/>
              </a:ext>
            </a:extLst>
          </p:cNvPr>
          <p:cNvSpPr>
            <a:spLocks noGrp="1"/>
          </p:cNvSpPr>
          <p:nvPr>
            <p:ph type="pic" sz="quarter" idx="20" hasCustomPrompt="1"/>
          </p:nvPr>
        </p:nvSpPr>
        <p:spPr>
          <a:xfrm>
            <a:off x="1" y="0"/>
            <a:ext cx="4267199" cy="6858000"/>
          </a:xfrm>
          <a:prstGeom prst="rect">
            <a:avLst/>
          </a:prstGeom>
          <a:solidFill>
            <a:srgbClr val="D8DFDE"/>
          </a:solidFill>
        </p:spPr>
        <p:txBody>
          <a:bodyPr vert="horz" wrap="square" lIns="396000" tIns="612000" rIns="576000" bIns="1368000" rtlCol="0" anchor="ctr" anchorCtr="0">
            <a:noAutofit/>
          </a:bodyPr>
          <a:lstStyle>
            <a:lvl1pPr marL="0" indent="0" algn="ctr">
              <a:lnSpc>
                <a:spcPct val="100000"/>
              </a:lnSpc>
              <a:spcAft>
                <a:spcPts val="0"/>
              </a:spcAft>
              <a:buNone/>
              <a:defRPr lang="en-US" sz="1600" b="1" dirty="0">
                <a:solidFill>
                  <a:schemeClr val="tx1"/>
                </a:solidFill>
              </a:defRPr>
            </a:lvl1pPr>
          </a:lstStyle>
          <a:p>
            <a:r>
              <a:rPr lang="en-US" dirty="0"/>
              <a:t>_____________________________</a:t>
            </a:r>
            <a:br>
              <a:rPr lang="en-US" dirty="0"/>
            </a:br>
            <a:br>
              <a:rPr lang="en-US" dirty="0"/>
            </a:br>
            <a:r>
              <a:rPr lang="en-US" dirty="0"/>
              <a:t>To add a brand image here:</a:t>
            </a:r>
            <a:br>
              <a:rPr lang="en-US" dirty="0"/>
            </a:br>
            <a:r>
              <a:rPr lang="en-US" dirty="0"/>
              <a:t>Select this placeholder and click </a:t>
            </a:r>
            <a:br>
              <a:rPr lang="en-US" dirty="0"/>
            </a:br>
            <a:r>
              <a:rPr lang="en-US" dirty="0"/>
              <a:t>Brand Pictures in </a:t>
            </a:r>
            <a:r>
              <a:rPr lang="en-US" dirty="0" err="1"/>
              <a:t>BrandIn</a:t>
            </a:r>
            <a:r>
              <a:rPr lang="en-US" dirty="0"/>
              <a:t>.</a:t>
            </a:r>
            <a:br>
              <a:rPr lang="en-US" dirty="0"/>
            </a:br>
            <a:br>
              <a:rPr lang="en-US" dirty="0"/>
            </a:br>
            <a:r>
              <a:rPr lang="en-US" dirty="0"/>
              <a:t>Clicking the icon will insert an </a:t>
            </a:r>
            <a:br>
              <a:rPr lang="en-US" dirty="0"/>
            </a:br>
            <a:r>
              <a:rPr lang="en-US" dirty="0"/>
              <a:t>image from your own files.</a:t>
            </a:r>
            <a:br>
              <a:rPr lang="en-US" dirty="0"/>
            </a:br>
            <a:br>
              <a:rPr lang="en-US" dirty="0"/>
            </a:br>
            <a:br>
              <a:rPr lang="en-US" dirty="0"/>
            </a:br>
            <a:br>
              <a:rPr lang="en-US" dirty="0"/>
            </a:br>
            <a:r>
              <a:rPr lang="en-US" dirty="0"/>
              <a:t>The image can then be scaled </a:t>
            </a:r>
            <a:br>
              <a:rPr lang="en-US" dirty="0"/>
            </a:br>
            <a:r>
              <a:rPr lang="en-US" dirty="0"/>
              <a:t>within the frame by using the </a:t>
            </a:r>
            <a:br>
              <a:rPr lang="en-US" dirty="0"/>
            </a:br>
            <a:r>
              <a:rPr lang="en-US" dirty="0"/>
              <a:t>Crop feature in the Picture Format</a:t>
            </a:r>
            <a:br>
              <a:rPr lang="en-US" dirty="0"/>
            </a:br>
            <a:r>
              <a:rPr lang="en-US" dirty="0"/>
              <a:t>tab of the ribbon.</a:t>
            </a:r>
            <a:br>
              <a:rPr lang="en-US" dirty="0"/>
            </a:br>
            <a:r>
              <a:rPr lang="en-US" dirty="0"/>
              <a:t>_____________________________</a:t>
            </a:r>
          </a:p>
        </p:txBody>
      </p:sp>
      <p:sp>
        <p:nvSpPr>
          <p:cNvPr id="11" name="Content Placeholder 3">
            <a:extLst>
              <a:ext uri="{FF2B5EF4-FFF2-40B4-BE49-F238E27FC236}">
                <a16:creationId xmlns:a16="http://schemas.microsoft.com/office/drawing/2014/main" id="{76875AC1-186F-4F1F-B7EF-24D7150A24FB}"/>
              </a:ext>
            </a:extLst>
          </p:cNvPr>
          <p:cNvSpPr>
            <a:spLocks noGrp="1"/>
          </p:cNvSpPr>
          <p:nvPr>
            <p:ph sz="quarter" idx="19" hasCustomPrompt="1"/>
          </p:nvPr>
        </p:nvSpPr>
        <p:spPr>
          <a:xfrm>
            <a:off x="4876800" y="1468438"/>
            <a:ext cx="6705600" cy="3965577"/>
          </a:xfrm>
          <a:prstGeom prst="rect">
            <a:avLst/>
          </a:prstGeom>
        </p:spPr>
        <p:txBody>
          <a:bodyPr lIns="0" rIns="0"/>
          <a:lstStyle>
            <a:lvl1pPr>
              <a:lnSpc>
                <a:spcPct val="100000"/>
              </a:lnSpc>
              <a:defRPr/>
            </a:lvl1pPr>
            <a:lvl2pPr marL="460800" indent="-230400">
              <a:lnSpc>
                <a:spcPct val="100000"/>
              </a:lnSpc>
              <a:defRPr lang="en-US" sz="2400" kern="120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US" dirty="0"/>
              <a:t>Click to add text here. </a:t>
            </a:r>
            <a:br>
              <a:rPr lang="en-US" dirty="0"/>
            </a:br>
            <a:r>
              <a:rPr lang="en-US" dirty="0"/>
              <a:t>When pasting copy from other slides, be sure to right-click and choose ‘Keep text only’</a:t>
            </a:r>
            <a:r>
              <a:rPr lang="en-GB" dirty="0"/>
              <a: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8" name="Slide Number Placeholder 7">
            <a:extLst>
              <a:ext uri="{FF2B5EF4-FFF2-40B4-BE49-F238E27FC236}">
                <a16:creationId xmlns:a16="http://schemas.microsoft.com/office/drawing/2014/main" id="{E7097FB9-E2D3-4E4F-B628-163A151D14B3}"/>
              </a:ext>
            </a:extLst>
          </p:cNvPr>
          <p:cNvSpPr>
            <a:spLocks noGrp="1"/>
          </p:cNvSpPr>
          <p:nvPr>
            <p:ph type="sldNum" sz="quarter" idx="23"/>
          </p:nvPr>
        </p:nvSpPr>
        <p:spPr/>
        <p:txBody>
          <a:bodyPr/>
          <a:lstStyle>
            <a:lvl1pPr>
              <a:lnSpc>
                <a:spcPct val="100000"/>
              </a:lnSpc>
              <a:defRPr>
                <a:solidFill>
                  <a:schemeClr val="bg1"/>
                </a:solidFill>
              </a:defRPr>
            </a:lvl1pPr>
          </a:lstStyle>
          <a:p>
            <a:fld id="{F8E47D07-9D1E-4FE9-B31A-2F5863681021}" type="slidenum">
              <a:rPr lang="en-GB" smtClean="0"/>
              <a:pPr/>
              <a:t>‹#›</a:t>
            </a:fld>
            <a:endParaRPr lang="en-GB"/>
          </a:p>
        </p:txBody>
      </p:sp>
      <p:sp>
        <p:nvSpPr>
          <p:cNvPr id="4" name="Title 3">
            <a:extLst>
              <a:ext uri="{FF2B5EF4-FFF2-40B4-BE49-F238E27FC236}">
                <a16:creationId xmlns:a16="http://schemas.microsoft.com/office/drawing/2014/main" id="{0CE8D31C-DCAE-C47D-D5D2-ADBFFC545871}"/>
              </a:ext>
            </a:extLst>
          </p:cNvPr>
          <p:cNvSpPr>
            <a:spLocks noGrp="1"/>
          </p:cNvSpPr>
          <p:nvPr>
            <p:ph type="title" hasCustomPrompt="1"/>
          </p:nvPr>
        </p:nvSpPr>
        <p:spPr>
          <a:xfrm>
            <a:off x="4876800" y="401638"/>
            <a:ext cx="6705600" cy="914400"/>
          </a:xfrm>
        </p:spPr>
        <p:txBody>
          <a:bodyPr/>
          <a:lstStyle/>
          <a:p>
            <a:r>
              <a:rPr lang="en-US" dirty="0"/>
              <a:t>Click to enter title here</a:t>
            </a:r>
          </a:p>
        </p:txBody>
      </p:sp>
    </p:spTree>
    <p:custDataLst>
      <p:tags r:id="rId1"/>
    </p:custDataLst>
    <p:extLst>
      <p:ext uri="{BB962C8B-B14F-4D97-AF65-F5344CB8AC3E}">
        <p14:creationId xmlns:p14="http://schemas.microsoft.com/office/powerpoint/2010/main" val="3490321546"/>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3 Image">
    <p:spTree>
      <p:nvGrpSpPr>
        <p:cNvPr id="1" name=""/>
        <p:cNvGrpSpPr/>
        <p:nvPr/>
      </p:nvGrpSpPr>
      <p:grpSpPr>
        <a:xfrm>
          <a:off x="0" y="0"/>
          <a:ext cx="0" cy="0"/>
          <a:chOff x="0" y="0"/>
          <a:chExt cx="0" cy="0"/>
        </a:xfrm>
      </p:grpSpPr>
      <p:sp>
        <p:nvSpPr>
          <p:cNvPr id="8" name="Text Placeholder 96">
            <a:extLst>
              <a:ext uri="{FF2B5EF4-FFF2-40B4-BE49-F238E27FC236}">
                <a16:creationId xmlns:a16="http://schemas.microsoft.com/office/drawing/2014/main" id="{73C6320D-F937-4522-9E69-DB2AAD8AEA21}"/>
              </a:ext>
            </a:extLst>
          </p:cNvPr>
          <p:cNvSpPr>
            <a:spLocks noGrp="1"/>
          </p:cNvSpPr>
          <p:nvPr>
            <p:ph type="body" sz="quarter" idx="111" hasCustomPrompt="1"/>
          </p:nvPr>
        </p:nvSpPr>
        <p:spPr>
          <a:xfrm>
            <a:off x="7924800" y="5434015"/>
            <a:ext cx="3657600" cy="765173"/>
          </a:xfrm>
        </p:spPr>
        <p:txBody>
          <a:bodyPr lIns="0" tIns="0" rIns="0" bIns="0" anchor="b" anchorCtr="0">
            <a:noAutofit/>
          </a:bodyPr>
          <a:lstStyle>
            <a:lvl1pPr>
              <a:lnSpc>
                <a:spcPct val="100000"/>
              </a:lnSpc>
              <a:spcAft>
                <a:spcPts val="300"/>
              </a:spcAft>
              <a:buNone/>
              <a:defRPr sz="800"/>
            </a:lvl1pPr>
          </a:lstStyle>
          <a:p>
            <a:pPr lvl="0"/>
            <a:r>
              <a:rPr lang="en-US" dirty="0"/>
              <a:t>Footnotes</a:t>
            </a:r>
          </a:p>
        </p:txBody>
      </p:sp>
      <p:sp>
        <p:nvSpPr>
          <p:cNvPr id="3" name="Date Placeholder 2">
            <a:extLst>
              <a:ext uri="{FF2B5EF4-FFF2-40B4-BE49-F238E27FC236}">
                <a16:creationId xmlns:a16="http://schemas.microsoft.com/office/drawing/2014/main" id="{8EDCC698-5F0A-4A1C-B64E-2817FBBBC11A}"/>
              </a:ext>
            </a:extLst>
          </p:cNvPr>
          <p:cNvSpPr>
            <a:spLocks noGrp="1"/>
          </p:cNvSpPr>
          <p:nvPr>
            <p:ph type="dt" sz="half" idx="10"/>
          </p:nvPr>
        </p:nvSpPr>
        <p:spPr/>
        <p:txBody>
          <a:bodyPr/>
          <a:lstStyle>
            <a:lvl1pPr>
              <a:lnSpc>
                <a:spcPct val="100000"/>
              </a:lnSpc>
              <a:defRPr/>
            </a:lvl1pPr>
          </a:lstStyle>
          <a:p>
            <a:endParaRPr lang="en-GB"/>
          </a:p>
        </p:txBody>
      </p:sp>
      <p:sp>
        <p:nvSpPr>
          <p:cNvPr id="9" name="Picture Placeholder 8">
            <a:extLst>
              <a:ext uri="{FF2B5EF4-FFF2-40B4-BE49-F238E27FC236}">
                <a16:creationId xmlns:a16="http://schemas.microsoft.com/office/drawing/2014/main" id="{EAD9F5C2-E3CA-4137-B291-3F738B45F561}"/>
              </a:ext>
            </a:extLst>
          </p:cNvPr>
          <p:cNvSpPr>
            <a:spLocks noGrp="1"/>
          </p:cNvSpPr>
          <p:nvPr>
            <p:ph type="pic" sz="quarter" idx="21" hasCustomPrompt="1"/>
          </p:nvPr>
        </p:nvSpPr>
        <p:spPr>
          <a:xfrm>
            <a:off x="1" y="0"/>
            <a:ext cx="7315199" cy="6858000"/>
          </a:xfrm>
          <a:prstGeom prst="rect">
            <a:avLst/>
          </a:prstGeom>
          <a:solidFill>
            <a:srgbClr val="D8DFDE"/>
          </a:solidFill>
        </p:spPr>
        <p:txBody>
          <a:bodyPr vert="horz" wrap="square" lIns="396000" tIns="612000" rIns="576000" bIns="1584000" rtlCol="0" anchor="ctr" anchorCtr="0">
            <a:noAutofit/>
          </a:bodyPr>
          <a:lstStyle>
            <a:lvl1pPr marL="0" indent="0" algn="ctr">
              <a:lnSpc>
                <a:spcPct val="100000"/>
              </a:lnSpc>
              <a:spcAft>
                <a:spcPts val="0"/>
              </a:spcAft>
              <a:buNone/>
              <a:defRPr lang="en-US" sz="1600" b="1" dirty="0">
                <a:solidFill>
                  <a:schemeClr val="tx1"/>
                </a:solidFill>
              </a:defRPr>
            </a:lvl1pPr>
          </a:lstStyle>
          <a:p>
            <a:r>
              <a:rPr lang="en-US" dirty="0"/>
              <a:t>_______________________________</a:t>
            </a:r>
            <a:br>
              <a:rPr lang="en-US" dirty="0"/>
            </a:br>
            <a:br>
              <a:rPr lang="en-US" dirty="0"/>
            </a:br>
            <a:r>
              <a:rPr lang="en-US" dirty="0"/>
              <a:t>To add a brand image here:</a:t>
            </a:r>
            <a:br>
              <a:rPr lang="en-US" dirty="0"/>
            </a:br>
            <a:r>
              <a:rPr lang="en-US" dirty="0"/>
              <a:t>Select this placeholder and click </a:t>
            </a:r>
            <a:br>
              <a:rPr lang="en-US" dirty="0"/>
            </a:br>
            <a:r>
              <a:rPr lang="en-US" dirty="0"/>
              <a:t>Brand Pictures in </a:t>
            </a:r>
            <a:r>
              <a:rPr lang="en-US" dirty="0" err="1"/>
              <a:t>BrandIn</a:t>
            </a:r>
            <a:r>
              <a:rPr lang="en-US" dirty="0"/>
              <a:t>.</a:t>
            </a:r>
            <a:br>
              <a:rPr lang="en-US" dirty="0"/>
            </a:br>
            <a:br>
              <a:rPr lang="en-US" dirty="0"/>
            </a:br>
            <a:r>
              <a:rPr lang="en-US" dirty="0"/>
              <a:t>Clicking the icon will insert an </a:t>
            </a:r>
            <a:br>
              <a:rPr lang="en-US" dirty="0"/>
            </a:br>
            <a:r>
              <a:rPr lang="en-US" dirty="0"/>
              <a:t>image from your own files.</a:t>
            </a:r>
            <a:br>
              <a:rPr lang="en-US" dirty="0"/>
            </a:br>
            <a:br>
              <a:rPr lang="en-US" dirty="0"/>
            </a:br>
            <a:br>
              <a:rPr lang="en-US" dirty="0"/>
            </a:br>
            <a:br>
              <a:rPr lang="en-US" dirty="0"/>
            </a:br>
            <a:r>
              <a:rPr lang="en-US" dirty="0"/>
              <a:t> The image can then be scaled within </a:t>
            </a:r>
            <a:br>
              <a:rPr lang="en-US" dirty="0"/>
            </a:br>
            <a:r>
              <a:rPr lang="en-US" dirty="0"/>
              <a:t>the frame by using the Crop feature in </a:t>
            </a:r>
            <a:br>
              <a:rPr lang="en-US" dirty="0"/>
            </a:br>
            <a:r>
              <a:rPr lang="en-US" dirty="0"/>
              <a:t>the Picture Format tab of the ribbon.</a:t>
            </a:r>
            <a:br>
              <a:rPr lang="en-US" dirty="0"/>
            </a:br>
            <a:r>
              <a:rPr lang="en-US" dirty="0"/>
              <a:t>_______________________________</a:t>
            </a:r>
          </a:p>
        </p:txBody>
      </p:sp>
      <p:sp>
        <p:nvSpPr>
          <p:cNvPr id="5" name="Slide Number Placeholder 4">
            <a:extLst>
              <a:ext uri="{FF2B5EF4-FFF2-40B4-BE49-F238E27FC236}">
                <a16:creationId xmlns:a16="http://schemas.microsoft.com/office/drawing/2014/main" id="{3D99530C-C25D-41F5-8CBD-274088C900B1}"/>
              </a:ext>
            </a:extLst>
          </p:cNvPr>
          <p:cNvSpPr>
            <a:spLocks noGrp="1"/>
          </p:cNvSpPr>
          <p:nvPr>
            <p:ph type="sldNum" sz="quarter" idx="12"/>
          </p:nvPr>
        </p:nvSpPr>
        <p:spPr/>
        <p:txBody>
          <a:bodyPr/>
          <a:lstStyle>
            <a:lvl1pPr>
              <a:lnSpc>
                <a:spcPct val="100000"/>
              </a:lnSpc>
              <a:defRPr>
                <a:solidFill>
                  <a:schemeClr val="bg1"/>
                </a:solidFill>
              </a:defRPr>
            </a:lvl1pPr>
          </a:lstStyle>
          <a:p>
            <a:fld id="{F8E47D07-9D1E-4FE9-B31A-2F5863681021}" type="slidenum">
              <a:rPr lang="en-GB" smtClean="0"/>
              <a:pPr/>
              <a:t>‹#›</a:t>
            </a:fld>
            <a:endParaRPr lang="en-GB"/>
          </a:p>
        </p:txBody>
      </p:sp>
      <p:sp>
        <p:nvSpPr>
          <p:cNvPr id="11" name="Content Placeholder 3">
            <a:extLst>
              <a:ext uri="{FF2B5EF4-FFF2-40B4-BE49-F238E27FC236}">
                <a16:creationId xmlns:a16="http://schemas.microsoft.com/office/drawing/2014/main" id="{76875AC1-186F-4F1F-B7EF-24D7150A24FB}"/>
              </a:ext>
            </a:extLst>
          </p:cNvPr>
          <p:cNvSpPr>
            <a:spLocks noGrp="1"/>
          </p:cNvSpPr>
          <p:nvPr>
            <p:ph sz="quarter" idx="19" hasCustomPrompt="1"/>
          </p:nvPr>
        </p:nvSpPr>
        <p:spPr>
          <a:xfrm>
            <a:off x="7924800" y="1468438"/>
            <a:ext cx="3657600" cy="3965577"/>
          </a:xfrm>
          <a:prstGeom prst="rect">
            <a:avLst/>
          </a:prstGeom>
        </p:spPr>
        <p:txBody>
          <a:bodyPr lIns="0" rIns="0"/>
          <a:lstStyle>
            <a:lvl1pPr>
              <a:lnSpc>
                <a:spcPct val="100000"/>
              </a:lnSpc>
              <a:defRPr/>
            </a:lvl1pPr>
            <a:lvl2pPr marL="460800" indent="-230400">
              <a:lnSpc>
                <a:spcPct val="100000"/>
              </a:lnSpc>
              <a:defRPr lang="en-US" sz="2400" kern="120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US" dirty="0"/>
              <a:t>Click to add text here. </a:t>
            </a:r>
            <a:br>
              <a:rPr lang="en-US" dirty="0"/>
            </a:br>
            <a:r>
              <a:rPr lang="en-US" dirty="0"/>
              <a:t>When pasting copy from other slides, be sure to right-click and choose ‘Keep text only’</a:t>
            </a:r>
            <a:r>
              <a:rPr lang="en-GB" dirty="0"/>
              <a: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6" name="Title 5">
            <a:extLst>
              <a:ext uri="{FF2B5EF4-FFF2-40B4-BE49-F238E27FC236}">
                <a16:creationId xmlns:a16="http://schemas.microsoft.com/office/drawing/2014/main" id="{1F551309-C685-A1F5-C2C6-49B85FEF1E32}"/>
              </a:ext>
            </a:extLst>
          </p:cNvPr>
          <p:cNvSpPr>
            <a:spLocks noGrp="1"/>
          </p:cNvSpPr>
          <p:nvPr>
            <p:ph type="title" hasCustomPrompt="1"/>
          </p:nvPr>
        </p:nvSpPr>
        <p:spPr>
          <a:xfrm>
            <a:off x="7924800" y="401638"/>
            <a:ext cx="3657600" cy="914400"/>
          </a:xfrm>
        </p:spPr>
        <p:txBody>
          <a:bodyPr/>
          <a:lstStyle/>
          <a:p>
            <a:r>
              <a:rPr lang="en-US" dirty="0"/>
              <a:t>Click to enter title here</a:t>
            </a:r>
          </a:p>
        </p:txBody>
      </p:sp>
    </p:spTree>
    <p:custDataLst>
      <p:tags r:id="rId1"/>
    </p:custDataLst>
    <p:extLst>
      <p:ext uri="{BB962C8B-B14F-4D97-AF65-F5344CB8AC3E}">
        <p14:creationId xmlns:p14="http://schemas.microsoft.com/office/powerpoint/2010/main" val="2818972261"/>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and Image in Lens">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4A37A4CB-10E5-A1D6-DDA9-1CB79A3D63AB}"/>
              </a:ext>
            </a:extLst>
          </p:cNvPr>
          <p:cNvSpPr>
            <a:spLocks noGrp="1"/>
          </p:cNvSpPr>
          <p:nvPr>
            <p:ph type="pic" sz="quarter" idx="20" hasCustomPrompt="1"/>
          </p:nvPr>
        </p:nvSpPr>
        <p:spPr>
          <a:xfrm>
            <a:off x="6096001" y="1"/>
            <a:ext cx="6096002" cy="6857999"/>
          </a:xfrm>
          <a:custGeom>
            <a:avLst/>
            <a:gdLst>
              <a:gd name="connsiteX0" fmla="*/ 5707734 w 6096002"/>
              <a:gd name="connsiteY0" fmla="*/ 6429739 h 6857999"/>
              <a:gd name="connsiteX1" fmla="*/ 5686402 w 6096002"/>
              <a:gd name="connsiteY1" fmla="*/ 6454897 h 6857999"/>
              <a:gd name="connsiteX2" fmla="*/ 5741033 w 6096002"/>
              <a:gd name="connsiteY2" fmla="*/ 6533484 h 6857999"/>
              <a:gd name="connsiteX3" fmla="*/ 5798266 w 6096002"/>
              <a:gd name="connsiteY3" fmla="*/ 6526481 h 6857999"/>
              <a:gd name="connsiteX4" fmla="*/ 5799046 w 6096002"/>
              <a:gd name="connsiteY4" fmla="*/ 6522332 h 6857999"/>
              <a:gd name="connsiteX5" fmla="*/ 5803209 w 6096002"/>
              <a:gd name="connsiteY5" fmla="*/ 6494320 h 6857999"/>
              <a:gd name="connsiteX6" fmla="*/ 5769389 w 6096002"/>
              <a:gd name="connsiteY6" fmla="*/ 6479796 h 6857999"/>
              <a:gd name="connsiteX7" fmla="*/ 5771731 w 6096002"/>
              <a:gd name="connsiteY7" fmla="*/ 6515848 h 6857999"/>
              <a:gd name="connsiteX8" fmla="*/ 5771731 w 6096002"/>
              <a:gd name="connsiteY8" fmla="*/ 6520257 h 6857999"/>
              <a:gd name="connsiteX9" fmla="*/ 5755081 w 6096002"/>
              <a:gd name="connsiteY9" fmla="*/ 6531409 h 6857999"/>
              <a:gd name="connsiteX10" fmla="*/ 5699149 w 6096002"/>
              <a:gd name="connsiteY10" fmla="*/ 6448413 h 6857999"/>
              <a:gd name="connsiteX11" fmla="*/ 5700450 w 6096002"/>
              <a:gd name="connsiteY11" fmla="*/ 6447117 h 6857999"/>
              <a:gd name="connsiteX12" fmla="*/ 5701230 w 6096002"/>
              <a:gd name="connsiteY12" fmla="*/ 6447635 h 6857999"/>
              <a:gd name="connsiteX13" fmla="*/ 5701491 w 6096002"/>
              <a:gd name="connsiteY13" fmla="*/ 6447635 h 6857999"/>
              <a:gd name="connsiteX14" fmla="*/ 5769129 w 6096002"/>
              <a:gd name="connsiteY14" fmla="*/ 6475128 h 6857999"/>
              <a:gd name="connsiteX15" fmla="*/ 5803469 w 6096002"/>
              <a:gd name="connsiteY15" fmla="*/ 6489911 h 6857999"/>
              <a:gd name="connsiteX16" fmla="*/ 5830524 w 6096002"/>
              <a:gd name="connsiteY16" fmla="*/ 6502879 h 6857999"/>
              <a:gd name="connsiteX17" fmla="*/ 5842751 w 6096002"/>
              <a:gd name="connsiteY17" fmla="*/ 6519738 h 6857999"/>
              <a:gd name="connsiteX18" fmla="*/ 5690824 w 6096002"/>
              <a:gd name="connsiteY18" fmla="*/ 6632820 h 6857999"/>
              <a:gd name="connsiteX19" fmla="*/ 5690304 w 6096002"/>
              <a:gd name="connsiteY19" fmla="*/ 6633339 h 6857999"/>
              <a:gd name="connsiteX20" fmla="*/ 5689264 w 6096002"/>
              <a:gd name="connsiteY20" fmla="*/ 6634895 h 6857999"/>
              <a:gd name="connsiteX21" fmla="*/ 5689003 w 6096002"/>
              <a:gd name="connsiteY21" fmla="*/ 6635414 h 6857999"/>
              <a:gd name="connsiteX22" fmla="*/ 5684321 w 6096002"/>
              <a:gd name="connsiteY22" fmla="*/ 6649678 h 6857999"/>
              <a:gd name="connsiteX23" fmla="*/ 5703312 w 6096002"/>
              <a:gd name="connsiteY23" fmla="*/ 6673540 h 6857999"/>
              <a:gd name="connsiteX24" fmla="*/ 5716059 w 6096002"/>
              <a:gd name="connsiteY24" fmla="*/ 6675874 h 6857999"/>
              <a:gd name="connsiteX25" fmla="*/ 5718660 w 6096002"/>
              <a:gd name="connsiteY25" fmla="*/ 6676133 h 6857999"/>
              <a:gd name="connsiteX26" fmla="*/ 5844833 w 6096002"/>
              <a:gd name="connsiteY26" fmla="*/ 6651235 h 6857999"/>
              <a:gd name="connsiteX27" fmla="*/ 5854458 w 6096002"/>
              <a:gd name="connsiteY27" fmla="*/ 6625039 h 6857999"/>
              <a:gd name="connsiteX28" fmla="*/ 5810493 w 6096002"/>
              <a:gd name="connsiteY28" fmla="*/ 6599362 h 6857999"/>
              <a:gd name="connsiteX29" fmla="*/ 5801128 w 6096002"/>
              <a:gd name="connsiteY29" fmla="*/ 6605587 h 6857999"/>
              <a:gd name="connsiteX30" fmla="*/ 5836248 w 6096002"/>
              <a:gd name="connsiteY30" fmla="*/ 6628929 h 6857999"/>
              <a:gd name="connsiteX31" fmla="*/ 5834427 w 6096002"/>
              <a:gd name="connsiteY31" fmla="*/ 6632561 h 6857999"/>
              <a:gd name="connsiteX32" fmla="*/ 5832085 w 6096002"/>
              <a:gd name="connsiteY32" fmla="*/ 6632561 h 6857999"/>
              <a:gd name="connsiteX33" fmla="*/ 5754561 w 6096002"/>
              <a:gd name="connsiteY33" fmla="*/ 6637748 h 6857999"/>
              <a:gd name="connsiteX34" fmla="*/ 5747277 w 6096002"/>
              <a:gd name="connsiteY34" fmla="*/ 6638007 h 6857999"/>
              <a:gd name="connsiteX35" fmla="*/ 5759244 w 6096002"/>
              <a:gd name="connsiteY35" fmla="*/ 6628411 h 6857999"/>
              <a:gd name="connsiteX36" fmla="*/ 5882294 w 6096002"/>
              <a:gd name="connsiteY36" fmla="*/ 6546193 h 6857999"/>
              <a:gd name="connsiteX37" fmla="*/ 5852117 w 6096002"/>
              <a:gd name="connsiteY37" fmla="*/ 6467865 h 6857999"/>
              <a:gd name="connsiteX38" fmla="*/ 5707734 w 6096002"/>
              <a:gd name="connsiteY38" fmla="*/ 6429739 h 6857999"/>
              <a:gd name="connsiteX39" fmla="*/ 5770169 w 6096002"/>
              <a:gd name="connsiteY39" fmla="*/ 6319844 h 6857999"/>
              <a:gd name="connsiteX40" fmla="*/ 5652460 w 6096002"/>
              <a:gd name="connsiteY40" fmla="*/ 6424685 h 6857999"/>
              <a:gd name="connsiteX41" fmla="*/ 5608450 w 6096002"/>
              <a:gd name="connsiteY41" fmla="*/ 6493454 h 6857999"/>
              <a:gd name="connsiteX42" fmla="*/ 5626939 w 6096002"/>
              <a:gd name="connsiteY42" fmla="*/ 6514214 h 6857999"/>
              <a:gd name="connsiteX43" fmla="*/ 5748034 w 6096002"/>
              <a:gd name="connsiteY43" fmla="*/ 6576755 h 6857999"/>
              <a:gd name="connsiteX44" fmla="*/ 5757669 w 6096002"/>
              <a:gd name="connsiteY44" fmla="*/ 6570787 h 6857999"/>
              <a:gd name="connsiteX45" fmla="*/ 5650377 w 6096002"/>
              <a:gd name="connsiteY45" fmla="*/ 6511619 h 6857999"/>
              <a:gd name="connsiteX46" fmla="*/ 5633710 w 6096002"/>
              <a:gd name="connsiteY46" fmla="*/ 6496049 h 6857999"/>
              <a:gd name="connsiteX47" fmla="*/ 5663398 w 6096002"/>
              <a:gd name="connsiteY47" fmla="*/ 6464908 h 6857999"/>
              <a:gd name="connsiteX48" fmla="*/ 5679804 w 6096002"/>
              <a:gd name="connsiteY48" fmla="*/ 6448559 h 6857999"/>
              <a:gd name="connsiteX49" fmla="*/ 5681888 w 6096002"/>
              <a:gd name="connsiteY49" fmla="*/ 6431691 h 6857999"/>
              <a:gd name="connsiteX50" fmla="*/ 5703242 w 6096002"/>
              <a:gd name="connsiteY50" fmla="*/ 6424944 h 6857999"/>
              <a:gd name="connsiteX51" fmla="*/ 5731367 w 6096002"/>
              <a:gd name="connsiteY51" fmla="*/ 6396658 h 6857999"/>
              <a:gd name="connsiteX52" fmla="*/ 5754284 w 6096002"/>
              <a:gd name="connsiteY52" fmla="*/ 6378752 h 6857999"/>
              <a:gd name="connsiteX53" fmla="*/ 5760794 w 6096002"/>
              <a:gd name="connsiteY53" fmla="*/ 6391208 h 6857999"/>
              <a:gd name="connsiteX54" fmla="*/ 5765742 w 6096002"/>
              <a:gd name="connsiteY54" fmla="*/ 6436622 h 6857999"/>
              <a:gd name="connsiteX55" fmla="*/ 5804805 w 6096002"/>
              <a:gd name="connsiteY55" fmla="*/ 6447521 h 6857999"/>
              <a:gd name="connsiteX56" fmla="*/ 5770169 w 6096002"/>
              <a:gd name="connsiteY56" fmla="*/ 6319844 h 6857999"/>
              <a:gd name="connsiteX57" fmla="*/ 0 w 6096002"/>
              <a:gd name="connsiteY57" fmla="*/ 0 h 6857999"/>
              <a:gd name="connsiteX58" fmla="*/ 6096002 w 6096002"/>
              <a:gd name="connsiteY58" fmla="*/ 0 h 6857999"/>
              <a:gd name="connsiteX59" fmla="*/ 6096002 w 6096002"/>
              <a:gd name="connsiteY59" fmla="*/ 6857999 h 6857999"/>
              <a:gd name="connsiteX60" fmla="*/ 0 w 6096002"/>
              <a:gd name="connsiteY60"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6096002" h="6857999">
                <a:moveTo>
                  <a:pt x="5707734" y="6429739"/>
                </a:moveTo>
                <a:cubicBezTo>
                  <a:pt x="5686402" y="6426886"/>
                  <a:pt x="5677817" y="6434667"/>
                  <a:pt x="5686402" y="6454897"/>
                </a:cubicBezTo>
                <a:cubicBezTo>
                  <a:pt x="5695247" y="6474868"/>
                  <a:pt x="5717620" y="6508326"/>
                  <a:pt x="5741033" y="6533484"/>
                </a:cubicBezTo>
                <a:cubicBezTo>
                  <a:pt x="5764707" y="6558383"/>
                  <a:pt x="5790201" y="6565386"/>
                  <a:pt x="5798266" y="6526481"/>
                </a:cubicBezTo>
                <a:cubicBezTo>
                  <a:pt x="5798526" y="6525185"/>
                  <a:pt x="5798786" y="6523888"/>
                  <a:pt x="5799046" y="6522332"/>
                </a:cubicBezTo>
                <a:cubicBezTo>
                  <a:pt x="5800867" y="6512476"/>
                  <a:pt x="5802428" y="6502879"/>
                  <a:pt x="5803209" y="6494320"/>
                </a:cubicBezTo>
                <a:cubicBezTo>
                  <a:pt x="5792803" y="6489652"/>
                  <a:pt x="5781096" y="6484724"/>
                  <a:pt x="5769389" y="6479796"/>
                </a:cubicBezTo>
                <a:cubicBezTo>
                  <a:pt x="5770170" y="6488614"/>
                  <a:pt x="5771210" y="6503917"/>
                  <a:pt x="5771731" y="6515848"/>
                </a:cubicBezTo>
                <a:cubicBezTo>
                  <a:pt x="5771731" y="6517144"/>
                  <a:pt x="5771731" y="6518701"/>
                  <a:pt x="5771731" y="6520257"/>
                </a:cubicBezTo>
                <a:cubicBezTo>
                  <a:pt x="5772511" y="6539190"/>
                  <a:pt x="5766007" y="6539190"/>
                  <a:pt x="5755081" y="6531409"/>
                </a:cubicBezTo>
                <a:cubicBezTo>
                  <a:pt x="5742334" y="6522332"/>
                  <a:pt x="5703572" y="6471237"/>
                  <a:pt x="5699149" y="6448413"/>
                </a:cubicBezTo>
                <a:cubicBezTo>
                  <a:pt x="5698889" y="6447117"/>
                  <a:pt x="5699669" y="6446857"/>
                  <a:pt x="5700450" y="6447117"/>
                </a:cubicBezTo>
                <a:cubicBezTo>
                  <a:pt x="5700710" y="6447376"/>
                  <a:pt x="5700970" y="6447376"/>
                  <a:pt x="5701230" y="6447635"/>
                </a:cubicBezTo>
                <a:cubicBezTo>
                  <a:pt x="5701230" y="6447635"/>
                  <a:pt x="5701230" y="6447635"/>
                  <a:pt x="5701491" y="6447635"/>
                </a:cubicBezTo>
                <a:cubicBezTo>
                  <a:pt x="5710075" y="6451007"/>
                  <a:pt x="5739472" y="6462678"/>
                  <a:pt x="5769129" y="6475128"/>
                </a:cubicBezTo>
                <a:cubicBezTo>
                  <a:pt x="5780836" y="6480056"/>
                  <a:pt x="5792803" y="6485243"/>
                  <a:pt x="5803469" y="6489911"/>
                </a:cubicBezTo>
                <a:cubicBezTo>
                  <a:pt x="5814135" y="6494580"/>
                  <a:pt x="5823500" y="6499248"/>
                  <a:pt x="5830524" y="6502879"/>
                </a:cubicBezTo>
                <a:cubicBezTo>
                  <a:pt x="5843272" y="6509623"/>
                  <a:pt x="5848214" y="6514291"/>
                  <a:pt x="5842751" y="6519738"/>
                </a:cubicBezTo>
                <a:cubicBezTo>
                  <a:pt x="5816216" y="6546971"/>
                  <a:pt x="5722823" y="6585357"/>
                  <a:pt x="5690824" y="6632820"/>
                </a:cubicBezTo>
                <a:cubicBezTo>
                  <a:pt x="5690824" y="6632820"/>
                  <a:pt x="5690564" y="6633079"/>
                  <a:pt x="5690304" y="6633339"/>
                </a:cubicBezTo>
                <a:cubicBezTo>
                  <a:pt x="5690044" y="6633857"/>
                  <a:pt x="5689524" y="6634376"/>
                  <a:pt x="5689264" y="6634895"/>
                </a:cubicBezTo>
                <a:cubicBezTo>
                  <a:pt x="5689264" y="6635154"/>
                  <a:pt x="5689264" y="6635414"/>
                  <a:pt x="5689003" y="6635414"/>
                </a:cubicBezTo>
                <a:cubicBezTo>
                  <a:pt x="5687443" y="6638526"/>
                  <a:pt x="5685101" y="6643454"/>
                  <a:pt x="5684321" y="6649678"/>
                </a:cubicBezTo>
                <a:cubicBezTo>
                  <a:pt x="5683020" y="6660053"/>
                  <a:pt x="5688483" y="6669649"/>
                  <a:pt x="5703312" y="6673540"/>
                </a:cubicBezTo>
                <a:cubicBezTo>
                  <a:pt x="5707214" y="6674577"/>
                  <a:pt x="5711376" y="6675355"/>
                  <a:pt x="5716059" y="6675874"/>
                </a:cubicBezTo>
                <a:cubicBezTo>
                  <a:pt x="5716839" y="6676133"/>
                  <a:pt x="5717880" y="6676133"/>
                  <a:pt x="5718660" y="6676133"/>
                </a:cubicBezTo>
                <a:cubicBezTo>
                  <a:pt x="5747537" y="6677430"/>
                  <a:pt x="5822200" y="6661090"/>
                  <a:pt x="5844833" y="6651235"/>
                </a:cubicBezTo>
                <a:cubicBezTo>
                  <a:pt x="5868246" y="6640860"/>
                  <a:pt x="5861222" y="6630486"/>
                  <a:pt x="5854458" y="6625039"/>
                </a:cubicBezTo>
                <a:cubicBezTo>
                  <a:pt x="5849255" y="6620889"/>
                  <a:pt x="5823240" y="6606365"/>
                  <a:pt x="5810493" y="6599362"/>
                </a:cubicBezTo>
                <a:cubicBezTo>
                  <a:pt x="5807111" y="6601696"/>
                  <a:pt x="5804509" y="6603253"/>
                  <a:pt x="5801128" y="6605587"/>
                </a:cubicBezTo>
                <a:cubicBezTo>
                  <a:pt x="5822720" y="6618555"/>
                  <a:pt x="5831305" y="6625039"/>
                  <a:pt x="5836248" y="6628929"/>
                </a:cubicBezTo>
                <a:cubicBezTo>
                  <a:pt x="5838329" y="6630486"/>
                  <a:pt x="5837288" y="6632301"/>
                  <a:pt x="5834427" y="6632561"/>
                </a:cubicBezTo>
                <a:cubicBezTo>
                  <a:pt x="5833646" y="6632561"/>
                  <a:pt x="5832866" y="6632561"/>
                  <a:pt x="5832085" y="6632561"/>
                </a:cubicBezTo>
                <a:cubicBezTo>
                  <a:pt x="5811533" y="6634117"/>
                  <a:pt x="5772771" y="6636710"/>
                  <a:pt x="5754561" y="6637748"/>
                </a:cubicBezTo>
                <a:cubicBezTo>
                  <a:pt x="5751959" y="6638007"/>
                  <a:pt x="5748838" y="6638007"/>
                  <a:pt x="5747277" y="6638007"/>
                </a:cubicBezTo>
                <a:cubicBezTo>
                  <a:pt x="5751699" y="6633857"/>
                  <a:pt x="5756642" y="6630226"/>
                  <a:pt x="5759244" y="6628411"/>
                </a:cubicBezTo>
                <a:cubicBezTo>
                  <a:pt x="5798266" y="6600918"/>
                  <a:pt x="5863043" y="6562533"/>
                  <a:pt x="5882294" y="6546193"/>
                </a:cubicBezTo>
                <a:cubicBezTo>
                  <a:pt x="5896342" y="6534003"/>
                  <a:pt x="5934844" y="6496914"/>
                  <a:pt x="5852117" y="6467865"/>
                </a:cubicBezTo>
                <a:cubicBezTo>
                  <a:pt x="5828443" y="6459825"/>
                  <a:pt x="5769650" y="6438039"/>
                  <a:pt x="5707734" y="6429739"/>
                </a:cubicBezTo>
                <a:close/>
                <a:moveTo>
                  <a:pt x="5770169" y="6319844"/>
                </a:moveTo>
                <a:cubicBezTo>
                  <a:pt x="5750117" y="6317249"/>
                  <a:pt x="5719909" y="6342421"/>
                  <a:pt x="5652460" y="6424685"/>
                </a:cubicBezTo>
                <a:cubicBezTo>
                  <a:pt x="5639960" y="6439736"/>
                  <a:pt x="5610793" y="6476586"/>
                  <a:pt x="5608450" y="6493454"/>
                </a:cubicBezTo>
                <a:cubicBezTo>
                  <a:pt x="5606887" y="6505391"/>
                  <a:pt x="5619648" y="6510581"/>
                  <a:pt x="5626939" y="6514214"/>
                </a:cubicBezTo>
                <a:cubicBezTo>
                  <a:pt x="5633710" y="6517847"/>
                  <a:pt x="5711836" y="6556514"/>
                  <a:pt x="5748034" y="6576755"/>
                </a:cubicBezTo>
                <a:cubicBezTo>
                  <a:pt x="5751159" y="6574679"/>
                  <a:pt x="5754284" y="6572603"/>
                  <a:pt x="5757669" y="6570787"/>
                </a:cubicBezTo>
                <a:cubicBezTo>
                  <a:pt x="5736055" y="6559109"/>
                  <a:pt x="5675117" y="6526411"/>
                  <a:pt x="5650377" y="6511619"/>
                </a:cubicBezTo>
                <a:cubicBezTo>
                  <a:pt x="5640221" y="6505651"/>
                  <a:pt x="5633189" y="6500720"/>
                  <a:pt x="5633710" y="6496049"/>
                </a:cubicBezTo>
                <a:cubicBezTo>
                  <a:pt x="5634491" y="6490340"/>
                  <a:pt x="5649335" y="6478921"/>
                  <a:pt x="5663398" y="6464908"/>
                </a:cubicBezTo>
                <a:cubicBezTo>
                  <a:pt x="5667044" y="6461275"/>
                  <a:pt x="5673033" y="6455306"/>
                  <a:pt x="5679804" y="6448559"/>
                </a:cubicBezTo>
                <a:cubicBezTo>
                  <a:pt x="5677981" y="6441553"/>
                  <a:pt x="5678762" y="6435843"/>
                  <a:pt x="5681888" y="6431691"/>
                </a:cubicBezTo>
                <a:cubicBezTo>
                  <a:pt x="5685794" y="6426501"/>
                  <a:pt x="5692825" y="6424425"/>
                  <a:pt x="5703242" y="6424944"/>
                </a:cubicBezTo>
                <a:cubicBezTo>
                  <a:pt x="5716002" y="6412228"/>
                  <a:pt x="5727461" y="6400810"/>
                  <a:pt x="5731367" y="6396658"/>
                </a:cubicBezTo>
                <a:cubicBezTo>
                  <a:pt x="5740482" y="6387575"/>
                  <a:pt x="5750117" y="6378233"/>
                  <a:pt x="5754284" y="6378752"/>
                </a:cubicBezTo>
                <a:cubicBezTo>
                  <a:pt x="5757669" y="6379271"/>
                  <a:pt x="5759492" y="6382385"/>
                  <a:pt x="5760794" y="6391208"/>
                </a:cubicBezTo>
                <a:cubicBezTo>
                  <a:pt x="5761836" y="6398994"/>
                  <a:pt x="5764440" y="6421571"/>
                  <a:pt x="5765742" y="6436622"/>
                </a:cubicBezTo>
                <a:cubicBezTo>
                  <a:pt x="5779805" y="6439996"/>
                  <a:pt x="5792826" y="6443888"/>
                  <a:pt x="5804805" y="6447521"/>
                </a:cubicBezTo>
                <a:cubicBezTo>
                  <a:pt x="5803242" y="6344497"/>
                  <a:pt x="5791524" y="6322699"/>
                  <a:pt x="5770169" y="6319844"/>
                </a:cubicBezTo>
                <a:close/>
                <a:moveTo>
                  <a:pt x="0" y="0"/>
                </a:moveTo>
                <a:lnTo>
                  <a:pt x="6096002" y="0"/>
                </a:lnTo>
                <a:lnTo>
                  <a:pt x="6096002" y="6857999"/>
                </a:lnTo>
                <a:lnTo>
                  <a:pt x="0" y="6857999"/>
                </a:lnTo>
                <a:close/>
              </a:path>
            </a:pathLst>
          </a:custGeom>
          <a:solidFill>
            <a:srgbClr val="D8DFDE"/>
          </a:solidFill>
        </p:spPr>
        <p:txBody>
          <a:bodyPr wrap="square" lIns="396000" tIns="432000" rIns="252000" bIns="1440000" anchor="ctr" anchorCtr="0">
            <a:noAutofit/>
          </a:bodyPr>
          <a:lstStyle>
            <a:lvl1pPr marL="0" indent="0" algn="ctr">
              <a:lnSpc>
                <a:spcPct val="100000"/>
              </a:lnSpc>
              <a:spcAft>
                <a:spcPts val="0"/>
              </a:spcAft>
              <a:buNone/>
              <a:defRPr sz="1600" b="1">
                <a:solidFill>
                  <a:schemeClr val="tx1"/>
                </a:solidFill>
              </a:defRPr>
            </a:lvl1pPr>
          </a:lstStyle>
          <a:p>
            <a:r>
              <a:rPr lang="en-US" dirty="0"/>
              <a:t>_______________________________</a:t>
            </a:r>
            <a:br>
              <a:rPr lang="en-US" dirty="0"/>
            </a:br>
            <a:br>
              <a:rPr lang="en-US" dirty="0"/>
            </a:br>
            <a:r>
              <a:rPr lang="en-US" dirty="0"/>
              <a:t>To add a brand image here:</a:t>
            </a:r>
            <a:br>
              <a:rPr lang="en-US" dirty="0"/>
            </a:br>
            <a:r>
              <a:rPr lang="en-US" dirty="0"/>
              <a:t>Select this placeholder and click </a:t>
            </a:r>
            <a:br>
              <a:rPr lang="en-US" dirty="0"/>
            </a:br>
            <a:r>
              <a:rPr lang="en-US" dirty="0"/>
              <a:t>Brand Pictures in </a:t>
            </a:r>
            <a:r>
              <a:rPr lang="en-US" dirty="0" err="1"/>
              <a:t>BrandIn</a:t>
            </a:r>
            <a:r>
              <a:rPr lang="en-US" dirty="0"/>
              <a:t>.</a:t>
            </a:r>
            <a:br>
              <a:rPr lang="en-US" dirty="0"/>
            </a:br>
            <a:br>
              <a:rPr lang="en-US" dirty="0"/>
            </a:br>
            <a:r>
              <a:rPr lang="en-US" dirty="0"/>
              <a:t>Clicking the icon will insert an </a:t>
            </a:r>
            <a:br>
              <a:rPr lang="en-US" dirty="0"/>
            </a:br>
            <a:r>
              <a:rPr lang="en-US" dirty="0"/>
              <a:t>image from your own files.</a:t>
            </a:r>
            <a:br>
              <a:rPr lang="en-US" dirty="0"/>
            </a:br>
            <a:br>
              <a:rPr lang="en-US" dirty="0"/>
            </a:br>
            <a:br>
              <a:rPr lang="en-US" dirty="0"/>
            </a:br>
            <a:br>
              <a:rPr lang="en-US" dirty="0"/>
            </a:br>
            <a:r>
              <a:rPr lang="en-US" dirty="0"/>
              <a:t>The image can then be scaled within </a:t>
            </a:r>
            <a:br>
              <a:rPr lang="en-US" dirty="0"/>
            </a:br>
            <a:r>
              <a:rPr lang="en-US" dirty="0"/>
              <a:t>the frame by using the Crop feature in </a:t>
            </a:r>
            <a:br>
              <a:rPr lang="en-US" dirty="0"/>
            </a:br>
            <a:r>
              <a:rPr lang="en-US" dirty="0"/>
              <a:t>the Picture Format tab of the ribbon.</a:t>
            </a:r>
            <a:br>
              <a:rPr lang="en-US" dirty="0"/>
            </a:br>
            <a:r>
              <a:rPr lang="en-US" dirty="0"/>
              <a:t>_______________________________</a:t>
            </a:r>
          </a:p>
        </p:txBody>
      </p:sp>
      <p:sp>
        <p:nvSpPr>
          <p:cNvPr id="9" name="Text Placeholder 96">
            <a:extLst>
              <a:ext uri="{FF2B5EF4-FFF2-40B4-BE49-F238E27FC236}">
                <a16:creationId xmlns:a16="http://schemas.microsoft.com/office/drawing/2014/main" id="{416731F4-F189-4DCC-AB0D-BFCE5BE61915}"/>
              </a:ext>
            </a:extLst>
          </p:cNvPr>
          <p:cNvSpPr>
            <a:spLocks noGrp="1"/>
          </p:cNvSpPr>
          <p:nvPr>
            <p:ph type="body" sz="quarter" idx="111" hasCustomPrompt="1"/>
          </p:nvPr>
        </p:nvSpPr>
        <p:spPr>
          <a:xfrm>
            <a:off x="1219200" y="6200775"/>
            <a:ext cx="4267200" cy="657225"/>
          </a:xfrm>
        </p:spPr>
        <p:txBody>
          <a:bodyPr lIns="0" bIns="72000" anchor="b" anchorCtr="0">
            <a:noAutofit/>
          </a:bodyPr>
          <a:lstStyle>
            <a:lvl1pPr>
              <a:lnSpc>
                <a:spcPct val="100000"/>
              </a:lnSpc>
              <a:spcAft>
                <a:spcPts val="300"/>
              </a:spcAft>
              <a:buNone/>
              <a:defRPr sz="800"/>
            </a:lvl1pPr>
          </a:lstStyle>
          <a:p>
            <a:pPr lvl="0"/>
            <a:r>
              <a:rPr lang="en-US" dirty="0"/>
              <a:t>Footnotes</a:t>
            </a:r>
          </a:p>
        </p:txBody>
      </p:sp>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lvl1pPr>
              <a:lnSpc>
                <a:spcPct val="100000"/>
              </a:lnSpc>
              <a:defRPr>
                <a:solidFill>
                  <a:schemeClr val="bg1"/>
                </a:solidFill>
              </a:defRPr>
            </a:lvl1pPr>
          </a:lstStyle>
          <a:p>
            <a:endParaRPr lang="en-GB"/>
          </a:p>
        </p:txBody>
      </p:sp>
      <p:sp>
        <p:nvSpPr>
          <p:cNvPr id="5" name="Rectangle 4">
            <a:extLst>
              <a:ext uri="{FF2B5EF4-FFF2-40B4-BE49-F238E27FC236}">
                <a16:creationId xmlns:a16="http://schemas.microsoft.com/office/drawing/2014/main" id="{6B7F76E4-7FCD-B4FC-22CE-0FF27714AF3A}"/>
              </a:ext>
            </a:extLst>
          </p:cNvPr>
          <p:cNvSpPr/>
          <p:nvPr userDrawn="1"/>
        </p:nvSpPr>
        <p:spPr>
          <a:xfrm>
            <a:off x="0" y="0"/>
            <a:ext cx="609602" cy="6857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dirty="0" err="1"/>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lvl1pPr>
              <a:lnSpc>
                <a:spcPct val="100000"/>
              </a:lnSpc>
              <a:defRPr>
                <a:solidFill>
                  <a:schemeClr val="bg1"/>
                </a:solidFill>
              </a:defRPr>
            </a:lvl1pPr>
          </a:lstStyle>
          <a:p>
            <a:fld id="{F8E47D07-9D1E-4FE9-B31A-2F5863681021}" type="slidenum">
              <a:rPr lang="en-GB" smtClean="0"/>
              <a:pPr/>
              <a:t>‹#›</a:t>
            </a:fld>
            <a:endParaRPr lang="en-GB"/>
          </a:p>
        </p:txBody>
      </p:sp>
      <p:sp>
        <p:nvSpPr>
          <p:cNvPr id="12" name="Text Placeholder 11">
            <a:extLst>
              <a:ext uri="{FF2B5EF4-FFF2-40B4-BE49-F238E27FC236}">
                <a16:creationId xmlns:a16="http://schemas.microsoft.com/office/drawing/2014/main" id="{6F9CD076-13C6-4629-A44D-60CE2274E081}"/>
              </a:ext>
            </a:extLst>
          </p:cNvPr>
          <p:cNvSpPr>
            <a:spLocks noGrp="1"/>
          </p:cNvSpPr>
          <p:nvPr>
            <p:ph type="body" sz="quarter" idx="16" hasCustomPrompt="1"/>
          </p:nvPr>
        </p:nvSpPr>
        <p:spPr>
          <a:xfrm>
            <a:off x="1219200" y="1468438"/>
            <a:ext cx="4267200" cy="765175"/>
          </a:xfrm>
          <a:prstGeom prst="rect">
            <a:avLst/>
          </a:prstGeom>
        </p:spPr>
        <p:txBody>
          <a:bodyPr lIns="0" anchor="b" anchorCtr="0">
            <a:noAutofit/>
          </a:bodyPr>
          <a:lstStyle>
            <a:lvl1pPr marL="0" indent="0">
              <a:lnSpc>
                <a:spcPct val="100000"/>
              </a:lnSpc>
              <a:buNone/>
              <a:defRPr b="1">
                <a:solidFill>
                  <a:schemeClr val="accent1"/>
                </a:solidFill>
              </a:defRPr>
            </a:lvl1pPr>
            <a:lvl2pPr marL="0" indent="0">
              <a:buNone/>
              <a:defRPr/>
            </a:lvl2pPr>
          </a:lstStyle>
          <a:p>
            <a:pPr lvl="0"/>
            <a:r>
              <a:rPr lang="en-US" dirty="0"/>
              <a:t>Click to add heading</a:t>
            </a:r>
          </a:p>
        </p:txBody>
      </p:sp>
      <p:sp>
        <p:nvSpPr>
          <p:cNvPr id="4" name="Content Placeholder 3">
            <a:extLst>
              <a:ext uri="{FF2B5EF4-FFF2-40B4-BE49-F238E27FC236}">
                <a16:creationId xmlns:a16="http://schemas.microsoft.com/office/drawing/2014/main" id="{48A40151-B82D-47EF-9056-B4BE571D3090}"/>
              </a:ext>
            </a:extLst>
          </p:cNvPr>
          <p:cNvSpPr>
            <a:spLocks noGrp="1"/>
          </p:cNvSpPr>
          <p:nvPr>
            <p:ph sz="quarter" idx="19" hasCustomPrompt="1"/>
          </p:nvPr>
        </p:nvSpPr>
        <p:spPr>
          <a:xfrm>
            <a:off x="1219200" y="2386012"/>
            <a:ext cx="4267200" cy="3660763"/>
          </a:xfrm>
          <a:prstGeom prst="rect">
            <a:avLst/>
          </a:prstGeom>
        </p:spPr>
        <p:txBody>
          <a:bodyPr lIns="0"/>
          <a:lstStyle>
            <a:lvl1pPr>
              <a:lnSpc>
                <a:spcPct val="100000"/>
              </a:lnSpc>
              <a:defRPr/>
            </a:lvl1pPr>
            <a:lvl2pPr marL="460800" indent="-230400">
              <a:lnSpc>
                <a:spcPct val="100000"/>
              </a:lnSpc>
              <a:defRPr lang="en-US" sz="2400" kern="120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US" dirty="0"/>
              <a:t>Click to add text here. </a:t>
            </a:r>
            <a:br>
              <a:rPr lang="en-US" dirty="0"/>
            </a:br>
            <a:r>
              <a:rPr lang="en-US" dirty="0"/>
              <a:t>When pasting copy from other slides, be sure to right-click and choose ‘Keep text only’</a:t>
            </a:r>
            <a:r>
              <a:rPr lang="en-GB" dirty="0"/>
              <a: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3" name="Title 2">
            <a:extLst>
              <a:ext uri="{FF2B5EF4-FFF2-40B4-BE49-F238E27FC236}">
                <a16:creationId xmlns:a16="http://schemas.microsoft.com/office/drawing/2014/main" id="{A7C4ACB4-2CDA-3712-52B3-809DC1E3B05D}"/>
              </a:ext>
            </a:extLst>
          </p:cNvPr>
          <p:cNvSpPr>
            <a:spLocks noGrp="1"/>
          </p:cNvSpPr>
          <p:nvPr>
            <p:ph type="title" hasCustomPrompt="1"/>
          </p:nvPr>
        </p:nvSpPr>
        <p:spPr>
          <a:xfrm>
            <a:off x="1219200" y="401638"/>
            <a:ext cx="4267200" cy="914400"/>
          </a:xfrm>
        </p:spPr>
        <p:txBody>
          <a:bodyPr/>
          <a:lstStyle/>
          <a:p>
            <a:r>
              <a:rPr lang="en-US" dirty="0"/>
              <a:t>Click to enter title here</a:t>
            </a:r>
          </a:p>
        </p:txBody>
      </p:sp>
      <p:sp>
        <p:nvSpPr>
          <p:cNvPr id="7" name="Text Placeholder 30">
            <a:extLst>
              <a:ext uri="{FF2B5EF4-FFF2-40B4-BE49-F238E27FC236}">
                <a16:creationId xmlns:a16="http://schemas.microsoft.com/office/drawing/2014/main" id="{9FF25D0A-3CFC-95B8-4E49-2FCEBF87C325}"/>
              </a:ext>
            </a:extLst>
          </p:cNvPr>
          <p:cNvSpPr txBox="1">
            <a:spLocks/>
          </p:cNvSpPr>
          <p:nvPr userDrawn="1"/>
        </p:nvSpPr>
        <p:spPr>
          <a:xfrm>
            <a:off x="11704319" y="6321108"/>
            <a:ext cx="294812" cy="355098"/>
          </a:xfrm>
          <a:prstGeom prst="rect">
            <a:avLst/>
          </a:prstGeom>
          <a:blipFill>
            <a:blip>
              <a:extLst>
                <a:ext uri="{96DAC541-7B7A-43D3-8B79-37D633B846F1}">
                  <asvg:svgBlip xmlns:asvg="http://schemas.microsoft.com/office/drawing/2016/SVG/main" r:embed="rId3"/>
                </a:ext>
              </a:extLst>
            </a:blip>
            <a:stretch>
              <a:fillRect/>
            </a:stretch>
          </a:blipFill>
        </p:spPr>
        <p:txBody>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600" kern="1200">
                <a:solidFill>
                  <a:schemeClr val="tx2"/>
                </a:solidFill>
                <a:latin typeface="+mn-lt"/>
                <a:ea typeface="+mn-ea"/>
                <a:cs typeface="+mn-cs"/>
              </a:defRPr>
            </a:lvl1pPr>
            <a:lvl2pPr marL="2286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600" kern="1200">
                <a:solidFill>
                  <a:schemeClr val="tx2"/>
                </a:solidFill>
                <a:latin typeface="+mn-lt"/>
                <a:ea typeface="+mn-ea"/>
                <a:cs typeface="+mn-cs"/>
              </a:defRPr>
            </a:lvl2pPr>
            <a:lvl3pPr marL="4445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400" kern="1200">
                <a:solidFill>
                  <a:schemeClr val="tx2"/>
                </a:solidFill>
                <a:latin typeface="+mn-lt"/>
                <a:ea typeface="+mn-ea"/>
                <a:cs typeface="+mn-cs"/>
              </a:defRPr>
            </a:lvl3pPr>
            <a:lvl4pPr marL="625475"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4pPr>
            <a:lvl5pPr marL="80645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dirty="0"/>
              <a:t> </a:t>
            </a:r>
          </a:p>
        </p:txBody>
      </p:sp>
    </p:spTree>
    <p:custDataLst>
      <p:tags r:id="rId1"/>
    </p:custDataLst>
    <p:extLst>
      <p:ext uri="{BB962C8B-B14F-4D97-AF65-F5344CB8AC3E}">
        <p14:creationId xmlns:p14="http://schemas.microsoft.com/office/powerpoint/2010/main" val="1270398431"/>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Column and Image in Len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C9EC0709-DFCA-4192-F0C0-BDE674A8FBEB}"/>
              </a:ext>
            </a:extLst>
          </p:cNvPr>
          <p:cNvSpPr>
            <a:spLocks noGrp="1"/>
          </p:cNvSpPr>
          <p:nvPr>
            <p:ph type="pic" sz="quarter" idx="20" hasCustomPrompt="1"/>
          </p:nvPr>
        </p:nvSpPr>
        <p:spPr>
          <a:xfrm>
            <a:off x="9144000" y="1"/>
            <a:ext cx="3048000" cy="6857999"/>
          </a:xfrm>
          <a:custGeom>
            <a:avLst/>
            <a:gdLst>
              <a:gd name="connsiteX0" fmla="*/ 2659735 w 3048000"/>
              <a:gd name="connsiteY0" fmla="*/ 6429739 h 6857999"/>
              <a:gd name="connsiteX1" fmla="*/ 2638403 w 3048000"/>
              <a:gd name="connsiteY1" fmla="*/ 6454897 h 6857999"/>
              <a:gd name="connsiteX2" fmla="*/ 2693034 w 3048000"/>
              <a:gd name="connsiteY2" fmla="*/ 6533484 h 6857999"/>
              <a:gd name="connsiteX3" fmla="*/ 2750267 w 3048000"/>
              <a:gd name="connsiteY3" fmla="*/ 6526481 h 6857999"/>
              <a:gd name="connsiteX4" fmla="*/ 2751047 w 3048000"/>
              <a:gd name="connsiteY4" fmla="*/ 6522332 h 6857999"/>
              <a:gd name="connsiteX5" fmla="*/ 2755210 w 3048000"/>
              <a:gd name="connsiteY5" fmla="*/ 6494320 h 6857999"/>
              <a:gd name="connsiteX6" fmla="*/ 2721390 w 3048000"/>
              <a:gd name="connsiteY6" fmla="*/ 6479796 h 6857999"/>
              <a:gd name="connsiteX7" fmla="*/ 2723732 w 3048000"/>
              <a:gd name="connsiteY7" fmla="*/ 6515848 h 6857999"/>
              <a:gd name="connsiteX8" fmla="*/ 2723732 w 3048000"/>
              <a:gd name="connsiteY8" fmla="*/ 6520257 h 6857999"/>
              <a:gd name="connsiteX9" fmla="*/ 2707082 w 3048000"/>
              <a:gd name="connsiteY9" fmla="*/ 6531409 h 6857999"/>
              <a:gd name="connsiteX10" fmla="*/ 2651150 w 3048000"/>
              <a:gd name="connsiteY10" fmla="*/ 6448413 h 6857999"/>
              <a:gd name="connsiteX11" fmla="*/ 2652451 w 3048000"/>
              <a:gd name="connsiteY11" fmla="*/ 6447117 h 6857999"/>
              <a:gd name="connsiteX12" fmla="*/ 2653231 w 3048000"/>
              <a:gd name="connsiteY12" fmla="*/ 6447635 h 6857999"/>
              <a:gd name="connsiteX13" fmla="*/ 2653492 w 3048000"/>
              <a:gd name="connsiteY13" fmla="*/ 6447635 h 6857999"/>
              <a:gd name="connsiteX14" fmla="*/ 2721130 w 3048000"/>
              <a:gd name="connsiteY14" fmla="*/ 6475128 h 6857999"/>
              <a:gd name="connsiteX15" fmla="*/ 2755470 w 3048000"/>
              <a:gd name="connsiteY15" fmla="*/ 6489911 h 6857999"/>
              <a:gd name="connsiteX16" fmla="*/ 2782525 w 3048000"/>
              <a:gd name="connsiteY16" fmla="*/ 6502879 h 6857999"/>
              <a:gd name="connsiteX17" fmla="*/ 2794752 w 3048000"/>
              <a:gd name="connsiteY17" fmla="*/ 6519738 h 6857999"/>
              <a:gd name="connsiteX18" fmla="*/ 2642825 w 3048000"/>
              <a:gd name="connsiteY18" fmla="*/ 6632820 h 6857999"/>
              <a:gd name="connsiteX19" fmla="*/ 2642305 w 3048000"/>
              <a:gd name="connsiteY19" fmla="*/ 6633339 h 6857999"/>
              <a:gd name="connsiteX20" fmla="*/ 2641265 w 3048000"/>
              <a:gd name="connsiteY20" fmla="*/ 6634895 h 6857999"/>
              <a:gd name="connsiteX21" fmla="*/ 2641004 w 3048000"/>
              <a:gd name="connsiteY21" fmla="*/ 6635414 h 6857999"/>
              <a:gd name="connsiteX22" fmla="*/ 2636322 w 3048000"/>
              <a:gd name="connsiteY22" fmla="*/ 6649678 h 6857999"/>
              <a:gd name="connsiteX23" fmla="*/ 2655313 w 3048000"/>
              <a:gd name="connsiteY23" fmla="*/ 6673540 h 6857999"/>
              <a:gd name="connsiteX24" fmla="*/ 2668060 w 3048000"/>
              <a:gd name="connsiteY24" fmla="*/ 6675874 h 6857999"/>
              <a:gd name="connsiteX25" fmla="*/ 2670661 w 3048000"/>
              <a:gd name="connsiteY25" fmla="*/ 6676133 h 6857999"/>
              <a:gd name="connsiteX26" fmla="*/ 2796834 w 3048000"/>
              <a:gd name="connsiteY26" fmla="*/ 6651235 h 6857999"/>
              <a:gd name="connsiteX27" fmla="*/ 2806459 w 3048000"/>
              <a:gd name="connsiteY27" fmla="*/ 6625039 h 6857999"/>
              <a:gd name="connsiteX28" fmla="*/ 2762494 w 3048000"/>
              <a:gd name="connsiteY28" fmla="*/ 6599362 h 6857999"/>
              <a:gd name="connsiteX29" fmla="*/ 2753129 w 3048000"/>
              <a:gd name="connsiteY29" fmla="*/ 6605587 h 6857999"/>
              <a:gd name="connsiteX30" fmla="*/ 2788249 w 3048000"/>
              <a:gd name="connsiteY30" fmla="*/ 6628929 h 6857999"/>
              <a:gd name="connsiteX31" fmla="*/ 2786428 w 3048000"/>
              <a:gd name="connsiteY31" fmla="*/ 6632561 h 6857999"/>
              <a:gd name="connsiteX32" fmla="*/ 2784086 w 3048000"/>
              <a:gd name="connsiteY32" fmla="*/ 6632561 h 6857999"/>
              <a:gd name="connsiteX33" fmla="*/ 2706562 w 3048000"/>
              <a:gd name="connsiteY33" fmla="*/ 6637748 h 6857999"/>
              <a:gd name="connsiteX34" fmla="*/ 2699278 w 3048000"/>
              <a:gd name="connsiteY34" fmla="*/ 6638007 h 6857999"/>
              <a:gd name="connsiteX35" fmla="*/ 2711245 w 3048000"/>
              <a:gd name="connsiteY35" fmla="*/ 6628411 h 6857999"/>
              <a:gd name="connsiteX36" fmla="*/ 2834295 w 3048000"/>
              <a:gd name="connsiteY36" fmla="*/ 6546193 h 6857999"/>
              <a:gd name="connsiteX37" fmla="*/ 2804118 w 3048000"/>
              <a:gd name="connsiteY37" fmla="*/ 6467865 h 6857999"/>
              <a:gd name="connsiteX38" fmla="*/ 2659735 w 3048000"/>
              <a:gd name="connsiteY38" fmla="*/ 6429739 h 6857999"/>
              <a:gd name="connsiteX39" fmla="*/ 2722170 w 3048000"/>
              <a:gd name="connsiteY39" fmla="*/ 6319844 h 6857999"/>
              <a:gd name="connsiteX40" fmla="*/ 2604461 w 3048000"/>
              <a:gd name="connsiteY40" fmla="*/ 6424685 h 6857999"/>
              <a:gd name="connsiteX41" fmla="*/ 2560451 w 3048000"/>
              <a:gd name="connsiteY41" fmla="*/ 6493454 h 6857999"/>
              <a:gd name="connsiteX42" fmla="*/ 2578940 w 3048000"/>
              <a:gd name="connsiteY42" fmla="*/ 6514214 h 6857999"/>
              <a:gd name="connsiteX43" fmla="*/ 2700035 w 3048000"/>
              <a:gd name="connsiteY43" fmla="*/ 6576755 h 6857999"/>
              <a:gd name="connsiteX44" fmla="*/ 2709670 w 3048000"/>
              <a:gd name="connsiteY44" fmla="*/ 6570787 h 6857999"/>
              <a:gd name="connsiteX45" fmla="*/ 2602378 w 3048000"/>
              <a:gd name="connsiteY45" fmla="*/ 6511619 h 6857999"/>
              <a:gd name="connsiteX46" fmla="*/ 2585711 w 3048000"/>
              <a:gd name="connsiteY46" fmla="*/ 6496049 h 6857999"/>
              <a:gd name="connsiteX47" fmla="*/ 2615399 w 3048000"/>
              <a:gd name="connsiteY47" fmla="*/ 6464908 h 6857999"/>
              <a:gd name="connsiteX48" fmla="*/ 2631805 w 3048000"/>
              <a:gd name="connsiteY48" fmla="*/ 6448559 h 6857999"/>
              <a:gd name="connsiteX49" fmla="*/ 2633889 w 3048000"/>
              <a:gd name="connsiteY49" fmla="*/ 6431691 h 6857999"/>
              <a:gd name="connsiteX50" fmla="*/ 2655243 w 3048000"/>
              <a:gd name="connsiteY50" fmla="*/ 6424944 h 6857999"/>
              <a:gd name="connsiteX51" fmla="*/ 2683368 w 3048000"/>
              <a:gd name="connsiteY51" fmla="*/ 6396658 h 6857999"/>
              <a:gd name="connsiteX52" fmla="*/ 2706285 w 3048000"/>
              <a:gd name="connsiteY52" fmla="*/ 6378752 h 6857999"/>
              <a:gd name="connsiteX53" fmla="*/ 2712795 w 3048000"/>
              <a:gd name="connsiteY53" fmla="*/ 6391208 h 6857999"/>
              <a:gd name="connsiteX54" fmla="*/ 2717743 w 3048000"/>
              <a:gd name="connsiteY54" fmla="*/ 6436622 h 6857999"/>
              <a:gd name="connsiteX55" fmla="*/ 2756806 w 3048000"/>
              <a:gd name="connsiteY55" fmla="*/ 6447521 h 6857999"/>
              <a:gd name="connsiteX56" fmla="*/ 2722170 w 3048000"/>
              <a:gd name="connsiteY56" fmla="*/ 6319844 h 6857999"/>
              <a:gd name="connsiteX57" fmla="*/ 0 w 3048000"/>
              <a:gd name="connsiteY57" fmla="*/ 0 h 6857999"/>
              <a:gd name="connsiteX58" fmla="*/ 3048000 w 3048000"/>
              <a:gd name="connsiteY58" fmla="*/ 0 h 6857999"/>
              <a:gd name="connsiteX59" fmla="*/ 3048000 w 3048000"/>
              <a:gd name="connsiteY59" fmla="*/ 6857999 h 6857999"/>
              <a:gd name="connsiteX60" fmla="*/ 0 w 3048000"/>
              <a:gd name="connsiteY60"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3048000" h="6857999">
                <a:moveTo>
                  <a:pt x="2659735" y="6429739"/>
                </a:moveTo>
                <a:cubicBezTo>
                  <a:pt x="2638403" y="6426886"/>
                  <a:pt x="2629818" y="6434667"/>
                  <a:pt x="2638403" y="6454897"/>
                </a:cubicBezTo>
                <a:cubicBezTo>
                  <a:pt x="2647248" y="6474868"/>
                  <a:pt x="2669621" y="6508326"/>
                  <a:pt x="2693034" y="6533484"/>
                </a:cubicBezTo>
                <a:cubicBezTo>
                  <a:pt x="2716708" y="6558383"/>
                  <a:pt x="2742202" y="6565386"/>
                  <a:pt x="2750267" y="6526481"/>
                </a:cubicBezTo>
                <a:cubicBezTo>
                  <a:pt x="2750527" y="6525185"/>
                  <a:pt x="2750787" y="6523888"/>
                  <a:pt x="2751047" y="6522332"/>
                </a:cubicBezTo>
                <a:cubicBezTo>
                  <a:pt x="2752868" y="6512476"/>
                  <a:pt x="2754429" y="6502879"/>
                  <a:pt x="2755210" y="6494320"/>
                </a:cubicBezTo>
                <a:cubicBezTo>
                  <a:pt x="2744804" y="6489652"/>
                  <a:pt x="2733097" y="6484724"/>
                  <a:pt x="2721390" y="6479796"/>
                </a:cubicBezTo>
                <a:cubicBezTo>
                  <a:pt x="2722171" y="6488614"/>
                  <a:pt x="2723211" y="6503917"/>
                  <a:pt x="2723732" y="6515848"/>
                </a:cubicBezTo>
                <a:cubicBezTo>
                  <a:pt x="2723732" y="6517144"/>
                  <a:pt x="2723732" y="6518701"/>
                  <a:pt x="2723732" y="6520257"/>
                </a:cubicBezTo>
                <a:cubicBezTo>
                  <a:pt x="2724512" y="6539190"/>
                  <a:pt x="2718008" y="6539190"/>
                  <a:pt x="2707082" y="6531409"/>
                </a:cubicBezTo>
                <a:cubicBezTo>
                  <a:pt x="2694335" y="6522332"/>
                  <a:pt x="2655573" y="6471237"/>
                  <a:pt x="2651150" y="6448413"/>
                </a:cubicBezTo>
                <a:cubicBezTo>
                  <a:pt x="2650890" y="6447117"/>
                  <a:pt x="2651670" y="6446857"/>
                  <a:pt x="2652451" y="6447117"/>
                </a:cubicBezTo>
                <a:cubicBezTo>
                  <a:pt x="2652711" y="6447376"/>
                  <a:pt x="2652971" y="6447376"/>
                  <a:pt x="2653231" y="6447635"/>
                </a:cubicBezTo>
                <a:cubicBezTo>
                  <a:pt x="2653231" y="6447635"/>
                  <a:pt x="2653231" y="6447635"/>
                  <a:pt x="2653492" y="6447635"/>
                </a:cubicBezTo>
                <a:cubicBezTo>
                  <a:pt x="2662076" y="6451007"/>
                  <a:pt x="2691473" y="6462678"/>
                  <a:pt x="2721130" y="6475128"/>
                </a:cubicBezTo>
                <a:cubicBezTo>
                  <a:pt x="2732837" y="6480056"/>
                  <a:pt x="2744804" y="6485243"/>
                  <a:pt x="2755470" y="6489911"/>
                </a:cubicBezTo>
                <a:cubicBezTo>
                  <a:pt x="2766136" y="6494580"/>
                  <a:pt x="2775501" y="6499248"/>
                  <a:pt x="2782525" y="6502879"/>
                </a:cubicBezTo>
                <a:cubicBezTo>
                  <a:pt x="2795273" y="6509623"/>
                  <a:pt x="2800215" y="6514291"/>
                  <a:pt x="2794752" y="6519738"/>
                </a:cubicBezTo>
                <a:cubicBezTo>
                  <a:pt x="2768217" y="6546971"/>
                  <a:pt x="2674824" y="6585357"/>
                  <a:pt x="2642825" y="6632820"/>
                </a:cubicBezTo>
                <a:cubicBezTo>
                  <a:pt x="2642825" y="6632820"/>
                  <a:pt x="2642565" y="6633079"/>
                  <a:pt x="2642305" y="6633339"/>
                </a:cubicBezTo>
                <a:cubicBezTo>
                  <a:pt x="2642045" y="6633857"/>
                  <a:pt x="2641525" y="6634376"/>
                  <a:pt x="2641265" y="6634895"/>
                </a:cubicBezTo>
                <a:cubicBezTo>
                  <a:pt x="2641265" y="6635154"/>
                  <a:pt x="2641265" y="6635414"/>
                  <a:pt x="2641004" y="6635414"/>
                </a:cubicBezTo>
                <a:cubicBezTo>
                  <a:pt x="2639444" y="6638526"/>
                  <a:pt x="2637102" y="6643454"/>
                  <a:pt x="2636322" y="6649678"/>
                </a:cubicBezTo>
                <a:cubicBezTo>
                  <a:pt x="2635021" y="6660053"/>
                  <a:pt x="2640484" y="6669649"/>
                  <a:pt x="2655313" y="6673540"/>
                </a:cubicBezTo>
                <a:cubicBezTo>
                  <a:pt x="2659215" y="6674577"/>
                  <a:pt x="2663377" y="6675355"/>
                  <a:pt x="2668060" y="6675874"/>
                </a:cubicBezTo>
                <a:cubicBezTo>
                  <a:pt x="2668840" y="6676133"/>
                  <a:pt x="2669881" y="6676133"/>
                  <a:pt x="2670661" y="6676133"/>
                </a:cubicBezTo>
                <a:cubicBezTo>
                  <a:pt x="2699538" y="6677430"/>
                  <a:pt x="2774201" y="6661090"/>
                  <a:pt x="2796834" y="6651235"/>
                </a:cubicBezTo>
                <a:cubicBezTo>
                  <a:pt x="2820247" y="6640860"/>
                  <a:pt x="2813223" y="6630486"/>
                  <a:pt x="2806459" y="6625039"/>
                </a:cubicBezTo>
                <a:cubicBezTo>
                  <a:pt x="2801256" y="6620889"/>
                  <a:pt x="2775241" y="6606365"/>
                  <a:pt x="2762494" y="6599362"/>
                </a:cubicBezTo>
                <a:cubicBezTo>
                  <a:pt x="2759112" y="6601696"/>
                  <a:pt x="2756510" y="6603253"/>
                  <a:pt x="2753129" y="6605587"/>
                </a:cubicBezTo>
                <a:cubicBezTo>
                  <a:pt x="2774721" y="6618555"/>
                  <a:pt x="2783306" y="6625039"/>
                  <a:pt x="2788249" y="6628929"/>
                </a:cubicBezTo>
                <a:cubicBezTo>
                  <a:pt x="2790330" y="6630486"/>
                  <a:pt x="2789289" y="6632301"/>
                  <a:pt x="2786428" y="6632561"/>
                </a:cubicBezTo>
                <a:cubicBezTo>
                  <a:pt x="2785647" y="6632561"/>
                  <a:pt x="2784867" y="6632561"/>
                  <a:pt x="2784086" y="6632561"/>
                </a:cubicBezTo>
                <a:cubicBezTo>
                  <a:pt x="2763534" y="6634117"/>
                  <a:pt x="2724772" y="6636710"/>
                  <a:pt x="2706562" y="6637748"/>
                </a:cubicBezTo>
                <a:cubicBezTo>
                  <a:pt x="2703960" y="6638007"/>
                  <a:pt x="2700839" y="6638007"/>
                  <a:pt x="2699278" y="6638007"/>
                </a:cubicBezTo>
                <a:cubicBezTo>
                  <a:pt x="2703700" y="6633857"/>
                  <a:pt x="2708643" y="6630226"/>
                  <a:pt x="2711245" y="6628411"/>
                </a:cubicBezTo>
                <a:cubicBezTo>
                  <a:pt x="2750267" y="6600918"/>
                  <a:pt x="2815044" y="6562533"/>
                  <a:pt x="2834295" y="6546193"/>
                </a:cubicBezTo>
                <a:cubicBezTo>
                  <a:pt x="2848343" y="6534003"/>
                  <a:pt x="2886845" y="6496914"/>
                  <a:pt x="2804118" y="6467865"/>
                </a:cubicBezTo>
                <a:cubicBezTo>
                  <a:pt x="2780444" y="6459825"/>
                  <a:pt x="2721651" y="6438039"/>
                  <a:pt x="2659735" y="6429739"/>
                </a:cubicBezTo>
                <a:close/>
                <a:moveTo>
                  <a:pt x="2722170" y="6319844"/>
                </a:moveTo>
                <a:cubicBezTo>
                  <a:pt x="2702118" y="6317249"/>
                  <a:pt x="2671910" y="6342421"/>
                  <a:pt x="2604461" y="6424685"/>
                </a:cubicBezTo>
                <a:cubicBezTo>
                  <a:pt x="2591961" y="6439736"/>
                  <a:pt x="2562794" y="6476586"/>
                  <a:pt x="2560451" y="6493454"/>
                </a:cubicBezTo>
                <a:cubicBezTo>
                  <a:pt x="2558888" y="6505391"/>
                  <a:pt x="2571649" y="6510581"/>
                  <a:pt x="2578940" y="6514214"/>
                </a:cubicBezTo>
                <a:cubicBezTo>
                  <a:pt x="2585711" y="6517847"/>
                  <a:pt x="2663837" y="6556514"/>
                  <a:pt x="2700035" y="6576755"/>
                </a:cubicBezTo>
                <a:cubicBezTo>
                  <a:pt x="2703160" y="6574679"/>
                  <a:pt x="2706285" y="6572603"/>
                  <a:pt x="2709670" y="6570787"/>
                </a:cubicBezTo>
                <a:cubicBezTo>
                  <a:pt x="2688056" y="6559109"/>
                  <a:pt x="2627118" y="6526411"/>
                  <a:pt x="2602378" y="6511619"/>
                </a:cubicBezTo>
                <a:cubicBezTo>
                  <a:pt x="2592222" y="6505651"/>
                  <a:pt x="2585190" y="6500720"/>
                  <a:pt x="2585711" y="6496049"/>
                </a:cubicBezTo>
                <a:cubicBezTo>
                  <a:pt x="2586492" y="6490340"/>
                  <a:pt x="2601336" y="6478921"/>
                  <a:pt x="2615399" y="6464908"/>
                </a:cubicBezTo>
                <a:cubicBezTo>
                  <a:pt x="2619045" y="6461275"/>
                  <a:pt x="2625034" y="6455306"/>
                  <a:pt x="2631805" y="6448559"/>
                </a:cubicBezTo>
                <a:cubicBezTo>
                  <a:pt x="2629982" y="6441553"/>
                  <a:pt x="2630763" y="6435843"/>
                  <a:pt x="2633889" y="6431691"/>
                </a:cubicBezTo>
                <a:cubicBezTo>
                  <a:pt x="2637795" y="6426501"/>
                  <a:pt x="2644826" y="6424425"/>
                  <a:pt x="2655243" y="6424944"/>
                </a:cubicBezTo>
                <a:cubicBezTo>
                  <a:pt x="2668003" y="6412228"/>
                  <a:pt x="2679462" y="6400810"/>
                  <a:pt x="2683368" y="6396658"/>
                </a:cubicBezTo>
                <a:cubicBezTo>
                  <a:pt x="2692483" y="6387575"/>
                  <a:pt x="2702118" y="6378233"/>
                  <a:pt x="2706285" y="6378752"/>
                </a:cubicBezTo>
                <a:cubicBezTo>
                  <a:pt x="2709670" y="6379271"/>
                  <a:pt x="2711493" y="6382385"/>
                  <a:pt x="2712795" y="6391208"/>
                </a:cubicBezTo>
                <a:cubicBezTo>
                  <a:pt x="2713837" y="6398994"/>
                  <a:pt x="2716441" y="6421571"/>
                  <a:pt x="2717743" y="6436622"/>
                </a:cubicBezTo>
                <a:cubicBezTo>
                  <a:pt x="2731806" y="6439996"/>
                  <a:pt x="2744827" y="6443888"/>
                  <a:pt x="2756806" y="6447521"/>
                </a:cubicBezTo>
                <a:cubicBezTo>
                  <a:pt x="2755243" y="6344497"/>
                  <a:pt x="2743525" y="6322699"/>
                  <a:pt x="2722170" y="6319844"/>
                </a:cubicBezTo>
                <a:close/>
                <a:moveTo>
                  <a:pt x="0" y="0"/>
                </a:moveTo>
                <a:lnTo>
                  <a:pt x="3048000" y="0"/>
                </a:lnTo>
                <a:lnTo>
                  <a:pt x="3048000" y="6857999"/>
                </a:lnTo>
                <a:lnTo>
                  <a:pt x="0" y="6857999"/>
                </a:lnTo>
                <a:close/>
              </a:path>
            </a:pathLst>
          </a:custGeom>
          <a:solidFill>
            <a:srgbClr val="D8DFDE"/>
          </a:solidFill>
        </p:spPr>
        <p:txBody>
          <a:bodyPr wrap="square" lIns="396000" tIns="0" rIns="252000" bIns="756000" anchor="ctr" anchorCtr="0">
            <a:noAutofit/>
          </a:bodyPr>
          <a:lstStyle>
            <a:lvl1pPr marL="0" indent="0" algn="ctr">
              <a:lnSpc>
                <a:spcPct val="100000"/>
              </a:lnSpc>
              <a:spcAft>
                <a:spcPts val="0"/>
              </a:spcAft>
              <a:buNone/>
              <a:defRPr sz="1200" b="1">
                <a:solidFill>
                  <a:schemeClr val="tx1"/>
                </a:solidFill>
              </a:defRPr>
            </a:lvl1pPr>
          </a:lstStyle>
          <a:p>
            <a:r>
              <a:rPr lang="en-US" dirty="0"/>
              <a:t>_______________________________</a:t>
            </a:r>
            <a:br>
              <a:rPr lang="en-US" dirty="0"/>
            </a:br>
            <a:br>
              <a:rPr lang="en-US" dirty="0"/>
            </a:br>
            <a:r>
              <a:rPr lang="en-US" dirty="0"/>
              <a:t>To add a brand image here:</a:t>
            </a:r>
            <a:br>
              <a:rPr lang="en-US" dirty="0"/>
            </a:br>
            <a:r>
              <a:rPr lang="en-US" dirty="0"/>
              <a:t>Select this placeholder and click </a:t>
            </a:r>
            <a:br>
              <a:rPr lang="en-US" dirty="0"/>
            </a:br>
            <a:r>
              <a:rPr lang="en-US" dirty="0"/>
              <a:t>Brand Pictures in </a:t>
            </a:r>
            <a:r>
              <a:rPr lang="en-US" dirty="0" err="1"/>
              <a:t>BrandIn</a:t>
            </a:r>
            <a:r>
              <a:rPr lang="en-US" dirty="0"/>
              <a:t>.</a:t>
            </a:r>
            <a:br>
              <a:rPr lang="en-US" dirty="0"/>
            </a:br>
            <a:br>
              <a:rPr lang="en-US" dirty="0"/>
            </a:br>
            <a:r>
              <a:rPr lang="en-US" dirty="0"/>
              <a:t>Clicking the icon will insert an </a:t>
            </a:r>
            <a:br>
              <a:rPr lang="en-US" dirty="0"/>
            </a:br>
            <a:r>
              <a:rPr lang="en-US" dirty="0"/>
              <a:t>image from your own files.</a:t>
            </a:r>
            <a:br>
              <a:rPr lang="en-US" dirty="0"/>
            </a:br>
            <a:br>
              <a:rPr lang="en-US" dirty="0"/>
            </a:br>
            <a:br>
              <a:rPr lang="en-US" dirty="0"/>
            </a:br>
            <a:br>
              <a:rPr lang="en-US" dirty="0"/>
            </a:br>
            <a:r>
              <a:rPr lang="en-US" dirty="0"/>
              <a:t>The image can then be scaled within </a:t>
            </a:r>
            <a:br>
              <a:rPr lang="en-US" dirty="0"/>
            </a:br>
            <a:r>
              <a:rPr lang="en-US" dirty="0"/>
              <a:t>the frame by using the Crop feature in </a:t>
            </a:r>
            <a:br>
              <a:rPr lang="en-US" dirty="0"/>
            </a:br>
            <a:r>
              <a:rPr lang="en-US" dirty="0"/>
              <a:t>the Picture Format tab of the ribbon.</a:t>
            </a:r>
            <a:br>
              <a:rPr lang="en-US" dirty="0"/>
            </a:br>
            <a:r>
              <a:rPr lang="en-US" dirty="0"/>
              <a:t>_______________________________</a:t>
            </a:r>
          </a:p>
        </p:txBody>
      </p:sp>
      <p:sp>
        <p:nvSpPr>
          <p:cNvPr id="9" name="Text Placeholder 96">
            <a:extLst>
              <a:ext uri="{FF2B5EF4-FFF2-40B4-BE49-F238E27FC236}">
                <a16:creationId xmlns:a16="http://schemas.microsoft.com/office/drawing/2014/main" id="{08596668-B452-4684-9114-FD6480173A59}"/>
              </a:ext>
            </a:extLst>
          </p:cNvPr>
          <p:cNvSpPr>
            <a:spLocks noGrp="1"/>
          </p:cNvSpPr>
          <p:nvPr>
            <p:ph type="body" sz="quarter" idx="111" hasCustomPrompt="1"/>
          </p:nvPr>
        </p:nvSpPr>
        <p:spPr>
          <a:xfrm>
            <a:off x="609603" y="6200775"/>
            <a:ext cx="7315198" cy="657225"/>
          </a:xfrm>
        </p:spPr>
        <p:txBody>
          <a:bodyPr lIns="0" bIns="72000" anchor="b" anchorCtr="0">
            <a:noAutofit/>
          </a:bodyPr>
          <a:lstStyle>
            <a:lvl1pPr>
              <a:lnSpc>
                <a:spcPct val="100000"/>
              </a:lnSpc>
              <a:spcAft>
                <a:spcPts val="300"/>
              </a:spcAft>
              <a:buNone/>
              <a:defRPr sz="800"/>
            </a:lvl1pPr>
          </a:lstStyle>
          <a:p>
            <a:pPr lvl="0"/>
            <a:r>
              <a:rPr lang="en-US" dirty="0"/>
              <a:t>Footnotes</a:t>
            </a:r>
          </a:p>
        </p:txBody>
      </p:sp>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lvl1pPr>
              <a:lnSpc>
                <a:spcPct val="100000"/>
              </a:lnSpc>
              <a:defRPr>
                <a:solidFill>
                  <a:schemeClr val="bg1"/>
                </a:solidFill>
              </a:defRPr>
            </a:lvl1pPr>
          </a:lstStyle>
          <a:p>
            <a:endParaRPr lang="en-GB" dirty="0"/>
          </a:p>
        </p:txBody>
      </p:sp>
      <p:sp>
        <p:nvSpPr>
          <p:cNvPr id="5" name="Rectangle 4">
            <a:extLst>
              <a:ext uri="{FF2B5EF4-FFF2-40B4-BE49-F238E27FC236}">
                <a16:creationId xmlns:a16="http://schemas.microsoft.com/office/drawing/2014/main" id="{8EBC7BEA-0D4D-3618-0BB9-17A4914CA83F}"/>
              </a:ext>
            </a:extLst>
          </p:cNvPr>
          <p:cNvSpPr/>
          <p:nvPr userDrawn="1"/>
        </p:nvSpPr>
        <p:spPr>
          <a:xfrm>
            <a:off x="8534398" y="0"/>
            <a:ext cx="6096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dirty="0" err="1"/>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24" name="Content Placeholder 3">
            <a:extLst>
              <a:ext uri="{FF2B5EF4-FFF2-40B4-BE49-F238E27FC236}">
                <a16:creationId xmlns:a16="http://schemas.microsoft.com/office/drawing/2014/main" id="{F0F231B6-1649-4FC7-9870-6F8BBC76458E}"/>
              </a:ext>
            </a:extLst>
          </p:cNvPr>
          <p:cNvSpPr>
            <a:spLocks noGrp="1"/>
          </p:cNvSpPr>
          <p:nvPr>
            <p:ph sz="quarter" idx="22" hasCustomPrompt="1"/>
          </p:nvPr>
        </p:nvSpPr>
        <p:spPr>
          <a:xfrm>
            <a:off x="4572000" y="1468438"/>
            <a:ext cx="3352801" cy="4578327"/>
          </a:xfrm>
          <a:prstGeom prst="rect">
            <a:avLst/>
          </a:prstGeom>
        </p:spPr>
        <p:txBody>
          <a:bodyPr tIns="0"/>
          <a:lstStyle>
            <a:lvl1pPr>
              <a:lnSpc>
                <a:spcPct val="100000"/>
              </a:lnSpc>
              <a:defRPr/>
            </a:lvl1pPr>
            <a:lvl2pPr marL="460800" indent="-230400">
              <a:lnSpc>
                <a:spcPct val="100000"/>
              </a:lnSpc>
              <a:defRPr lang="en-US" sz="2400" kern="1200" dirty="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US" dirty="0"/>
              <a:t>Click to add text here. </a:t>
            </a:r>
            <a:br>
              <a:rPr lang="en-US" dirty="0"/>
            </a:br>
            <a:r>
              <a:rPr lang="en-US" dirty="0"/>
              <a:t>When pasting copy from other slides, be sure to right-click and choose ‘Keep text only’</a:t>
            </a:r>
            <a:r>
              <a:rPr lang="en-GB" dirty="0"/>
              <a: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5" name="Content Placeholder 3">
            <a:extLst>
              <a:ext uri="{FF2B5EF4-FFF2-40B4-BE49-F238E27FC236}">
                <a16:creationId xmlns:a16="http://schemas.microsoft.com/office/drawing/2014/main" id="{D9E6E49B-9844-4F9B-9E49-C493B4AAE6D5}"/>
              </a:ext>
            </a:extLst>
          </p:cNvPr>
          <p:cNvSpPr>
            <a:spLocks noGrp="1"/>
          </p:cNvSpPr>
          <p:nvPr>
            <p:ph sz="quarter" idx="23" hasCustomPrompt="1"/>
          </p:nvPr>
        </p:nvSpPr>
        <p:spPr>
          <a:xfrm>
            <a:off x="609602" y="1468438"/>
            <a:ext cx="3352800" cy="4578327"/>
          </a:xfrm>
          <a:prstGeom prst="rect">
            <a:avLst/>
          </a:prstGeom>
        </p:spPr>
        <p:txBody>
          <a:bodyPr tIns="0"/>
          <a:lstStyle>
            <a:lvl1pPr>
              <a:lnSpc>
                <a:spcPct val="100000"/>
              </a:lnSpc>
              <a:defRPr/>
            </a:lvl1pPr>
            <a:lvl2pPr marL="460800" indent="-230400">
              <a:lnSpc>
                <a:spcPct val="100000"/>
              </a:lnSpc>
              <a:defRPr lang="en-US" sz="2400" kern="1200" dirty="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US" dirty="0"/>
              <a:t>Click to add text here. </a:t>
            </a:r>
            <a:br>
              <a:rPr lang="en-US" dirty="0"/>
            </a:br>
            <a:r>
              <a:rPr lang="en-US" dirty="0"/>
              <a:t>When pasting copy from other slides, be sure to right-click and choose ‘Keep text only’</a:t>
            </a:r>
            <a:r>
              <a:rPr lang="en-GB" dirty="0"/>
              <a: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3" name="Title 2">
            <a:extLst>
              <a:ext uri="{FF2B5EF4-FFF2-40B4-BE49-F238E27FC236}">
                <a16:creationId xmlns:a16="http://schemas.microsoft.com/office/drawing/2014/main" id="{41BCE9CB-F32B-3701-9C5D-E484489592A9}"/>
              </a:ext>
            </a:extLst>
          </p:cNvPr>
          <p:cNvSpPr>
            <a:spLocks noGrp="1"/>
          </p:cNvSpPr>
          <p:nvPr>
            <p:ph type="title" hasCustomPrompt="1"/>
          </p:nvPr>
        </p:nvSpPr>
        <p:spPr>
          <a:xfrm>
            <a:off x="609600" y="401638"/>
            <a:ext cx="7315201" cy="914400"/>
          </a:xfrm>
        </p:spPr>
        <p:txBody>
          <a:bodyPr/>
          <a:lstStyle/>
          <a:p>
            <a:r>
              <a:rPr lang="en-US" dirty="0"/>
              <a:t>Click to enter title here</a:t>
            </a:r>
          </a:p>
        </p:txBody>
      </p:sp>
      <p:sp>
        <p:nvSpPr>
          <p:cNvPr id="7" name="Text Placeholder 30">
            <a:extLst>
              <a:ext uri="{FF2B5EF4-FFF2-40B4-BE49-F238E27FC236}">
                <a16:creationId xmlns:a16="http://schemas.microsoft.com/office/drawing/2014/main" id="{24DD8127-9AE7-E3BB-4F07-E7038A3E5696}"/>
              </a:ext>
            </a:extLst>
          </p:cNvPr>
          <p:cNvSpPr txBox="1">
            <a:spLocks/>
          </p:cNvSpPr>
          <p:nvPr userDrawn="1"/>
        </p:nvSpPr>
        <p:spPr>
          <a:xfrm>
            <a:off x="11704319" y="6321108"/>
            <a:ext cx="294812" cy="355098"/>
          </a:xfrm>
          <a:prstGeom prst="rect">
            <a:avLst/>
          </a:prstGeom>
          <a:blipFill>
            <a:blip>
              <a:extLst>
                <a:ext uri="{96DAC541-7B7A-43D3-8B79-37D633B846F1}">
                  <asvg:svgBlip xmlns:asvg="http://schemas.microsoft.com/office/drawing/2016/SVG/main" r:embed="rId3"/>
                </a:ext>
              </a:extLst>
            </a:blip>
            <a:stretch>
              <a:fillRect/>
            </a:stretch>
          </a:blipFill>
        </p:spPr>
        <p:txBody>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600" kern="1200">
                <a:solidFill>
                  <a:schemeClr val="tx2"/>
                </a:solidFill>
                <a:latin typeface="+mn-lt"/>
                <a:ea typeface="+mn-ea"/>
                <a:cs typeface="+mn-cs"/>
              </a:defRPr>
            </a:lvl1pPr>
            <a:lvl2pPr marL="2286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600" kern="1200">
                <a:solidFill>
                  <a:schemeClr val="tx2"/>
                </a:solidFill>
                <a:latin typeface="+mn-lt"/>
                <a:ea typeface="+mn-ea"/>
                <a:cs typeface="+mn-cs"/>
              </a:defRPr>
            </a:lvl2pPr>
            <a:lvl3pPr marL="4445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400" kern="1200">
                <a:solidFill>
                  <a:schemeClr val="tx2"/>
                </a:solidFill>
                <a:latin typeface="+mn-lt"/>
                <a:ea typeface="+mn-ea"/>
                <a:cs typeface="+mn-cs"/>
              </a:defRPr>
            </a:lvl3pPr>
            <a:lvl4pPr marL="625475"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4pPr>
            <a:lvl5pPr marL="80645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dirty="0"/>
              <a:t> </a:t>
            </a:r>
          </a:p>
        </p:txBody>
      </p:sp>
    </p:spTree>
    <p:custDataLst>
      <p:tags r:id="rId1"/>
    </p:custDataLst>
    <p:extLst>
      <p:ext uri="{BB962C8B-B14F-4D97-AF65-F5344CB8AC3E}">
        <p14:creationId xmlns:p14="http://schemas.microsoft.com/office/powerpoint/2010/main" val="4233158680"/>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 Column and Image in Lens">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53F9B225-97C4-5D8B-4C3B-C102B06B10C6}"/>
              </a:ext>
            </a:extLst>
          </p:cNvPr>
          <p:cNvSpPr>
            <a:spLocks noGrp="1"/>
          </p:cNvSpPr>
          <p:nvPr>
            <p:ph type="pic" sz="quarter" idx="20" hasCustomPrompt="1"/>
          </p:nvPr>
        </p:nvSpPr>
        <p:spPr>
          <a:xfrm>
            <a:off x="9144000" y="1"/>
            <a:ext cx="3048000" cy="6857999"/>
          </a:xfrm>
          <a:custGeom>
            <a:avLst/>
            <a:gdLst>
              <a:gd name="connsiteX0" fmla="*/ 2659735 w 3048000"/>
              <a:gd name="connsiteY0" fmla="*/ 6429739 h 6857999"/>
              <a:gd name="connsiteX1" fmla="*/ 2638403 w 3048000"/>
              <a:gd name="connsiteY1" fmla="*/ 6454897 h 6857999"/>
              <a:gd name="connsiteX2" fmla="*/ 2693034 w 3048000"/>
              <a:gd name="connsiteY2" fmla="*/ 6533484 h 6857999"/>
              <a:gd name="connsiteX3" fmla="*/ 2750267 w 3048000"/>
              <a:gd name="connsiteY3" fmla="*/ 6526481 h 6857999"/>
              <a:gd name="connsiteX4" fmla="*/ 2751047 w 3048000"/>
              <a:gd name="connsiteY4" fmla="*/ 6522332 h 6857999"/>
              <a:gd name="connsiteX5" fmla="*/ 2755210 w 3048000"/>
              <a:gd name="connsiteY5" fmla="*/ 6494320 h 6857999"/>
              <a:gd name="connsiteX6" fmla="*/ 2721390 w 3048000"/>
              <a:gd name="connsiteY6" fmla="*/ 6479796 h 6857999"/>
              <a:gd name="connsiteX7" fmla="*/ 2723732 w 3048000"/>
              <a:gd name="connsiteY7" fmla="*/ 6515848 h 6857999"/>
              <a:gd name="connsiteX8" fmla="*/ 2723732 w 3048000"/>
              <a:gd name="connsiteY8" fmla="*/ 6520257 h 6857999"/>
              <a:gd name="connsiteX9" fmla="*/ 2707082 w 3048000"/>
              <a:gd name="connsiteY9" fmla="*/ 6531409 h 6857999"/>
              <a:gd name="connsiteX10" fmla="*/ 2651150 w 3048000"/>
              <a:gd name="connsiteY10" fmla="*/ 6448413 h 6857999"/>
              <a:gd name="connsiteX11" fmla="*/ 2652451 w 3048000"/>
              <a:gd name="connsiteY11" fmla="*/ 6447117 h 6857999"/>
              <a:gd name="connsiteX12" fmla="*/ 2653231 w 3048000"/>
              <a:gd name="connsiteY12" fmla="*/ 6447635 h 6857999"/>
              <a:gd name="connsiteX13" fmla="*/ 2653492 w 3048000"/>
              <a:gd name="connsiteY13" fmla="*/ 6447635 h 6857999"/>
              <a:gd name="connsiteX14" fmla="*/ 2721130 w 3048000"/>
              <a:gd name="connsiteY14" fmla="*/ 6475128 h 6857999"/>
              <a:gd name="connsiteX15" fmla="*/ 2755470 w 3048000"/>
              <a:gd name="connsiteY15" fmla="*/ 6489911 h 6857999"/>
              <a:gd name="connsiteX16" fmla="*/ 2782525 w 3048000"/>
              <a:gd name="connsiteY16" fmla="*/ 6502879 h 6857999"/>
              <a:gd name="connsiteX17" fmla="*/ 2794752 w 3048000"/>
              <a:gd name="connsiteY17" fmla="*/ 6519738 h 6857999"/>
              <a:gd name="connsiteX18" fmla="*/ 2642825 w 3048000"/>
              <a:gd name="connsiteY18" fmla="*/ 6632820 h 6857999"/>
              <a:gd name="connsiteX19" fmla="*/ 2642305 w 3048000"/>
              <a:gd name="connsiteY19" fmla="*/ 6633339 h 6857999"/>
              <a:gd name="connsiteX20" fmla="*/ 2641265 w 3048000"/>
              <a:gd name="connsiteY20" fmla="*/ 6634895 h 6857999"/>
              <a:gd name="connsiteX21" fmla="*/ 2641004 w 3048000"/>
              <a:gd name="connsiteY21" fmla="*/ 6635414 h 6857999"/>
              <a:gd name="connsiteX22" fmla="*/ 2636322 w 3048000"/>
              <a:gd name="connsiteY22" fmla="*/ 6649678 h 6857999"/>
              <a:gd name="connsiteX23" fmla="*/ 2655313 w 3048000"/>
              <a:gd name="connsiteY23" fmla="*/ 6673540 h 6857999"/>
              <a:gd name="connsiteX24" fmla="*/ 2668060 w 3048000"/>
              <a:gd name="connsiteY24" fmla="*/ 6675874 h 6857999"/>
              <a:gd name="connsiteX25" fmla="*/ 2670661 w 3048000"/>
              <a:gd name="connsiteY25" fmla="*/ 6676133 h 6857999"/>
              <a:gd name="connsiteX26" fmla="*/ 2796834 w 3048000"/>
              <a:gd name="connsiteY26" fmla="*/ 6651235 h 6857999"/>
              <a:gd name="connsiteX27" fmla="*/ 2806459 w 3048000"/>
              <a:gd name="connsiteY27" fmla="*/ 6625039 h 6857999"/>
              <a:gd name="connsiteX28" fmla="*/ 2762494 w 3048000"/>
              <a:gd name="connsiteY28" fmla="*/ 6599362 h 6857999"/>
              <a:gd name="connsiteX29" fmla="*/ 2753129 w 3048000"/>
              <a:gd name="connsiteY29" fmla="*/ 6605587 h 6857999"/>
              <a:gd name="connsiteX30" fmla="*/ 2788249 w 3048000"/>
              <a:gd name="connsiteY30" fmla="*/ 6628929 h 6857999"/>
              <a:gd name="connsiteX31" fmla="*/ 2786428 w 3048000"/>
              <a:gd name="connsiteY31" fmla="*/ 6632561 h 6857999"/>
              <a:gd name="connsiteX32" fmla="*/ 2784086 w 3048000"/>
              <a:gd name="connsiteY32" fmla="*/ 6632561 h 6857999"/>
              <a:gd name="connsiteX33" fmla="*/ 2706562 w 3048000"/>
              <a:gd name="connsiteY33" fmla="*/ 6637748 h 6857999"/>
              <a:gd name="connsiteX34" fmla="*/ 2699278 w 3048000"/>
              <a:gd name="connsiteY34" fmla="*/ 6638007 h 6857999"/>
              <a:gd name="connsiteX35" fmla="*/ 2711245 w 3048000"/>
              <a:gd name="connsiteY35" fmla="*/ 6628411 h 6857999"/>
              <a:gd name="connsiteX36" fmla="*/ 2834295 w 3048000"/>
              <a:gd name="connsiteY36" fmla="*/ 6546193 h 6857999"/>
              <a:gd name="connsiteX37" fmla="*/ 2804118 w 3048000"/>
              <a:gd name="connsiteY37" fmla="*/ 6467865 h 6857999"/>
              <a:gd name="connsiteX38" fmla="*/ 2659735 w 3048000"/>
              <a:gd name="connsiteY38" fmla="*/ 6429739 h 6857999"/>
              <a:gd name="connsiteX39" fmla="*/ 2722170 w 3048000"/>
              <a:gd name="connsiteY39" fmla="*/ 6319844 h 6857999"/>
              <a:gd name="connsiteX40" fmla="*/ 2604461 w 3048000"/>
              <a:gd name="connsiteY40" fmla="*/ 6424685 h 6857999"/>
              <a:gd name="connsiteX41" fmla="*/ 2560451 w 3048000"/>
              <a:gd name="connsiteY41" fmla="*/ 6493454 h 6857999"/>
              <a:gd name="connsiteX42" fmla="*/ 2578940 w 3048000"/>
              <a:gd name="connsiteY42" fmla="*/ 6514214 h 6857999"/>
              <a:gd name="connsiteX43" fmla="*/ 2700035 w 3048000"/>
              <a:gd name="connsiteY43" fmla="*/ 6576755 h 6857999"/>
              <a:gd name="connsiteX44" fmla="*/ 2709670 w 3048000"/>
              <a:gd name="connsiteY44" fmla="*/ 6570787 h 6857999"/>
              <a:gd name="connsiteX45" fmla="*/ 2602378 w 3048000"/>
              <a:gd name="connsiteY45" fmla="*/ 6511619 h 6857999"/>
              <a:gd name="connsiteX46" fmla="*/ 2585711 w 3048000"/>
              <a:gd name="connsiteY46" fmla="*/ 6496049 h 6857999"/>
              <a:gd name="connsiteX47" fmla="*/ 2615399 w 3048000"/>
              <a:gd name="connsiteY47" fmla="*/ 6464908 h 6857999"/>
              <a:gd name="connsiteX48" fmla="*/ 2631805 w 3048000"/>
              <a:gd name="connsiteY48" fmla="*/ 6448559 h 6857999"/>
              <a:gd name="connsiteX49" fmla="*/ 2633889 w 3048000"/>
              <a:gd name="connsiteY49" fmla="*/ 6431691 h 6857999"/>
              <a:gd name="connsiteX50" fmla="*/ 2655243 w 3048000"/>
              <a:gd name="connsiteY50" fmla="*/ 6424944 h 6857999"/>
              <a:gd name="connsiteX51" fmla="*/ 2683368 w 3048000"/>
              <a:gd name="connsiteY51" fmla="*/ 6396658 h 6857999"/>
              <a:gd name="connsiteX52" fmla="*/ 2706285 w 3048000"/>
              <a:gd name="connsiteY52" fmla="*/ 6378752 h 6857999"/>
              <a:gd name="connsiteX53" fmla="*/ 2712795 w 3048000"/>
              <a:gd name="connsiteY53" fmla="*/ 6391208 h 6857999"/>
              <a:gd name="connsiteX54" fmla="*/ 2717743 w 3048000"/>
              <a:gd name="connsiteY54" fmla="*/ 6436622 h 6857999"/>
              <a:gd name="connsiteX55" fmla="*/ 2756806 w 3048000"/>
              <a:gd name="connsiteY55" fmla="*/ 6447521 h 6857999"/>
              <a:gd name="connsiteX56" fmla="*/ 2722170 w 3048000"/>
              <a:gd name="connsiteY56" fmla="*/ 6319844 h 6857999"/>
              <a:gd name="connsiteX57" fmla="*/ 0 w 3048000"/>
              <a:gd name="connsiteY57" fmla="*/ 0 h 6857999"/>
              <a:gd name="connsiteX58" fmla="*/ 3048000 w 3048000"/>
              <a:gd name="connsiteY58" fmla="*/ 0 h 6857999"/>
              <a:gd name="connsiteX59" fmla="*/ 3048000 w 3048000"/>
              <a:gd name="connsiteY59" fmla="*/ 6857999 h 6857999"/>
              <a:gd name="connsiteX60" fmla="*/ 0 w 3048000"/>
              <a:gd name="connsiteY60"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3048000" h="6857999">
                <a:moveTo>
                  <a:pt x="2659735" y="6429739"/>
                </a:moveTo>
                <a:cubicBezTo>
                  <a:pt x="2638403" y="6426886"/>
                  <a:pt x="2629818" y="6434667"/>
                  <a:pt x="2638403" y="6454897"/>
                </a:cubicBezTo>
                <a:cubicBezTo>
                  <a:pt x="2647248" y="6474868"/>
                  <a:pt x="2669621" y="6508326"/>
                  <a:pt x="2693034" y="6533484"/>
                </a:cubicBezTo>
                <a:cubicBezTo>
                  <a:pt x="2716708" y="6558383"/>
                  <a:pt x="2742202" y="6565386"/>
                  <a:pt x="2750267" y="6526481"/>
                </a:cubicBezTo>
                <a:cubicBezTo>
                  <a:pt x="2750527" y="6525185"/>
                  <a:pt x="2750787" y="6523888"/>
                  <a:pt x="2751047" y="6522332"/>
                </a:cubicBezTo>
                <a:cubicBezTo>
                  <a:pt x="2752868" y="6512476"/>
                  <a:pt x="2754429" y="6502879"/>
                  <a:pt x="2755210" y="6494320"/>
                </a:cubicBezTo>
                <a:cubicBezTo>
                  <a:pt x="2744804" y="6489652"/>
                  <a:pt x="2733097" y="6484724"/>
                  <a:pt x="2721390" y="6479796"/>
                </a:cubicBezTo>
                <a:cubicBezTo>
                  <a:pt x="2722171" y="6488614"/>
                  <a:pt x="2723211" y="6503917"/>
                  <a:pt x="2723732" y="6515848"/>
                </a:cubicBezTo>
                <a:cubicBezTo>
                  <a:pt x="2723732" y="6517144"/>
                  <a:pt x="2723732" y="6518701"/>
                  <a:pt x="2723732" y="6520257"/>
                </a:cubicBezTo>
                <a:cubicBezTo>
                  <a:pt x="2724512" y="6539190"/>
                  <a:pt x="2718008" y="6539190"/>
                  <a:pt x="2707082" y="6531409"/>
                </a:cubicBezTo>
                <a:cubicBezTo>
                  <a:pt x="2694335" y="6522332"/>
                  <a:pt x="2655573" y="6471237"/>
                  <a:pt x="2651150" y="6448413"/>
                </a:cubicBezTo>
                <a:cubicBezTo>
                  <a:pt x="2650890" y="6447117"/>
                  <a:pt x="2651670" y="6446857"/>
                  <a:pt x="2652451" y="6447117"/>
                </a:cubicBezTo>
                <a:cubicBezTo>
                  <a:pt x="2652711" y="6447376"/>
                  <a:pt x="2652971" y="6447376"/>
                  <a:pt x="2653231" y="6447635"/>
                </a:cubicBezTo>
                <a:cubicBezTo>
                  <a:pt x="2653231" y="6447635"/>
                  <a:pt x="2653231" y="6447635"/>
                  <a:pt x="2653492" y="6447635"/>
                </a:cubicBezTo>
                <a:cubicBezTo>
                  <a:pt x="2662076" y="6451007"/>
                  <a:pt x="2691473" y="6462678"/>
                  <a:pt x="2721130" y="6475128"/>
                </a:cubicBezTo>
                <a:cubicBezTo>
                  <a:pt x="2732837" y="6480056"/>
                  <a:pt x="2744804" y="6485243"/>
                  <a:pt x="2755470" y="6489911"/>
                </a:cubicBezTo>
                <a:cubicBezTo>
                  <a:pt x="2766136" y="6494580"/>
                  <a:pt x="2775501" y="6499248"/>
                  <a:pt x="2782525" y="6502879"/>
                </a:cubicBezTo>
                <a:cubicBezTo>
                  <a:pt x="2795273" y="6509623"/>
                  <a:pt x="2800215" y="6514291"/>
                  <a:pt x="2794752" y="6519738"/>
                </a:cubicBezTo>
                <a:cubicBezTo>
                  <a:pt x="2768217" y="6546971"/>
                  <a:pt x="2674824" y="6585357"/>
                  <a:pt x="2642825" y="6632820"/>
                </a:cubicBezTo>
                <a:cubicBezTo>
                  <a:pt x="2642825" y="6632820"/>
                  <a:pt x="2642565" y="6633079"/>
                  <a:pt x="2642305" y="6633339"/>
                </a:cubicBezTo>
                <a:cubicBezTo>
                  <a:pt x="2642045" y="6633857"/>
                  <a:pt x="2641525" y="6634376"/>
                  <a:pt x="2641265" y="6634895"/>
                </a:cubicBezTo>
                <a:cubicBezTo>
                  <a:pt x="2641265" y="6635154"/>
                  <a:pt x="2641265" y="6635414"/>
                  <a:pt x="2641004" y="6635414"/>
                </a:cubicBezTo>
                <a:cubicBezTo>
                  <a:pt x="2639444" y="6638526"/>
                  <a:pt x="2637102" y="6643454"/>
                  <a:pt x="2636322" y="6649678"/>
                </a:cubicBezTo>
                <a:cubicBezTo>
                  <a:pt x="2635021" y="6660053"/>
                  <a:pt x="2640484" y="6669649"/>
                  <a:pt x="2655313" y="6673540"/>
                </a:cubicBezTo>
                <a:cubicBezTo>
                  <a:pt x="2659215" y="6674577"/>
                  <a:pt x="2663377" y="6675355"/>
                  <a:pt x="2668060" y="6675874"/>
                </a:cubicBezTo>
                <a:cubicBezTo>
                  <a:pt x="2668840" y="6676133"/>
                  <a:pt x="2669881" y="6676133"/>
                  <a:pt x="2670661" y="6676133"/>
                </a:cubicBezTo>
                <a:cubicBezTo>
                  <a:pt x="2699538" y="6677430"/>
                  <a:pt x="2774201" y="6661090"/>
                  <a:pt x="2796834" y="6651235"/>
                </a:cubicBezTo>
                <a:cubicBezTo>
                  <a:pt x="2820247" y="6640860"/>
                  <a:pt x="2813223" y="6630486"/>
                  <a:pt x="2806459" y="6625039"/>
                </a:cubicBezTo>
                <a:cubicBezTo>
                  <a:pt x="2801256" y="6620889"/>
                  <a:pt x="2775241" y="6606365"/>
                  <a:pt x="2762494" y="6599362"/>
                </a:cubicBezTo>
                <a:cubicBezTo>
                  <a:pt x="2759112" y="6601696"/>
                  <a:pt x="2756510" y="6603253"/>
                  <a:pt x="2753129" y="6605587"/>
                </a:cubicBezTo>
                <a:cubicBezTo>
                  <a:pt x="2774721" y="6618555"/>
                  <a:pt x="2783306" y="6625039"/>
                  <a:pt x="2788249" y="6628929"/>
                </a:cubicBezTo>
                <a:cubicBezTo>
                  <a:pt x="2790330" y="6630486"/>
                  <a:pt x="2789289" y="6632301"/>
                  <a:pt x="2786428" y="6632561"/>
                </a:cubicBezTo>
                <a:cubicBezTo>
                  <a:pt x="2785647" y="6632561"/>
                  <a:pt x="2784867" y="6632561"/>
                  <a:pt x="2784086" y="6632561"/>
                </a:cubicBezTo>
                <a:cubicBezTo>
                  <a:pt x="2763534" y="6634117"/>
                  <a:pt x="2724772" y="6636710"/>
                  <a:pt x="2706562" y="6637748"/>
                </a:cubicBezTo>
                <a:cubicBezTo>
                  <a:pt x="2703960" y="6638007"/>
                  <a:pt x="2700839" y="6638007"/>
                  <a:pt x="2699278" y="6638007"/>
                </a:cubicBezTo>
                <a:cubicBezTo>
                  <a:pt x="2703700" y="6633857"/>
                  <a:pt x="2708643" y="6630226"/>
                  <a:pt x="2711245" y="6628411"/>
                </a:cubicBezTo>
                <a:cubicBezTo>
                  <a:pt x="2750267" y="6600918"/>
                  <a:pt x="2815044" y="6562533"/>
                  <a:pt x="2834295" y="6546193"/>
                </a:cubicBezTo>
                <a:cubicBezTo>
                  <a:pt x="2848343" y="6534003"/>
                  <a:pt x="2886845" y="6496914"/>
                  <a:pt x="2804118" y="6467865"/>
                </a:cubicBezTo>
                <a:cubicBezTo>
                  <a:pt x="2780444" y="6459825"/>
                  <a:pt x="2721651" y="6438039"/>
                  <a:pt x="2659735" y="6429739"/>
                </a:cubicBezTo>
                <a:close/>
                <a:moveTo>
                  <a:pt x="2722170" y="6319844"/>
                </a:moveTo>
                <a:cubicBezTo>
                  <a:pt x="2702118" y="6317249"/>
                  <a:pt x="2671910" y="6342421"/>
                  <a:pt x="2604461" y="6424685"/>
                </a:cubicBezTo>
                <a:cubicBezTo>
                  <a:pt x="2591961" y="6439736"/>
                  <a:pt x="2562794" y="6476586"/>
                  <a:pt x="2560451" y="6493454"/>
                </a:cubicBezTo>
                <a:cubicBezTo>
                  <a:pt x="2558888" y="6505391"/>
                  <a:pt x="2571649" y="6510581"/>
                  <a:pt x="2578940" y="6514214"/>
                </a:cubicBezTo>
                <a:cubicBezTo>
                  <a:pt x="2585711" y="6517847"/>
                  <a:pt x="2663837" y="6556514"/>
                  <a:pt x="2700035" y="6576755"/>
                </a:cubicBezTo>
                <a:cubicBezTo>
                  <a:pt x="2703160" y="6574679"/>
                  <a:pt x="2706285" y="6572603"/>
                  <a:pt x="2709670" y="6570787"/>
                </a:cubicBezTo>
                <a:cubicBezTo>
                  <a:pt x="2688056" y="6559109"/>
                  <a:pt x="2627118" y="6526411"/>
                  <a:pt x="2602378" y="6511619"/>
                </a:cubicBezTo>
                <a:cubicBezTo>
                  <a:pt x="2592222" y="6505651"/>
                  <a:pt x="2585190" y="6500720"/>
                  <a:pt x="2585711" y="6496049"/>
                </a:cubicBezTo>
                <a:cubicBezTo>
                  <a:pt x="2586492" y="6490340"/>
                  <a:pt x="2601336" y="6478921"/>
                  <a:pt x="2615399" y="6464908"/>
                </a:cubicBezTo>
                <a:cubicBezTo>
                  <a:pt x="2619045" y="6461275"/>
                  <a:pt x="2625034" y="6455306"/>
                  <a:pt x="2631805" y="6448559"/>
                </a:cubicBezTo>
                <a:cubicBezTo>
                  <a:pt x="2629982" y="6441553"/>
                  <a:pt x="2630763" y="6435843"/>
                  <a:pt x="2633889" y="6431691"/>
                </a:cubicBezTo>
                <a:cubicBezTo>
                  <a:pt x="2637795" y="6426501"/>
                  <a:pt x="2644826" y="6424425"/>
                  <a:pt x="2655243" y="6424944"/>
                </a:cubicBezTo>
                <a:cubicBezTo>
                  <a:pt x="2668003" y="6412228"/>
                  <a:pt x="2679462" y="6400810"/>
                  <a:pt x="2683368" y="6396658"/>
                </a:cubicBezTo>
                <a:cubicBezTo>
                  <a:pt x="2692483" y="6387575"/>
                  <a:pt x="2702118" y="6378233"/>
                  <a:pt x="2706285" y="6378752"/>
                </a:cubicBezTo>
                <a:cubicBezTo>
                  <a:pt x="2709670" y="6379271"/>
                  <a:pt x="2711493" y="6382385"/>
                  <a:pt x="2712795" y="6391208"/>
                </a:cubicBezTo>
                <a:cubicBezTo>
                  <a:pt x="2713837" y="6398994"/>
                  <a:pt x="2716441" y="6421571"/>
                  <a:pt x="2717743" y="6436622"/>
                </a:cubicBezTo>
                <a:cubicBezTo>
                  <a:pt x="2731806" y="6439996"/>
                  <a:pt x="2744827" y="6443888"/>
                  <a:pt x="2756806" y="6447521"/>
                </a:cubicBezTo>
                <a:cubicBezTo>
                  <a:pt x="2755243" y="6344497"/>
                  <a:pt x="2743525" y="6322699"/>
                  <a:pt x="2722170" y="6319844"/>
                </a:cubicBezTo>
                <a:close/>
                <a:moveTo>
                  <a:pt x="0" y="0"/>
                </a:moveTo>
                <a:lnTo>
                  <a:pt x="3048000" y="0"/>
                </a:lnTo>
                <a:lnTo>
                  <a:pt x="3048000" y="6857999"/>
                </a:lnTo>
                <a:lnTo>
                  <a:pt x="0" y="6857999"/>
                </a:lnTo>
                <a:close/>
              </a:path>
            </a:pathLst>
          </a:custGeom>
          <a:solidFill>
            <a:srgbClr val="D8DFDE"/>
          </a:solidFill>
        </p:spPr>
        <p:txBody>
          <a:bodyPr wrap="square" lIns="396000" tIns="0" rIns="252000" bIns="756000" anchor="ctr" anchorCtr="0">
            <a:noAutofit/>
          </a:bodyPr>
          <a:lstStyle>
            <a:lvl1pPr marL="0" indent="0" algn="ctr">
              <a:lnSpc>
                <a:spcPct val="100000"/>
              </a:lnSpc>
              <a:spcAft>
                <a:spcPts val="0"/>
              </a:spcAft>
              <a:buNone/>
              <a:defRPr sz="1200" b="1">
                <a:solidFill>
                  <a:schemeClr val="tx1"/>
                </a:solidFill>
              </a:defRPr>
            </a:lvl1pPr>
          </a:lstStyle>
          <a:p>
            <a:r>
              <a:rPr lang="en-US" dirty="0"/>
              <a:t>_______________________________</a:t>
            </a:r>
            <a:br>
              <a:rPr lang="en-US" dirty="0"/>
            </a:br>
            <a:br>
              <a:rPr lang="en-US" dirty="0"/>
            </a:br>
            <a:r>
              <a:rPr lang="en-US" dirty="0"/>
              <a:t>To add a brand image here:</a:t>
            </a:r>
            <a:br>
              <a:rPr lang="en-US" dirty="0"/>
            </a:br>
            <a:r>
              <a:rPr lang="en-US" dirty="0"/>
              <a:t>Select this placeholder and click </a:t>
            </a:r>
            <a:br>
              <a:rPr lang="en-US" dirty="0"/>
            </a:br>
            <a:r>
              <a:rPr lang="en-US" dirty="0"/>
              <a:t>Brand Pictures in </a:t>
            </a:r>
            <a:r>
              <a:rPr lang="en-US" dirty="0" err="1"/>
              <a:t>BrandIn</a:t>
            </a:r>
            <a:r>
              <a:rPr lang="en-US" dirty="0"/>
              <a:t>.</a:t>
            </a:r>
            <a:br>
              <a:rPr lang="en-US" dirty="0"/>
            </a:br>
            <a:br>
              <a:rPr lang="en-US" dirty="0"/>
            </a:br>
            <a:r>
              <a:rPr lang="en-US" dirty="0"/>
              <a:t>Clicking the icon will insert an </a:t>
            </a:r>
            <a:br>
              <a:rPr lang="en-US" dirty="0"/>
            </a:br>
            <a:r>
              <a:rPr lang="en-US" dirty="0"/>
              <a:t>image from your own files.</a:t>
            </a:r>
            <a:br>
              <a:rPr lang="en-US" dirty="0"/>
            </a:br>
            <a:br>
              <a:rPr lang="en-US" dirty="0"/>
            </a:br>
            <a:br>
              <a:rPr lang="en-US" dirty="0"/>
            </a:br>
            <a:br>
              <a:rPr lang="en-US" dirty="0"/>
            </a:br>
            <a:r>
              <a:rPr lang="en-US" dirty="0"/>
              <a:t>The image can then be scaled within </a:t>
            </a:r>
            <a:br>
              <a:rPr lang="en-US" dirty="0"/>
            </a:br>
            <a:r>
              <a:rPr lang="en-US" dirty="0"/>
              <a:t>the frame by using the Crop feature in </a:t>
            </a:r>
            <a:br>
              <a:rPr lang="en-US" dirty="0"/>
            </a:br>
            <a:r>
              <a:rPr lang="en-US" dirty="0"/>
              <a:t>the Picture Format tab of the ribbon.</a:t>
            </a:r>
            <a:br>
              <a:rPr lang="en-US" dirty="0"/>
            </a:br>
            <a:r>
              <a:rPr lang="en-US" dirty="0"/>
              <a:t>_______________________________</a:t>
            </a:r>
          </a:p>
        </p:txBody>
      </p:sp>
      <p:sp>
        <p:nvSpPr>
          <p:cNvPr id="10" name="Text Placeholder 96">
            <a:extLst>
              <a:ext uri="{FF2B5EF4-FFF2-40B4-BE49-F238E27FC236}">
                <a16:creationId xmlns:a16="http://schemas.microsoft.com/office/drawing/2014/main" id="{B863F956-22D4-4C3A-A009-E80F1E169DCD}"/>
              </a:ext>
            </a:extLst>
          </p:cNvPr>
          <p:cNvSpPr>
            <a:spLocks noGrp="1"/>
          </p:cNvSpPr>
          <p:nvPr>
            <p:ph type="body" sz="quarter" idx="111" hasCustomPrompt="1"/>
          </p:nvPr>
        </p:nvSpPr>
        <p:spPr>
          <a:xfrm>
            <a:off x="609600" y="6200775"/>
            <a:ext cx="9753600" cy="657225"/>
          </a:xfrm>
        </p:spPr>
        <p:txBody>
          <a:bodyPr lIns="0" bIns="72000" anchor="b" anchorCtr="0">
            <a:noAutofit/>
          </a:bodyPr>
          <a:lstStyle>
            <a:lvl1pPr>
              <a:lnSpc>
                <a:spcPct val="100000"/>
              </a:lnSpc>
              <a:spcAft>
                <a:spcPts val="300"/>
              </a:spcAft>
              <a:buNone/>
              <a:defRPr sz="800"/>
            </a:lvl1pPr>
          </a:lstStyle>
          <a:p>
            <a:pPr lvl="0"/>
            <a:r>
              <a:rPr lang="en-US" dirty="0"/>
              <a:t>Footnotes </a:t>
            </a:r>
          </a:p>
        </p:txBody>
      </p:sp>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lvl1pPr>
              <a:lnSpc>
                <a:spcPct val="100000"/>
              </a:lnSpc>
              <a:defRPr>
                <a:solidFill>
                  <a:schemeClr val="bg1"/>
                </a:solidFill>
              </a:defRPr>
            </a:lvl1pPr>
          </a:lstStyle>
          <a:p>
            <a:endParaRPr lang="en-GB"/>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23" name="Content Placeholder 3">
            <a:extLst>
              <a:ext uri="{FF2B5EF4-FFF2-40B4-BE49-F238E27FC236}">
                <a16:creationId xmlns:a16="http://schemas.microsoft.com/office/drawing/2014/main" id="{3959B661-E0AC-460F-8B80-1D7A0DE584D0}"/>
              </a:ext>
            </a:extLst>
          </p:cNvPr>
          <p:cNvSpPr>
            <a:spLocks noGrp="1"/>
          </p:cNvSpPr>
          <p:nvPr>
            <p:ph sz="quarter" idx="21" hasCustomPrompt="1"/>
          </p:nvPr>
        </p:nvSpPr>
        <p:spPr>
          <a:xfrm>
            <a:off x="3352799" y="1468438"/>
            <a:ext cx="2438401" cy="4578335"/>
          </a:xfrm>
          <a:prstGeom prst="rect">
            <a:avLst/>
          </a:prstGeom>
        </p:spPr>
        <p:txBody>
          <a:bodyPr/>
          <a:lstStyle>
            <a:lvl1pPr>
              <a:lnSpc>
                <a:spcPct val="100000"/>
              </a:lnSpc>
              <a:defRPr/>
            </a:lvl1pPr>
            <a:lvl2pPr marL="460800" indent="-230400">
              <a:lnSpc>
                <a:spcPct val="100000"/>
              </a:lnSpc>
              <a:defRPr lang="en-US" sz="2400" kern="1200" dirty="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US" dirty="0"/>
              <a:t>Click to add text here. </a:t>
            </a:r>
            <a:br>
              <a:rPr lang="en-US" dirty="0"/>
            </a:br>
            <a:r>
              <a:rPr lang="en-US" dirty="0"/>
              <a:t>When pasting copy from other slides, be sure to right-click and choose ‘Keep text only’</a:t>
            </a:r>
            <a:r>
              <a:rPr lang="en-GB" dirty="0"/>
              <a: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4" name="Content Placeholder 3">
            <a:extLst>
              <a:ext uri="{FF2B5EF4-FFF2-40B4-BE49-F238E27FC236}">
                <a16:creationId xmlns:a16="http://schemas.microsoft.com/office/drawing/2014/main" id="{F0F231B6-1649-4FC7-9870-6F8BBC76458E}"/>
              </a:ext>
            </a:extLst>
          </p:cNvPr>
          <p:cNvSpPr>
            <a:spLocks noGrp="1"/>
          </p:cNvSpPr>
          <p:nvPr>
            <p:ph sz="quarter" idx="22" hasCustomPrompt="1"/>
          </p:nvPr>
        </p:nvSpPr>
        <p:spPr>
          <a:xfrm>
            <a:off x="609600" y="1468438"/>
            <a:ext cx="2438401" cy="4578335"/>
          </a:xfrm>
          <a:prstGeom prst="rect">
            <a:avLst/>
          </a:prstGeom>
        </p:spPr>
        <p:txBody>
          <a:bodyPr/>
          <a:lstStyle>
            <a:lvl1pPr>
              <a:lnSpc>
                <a:spcPct val="100000"/>
              </a:lnSpc>
              <a:defRPr/>
            </a:lvl1pPr>
            <a:lvl2pPr marL="460800" indent="-230400">
              <a:lnSpc>
                <a:spcPct val="100000"/>
              </a:lnSpc>
              <a:defRPr lang="en-US" sz="2400" kern="1200" dirty="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US" dirty="0"/>
              <a:t>Click to add text here. </a:t>
            </a:r>
            <a:br>
              <a:rPr lang="en-US" dirty="0"/>
            </a:br>
            <a:r>
              <a:rPr lang="en-US" dirty="0"/>
              <a:t>When pasting copy from other slides, be sure to right-click and choose ‘Keep text only’</a:t>
            </a:r>
            <a:r>
              <a:rPr lang="en-GB" dirty="0"/>
              <a: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5" name="Content Placeholder 3">
            <a:extLst>
              <a:ext uri="{FF2B5EF4-FFF2-40B4-BE49-F238E27FC236}">
                <a16:creationId xmlns:a16="http://schemas.microsoft.com/office/drawing/2014/main" id="{D9E6E49B-9844-4F9B-9E49-C493B4AAE6D5}"/>
              </a:ext>
            </a:extLst>
          </p:cNvPr>
          <p:cNvSpPr>
            <a:spLocks noGrp="1"/>
          </p:cNvSpPr>
          <p:nvPr>
            <p:ph sz="quarter" idx="23" hasCustomPrompt="1"/>
          </p:nvPr>
        </p:nvSpPr>
        <p:spPr>
          <a:xfrm>
            <a:off x="6095999" y="1468438"/>
            <a:ext cx="2438401" cy="4578335"/>
          </a:xfrm>
          <a:prstGeom prst="rect">
            <a:avLst/>
          </a:prstGeom>
        </p:spPr>
        <p:txBody>
          <a:bodyPr/>
          <a:lstStyle>
            <a:lvl1pPr>
              <a:lnSpc>
                <a:spcPct val="100000"/>
              </a:lnSpc>
              <a:defRPr/>
            </a:lvl1pPr>
            <a:lvl2pPr marL="460800" indent="-230400">
              <a:lnSpc>
                <a:spcPct val="100000"/>
              </a:lnSpc>
              <a:defRPr lang="en-US" sz="2400" kern="1200" dirty="0">
                <a:solidFill>
                  <a:schemeClr val="tx1"/>
                </a:solidFill>
                <a:latin typeface="+mn-lt"/>
                <a:ea typeface="+mn-ea"/>
                <a:cs typeface="+mn-cs"/>
              </a:defRPr>
            </a:lvl2pPr>
            <a:lvl3pPr marL="691200" indent="-230400">
              <a:lnSpc>
                <a:spcPct val="100000"/>
              </a:lnSpc>
              <a:defRPr lang="en-US" sz="2000" kern="1200" dirty="0">
                <a:solidFill>
                  <a:schemeClr val="tx1"/>
                </a:solidFill>
                <a:latin typeface="+mn-lt"/>
                <a:ea typeface="+mn-ea"/>
                <a:cs typeface="+mn-cs"/>
              </a:defRPr>
            </a:lvl3pPr>
            <a:lvl4pPr marL="921600" indent="-2304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US" dirty="0"/>
              <a:t>Click to add text here. </a:t>
            </a:r>
            <a:br>
              <a:rPr lang="en-US" dirty="0"/>
            </a:br>
            <a:r>
              <a:rPr lang="en-US" dirty="0"/>
              <a:t>When pasting copy from other slides, be sure to right-click and choose ‘Keep text only’</a:t>
            </a:r>
            <a:r>
              <a:rPr lang="en-GB" dirty="0"/>
              <a: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3" name="Title 2">
            <a:extLst>
              <a:ext uri="{FF2B5EF4-FFF2-40B4-BE49-F238E27FC236}">
                <a16:creationId xmlns:a16="http://schemas.microsoft.com/office/drawing/2014/main" id="{06935F5E-5B9A-28AA-2F36-0DDB4BEBB2D7}"/>
              </a:ext>
            </a:extLst>
          </p:cNvPr>
          <p:cNvSpPr>
            <a:spLocks noGrp="1"/>
          </p:cNvSpPr>
          <p:nvPr>
            <p:ph type="title" hasCustomPrompt="1"/>
          </p:nvPr>
        </p:nvSpPr>
        <p:spPr>
          <a:xfrm>
            <a:off x="609600" y="401638"/>
            <a:ext cx="7924800" cy="914400"/>
          </a:xfrm>
        </p:spPr>
        <p:txBody>
          <a:bodyPr/>
          <a:lstStyle/>
          <a:p>
            <a:r>
              <a:rPr lang="en-US" dirty="0"/>
              <a:t>Click to enter title here</a:t>
            </a:r>
          </a:p>
        </p:txBody>
      </p:sp>
    </p:spTree>
    <p:custDataLst>
      <p:tags r:id="rId1"/>
    </p:custDataLst>
    <p:extLst>
      <p:ext uri="{BB962C8B-B14F-4D97-AF65-F5344CB8AC3E}">
        <p14:creationId xmlns:p14="http://schemas.microsoft.com/office/powerpoint/2010/main" val="1300155121"/>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 Value Points">
    <p:spTree>
      <p:nvGrpSpPr>
        <p:cNvPr id="1" name=""/>
        <p:cNvGrpSpPr/>
        <p:nvPr/>
      </p:nvGrpSpPr>
      <p:grpSpPr>
        <a:xfrm>
          <a:off x="0" y="0"/>
          <a:ext cx="0" cy="0"/>
          <a:chOff x="0" y="0"/>
          <a:chExt cx="0" cy="0"/>
        </a:xfrm>
      </p:grpSpPr>
      <p:sp>
        <p:nvSpPr>
          <p:cNvPr id="14" name="Text Placeholder 96">
            <a:extLst>
              <a:ext uri="{FF2B5EF4-FFF2-40B4-BE49-F238E27FC236}">
                <a16:creationId xmlns:a16="http://schemas.microsoft.com/office/drawing/2014/main" id="{AA42A745-9907-45EF-9B18-E061ED71F0DB}"/>
              </a:ext>
            </a:extLst>
          </p:cNvPr>
          <p:cNvSpPr>
            <a:spLocks noGrp="1"/>
          </p:cNvSpPr>
          <p:nvPr>
            <p:ph type="body" sz="quarter" idx="111" hasCustomPrompt="1"/>
          </p:nvPr>
        </p:nvSpPr>
        <p:spPr>
          <a:xfrm>
            <a:off x="609602" y="6200775"/>
            <a:ext cx="9753597" cy="657225"/>
          </a:xfrm>
        </p:spPr>
        <p:txBody>
          <a:bodyPr lIns="0" bIns="72000" anchor="b" anchorCtr="0">
            <a:noAutofit/>
          </a:bodyPr>
          <a:lstStyle>
            <a:lvl1pPr>
              <a:lnSpc>
                <a:spcPct val="100000"/>
              </a:lnSpc>
              <a:spcAft>
                <a:spcPts val="300"/>
              </a:spcAft>
              <a:buNone/>
              <a:defRPr sz="800"/>
            </a:lvl1pPr>
          </a:lstStyle>
          <a:p>
            <a:pPr lvl="0"/>
            <a:r>
              <a:rPr lang="en-US" dirty="0"/>
              <a:t>Footnotes</a:t>
            </a:r>
          </a:p>
        </p:txBody>
      </p:sp>
      <p:sp>
        <p:nvSpPr>
          <p:cNvPr id="4" name="Date Placeholder 3">
            <a:extLst>
              <a:ext uri="{FF2B5EF4-FFF2-40B4-BE49-F238E27FC236}">
                <a16:creationId xmlns:a16="http://schemas.microsoft.com/office/drawing/2014/main" id="{C645BA28-9268-48CE-8962-39F56ADB8E1B}"/>
              </a:ext>
            </a:extLst>
          </p:cNvPr>
          <p:cNvSpPr>
            <a:spLocks noGrp="1"/>
          </p:cNvSpPr>
          <p:nvPr>
            <p:ph type="dt" sz="half" idx="24"/>
          </p:nvPr>
        </p:nvSpPr>
        <p:spPr/>
        <p:txBody>
          <a:bodyPr/>
          <a:lstStyle>
            <a:lvl1pPr>
              <a:lnSpc>
                <a:spcPct val="100000"/>
              </a:lnSpc>
              <a:defRPr/>
            </a:lvl1pPr>
          </a:lstStyle>
          <a:p>
            <a:endParaRPr lang="en-GB"/>
          </a:p>
        </p:txBody>
      </p:sp>
      <p:sp>
        <p:nvSpPr>
          <p:cNvPr id="19" name="Picture Placeholder 18">
            <a:extLst>
              <a:ext uri="{FF2B5EF4-FFF2-40B4-BE49-F238E27FC236}">
                <a16:creationId xmlns:a16="http://schemas.microsoft.com/office/drawing/2014/main" id="{1695E3A6-F648-449D-A3F5-AFFD89818C1F}"/>
              </a:ext>
            </a:extLst>
          </p:cNvPr>
          <p:cNvSpPr>
            <a:spLocks noGrp="1"/>
          </p:cNvSpPr>
          <p:nvPr>
            <p:ph type="pic" sz="quarter" idx="21" hasCustomPrompt="1"/>
          </p:nvPr>
        </p:nvSpPr>
        <p:spPr>
          <a:xfrm>
            <a:off x="609600" y="1470035"/>
            <a:ext cx="3251200" cy="221057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a:solidFill>
                  <a:schemeClr val="tx1"/>
                </a:solidFill>
                <a:latin typeface="+mj-lt"/>
              </a:defRPr>
            </a:lvl1pPr>
          </a:lstStyle>
          <a:p>
            <a:pPr lvl="0" algn="ctr"/>
            <a:r>
              <a:rPr lang="en-US" dirty="0"/>
              <a:t> </a:t>
            </a:r>
          </a:p>
        </p:txBody>
      </p:sp>
      <p:sp>
        <p:nvSpPr>
          <p:cNvPr id="10" name="Text Placeholder 9">
            <a:extLst>
              <a:ext uri="{FF2B5EF4-FFF2-40B4-BE49-F238E27FC236}">
                <a16:creationId xmlns:a16="http://schemas.microsoft.com/office/drawing/2014/main" id="{1BB83890-60A2-4CD7-8433-61AD833DB442}"/>
              </a:ext>
            </a:extLst>
          </p:cNvPr>
          <p:cNvSpPr>
            <a:spLocks noGrp="1"/>
          </p:cNvSpPr>
          <p:nvPr>
            <p:ph type="body" sz="quarter" idx="18" hasCustomPrompt="1"/>
          </p:nvPr>
        </p:nvSpPr>
        <p:spPr>
          <a:xfrm>
            <a:off x="609600" y="3834611"/>
            <a:ext cx="3251200" cy="2212166"/>
          </a:xfrm>
        </p:spPr>
        <p:txBody>
          <a:bodyPr/>
          <a:lstStyle>
            <a:lvl1pPr marL="0" indent="0" algn="ctr">
              <a:lnSpc>
                <a:spcPct val="100000"/>
              </a:lnSpc>
              <a:buNone/>
              <a:defRPr/>
            </a:lvl1pPr>
          </a:lstStyle>
          <a:p>
            <a:pPr lvl="0"/>
            <a:r>
              <a:rPr lang="en-US" dirty="0"/>
              <a:t>Supporting text goes here. Change shape to preferred background </a:t>
            </a:r>
            <a:r>
              <a:rPr lang="en-US" dirty="0" err="1"/>
              <a:t>colour</a:t>
            </a:r>
            <a:r>
              <a:rPr lang="en-US" dirty="0"/>
              <a:t> before inserting an icon. </a:t>
            </a:r>
          </a:p>
        </p:txBody>
      </p:sp>
      <p:sp>
        <p:nvSpPr>
          <p:cNvPr id="20" name="Picture Placeholder 18">
            <a:extLst>
              <a:ext uri="{FF2B5EF4-FFF2-40B4-BE49-F238E27FC236}">
                <a16:creationId xmlns:a16="http://schemas.microsoft.com/office/drawing/2014/main" id="{294EA0F6-AA52-4217-A12C-1EE4C8D0E632}"/>
              </a:ext>
            </a:extLst>
          </p:cNvPr>
          <p:cNvSpPr>
            <a:spLocks noGrp="1"/>
          </p:cNvSpPr>
          <p:nvPr>
            <p:ph type="pic" sz="quarter" idx="22" hasCustomPrompt="1"/>
          </p:nvPr>
        </p:nvSpPr>
        <p:spPr>
          <a:xfrm>
            <a:off x="4470400" y="1470035"/>
            <a:ext cx="3251200" cy="221057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dirty="0">
                <a:solidFill>
                  <a:schemeClr val="tx1"/>
                </a:solidFill>
                <a:latin typeface="+mj-lt"/>
              </a:defRPr>
            </a:lvl1pPr>
          </a:lstStyle>
          <a:p>
            <a:pPr lvl="0" algn="ctr"/>
            <a:r>
              <a:rPr lang="en-US"/>
              <a:t> </a:t>
            </a:r>
          </a:p>
        </p:txBody>
      </p:sp>
      <p:sp>
        <p:nvSpPr>
          <p:cNvPr id="21" name="Picture Placeholder 18">
            <a:extLst>
              <a:ext uri="{FF2B5EF4-FFF2-40B4-BE49-F238E27FC236}">
                <a16:creationId xmlns:a16="http://schemas.microsoft.com/office/drawing/2014/main" id="{1AD9650E-2955-437F-952D-0694E47BF67E}"/>
              </a:ext>
            </a:extLst>
          </p:cNvPr>
          <p:cNvSpPr>
            <a:spLocks noGrp="1"/>
          </p:cNvSpPr>
          <p:nvPr>
            <p:ph type="pic" sz="quarter" idx="23" hasCustomPrompt="1"/>
          </p:nvPr>
        </p:nvSpPr>
        <p:spPr>
          <a:xfrm>
            <a:off x="8331200" y="1470035"/>
            <a:ext cx="3251200" cy="22105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dirty="0">
                <a:solidFill>
                  <a:schemeClr val="tx1"/>
                </a:solidFill>
                <a:latin typeface="+mj-lt"/>
              </a:defRPr>
            </a:lvl1pPr>
          </a:lstStyle>
          <a:p>
            <a:pPr lvl="0" algn="ctr"/>
            <a:r>
              <a:rPr lang="en-US"/>
              <a:t> </a:t>
            </a:r>
          </a:p>
        </p:txBody>
      </p:sp>
      <p:sp>
        <p:nvSpPr>
          <p:cNvPr id="7" name="Slide Number Placeholder 6">
            <a:extLst>
              <a:ext uri="{FF2B5EF4-FFF2-40B4-BE49-F238E27FC236}">
                <a16:creationId xmlns:a16="http://schemas.microsoft.com/office/drawing/2014/main" id="{A183F930-38D6-455D-84C2-DD9D1E30FD41}"/>
              </a:ext>
            </a:extLst>
          </p:cNvPr>
          <p:cNvSpPr>
            <a:spLocks noGrp="1"/>
          </p:cNvSpPr>
          <p:nvPr>
            <p:ph type="sldNum" sz="quarter" idx="26"/>
          </p:nvPr>
        </p:nvSpPr>
        <p:spPr/>
        <p:txBody>
          <a:bodyPr/>
          <a:lstStyle>
            <a:lvl1pPr>
              <a:lnSpc>
                <a:spcPct val="100000"/>
              </a:lnSpc>
              <a:defRPr/>
            </a:lvl1pPr>
          </a:lstStyle>
          <a:p>
            <a:fld id="{F8E47D07-9D1E-4FE9-B31A-2F5863681021}" type="slidenum">
              <a:rPr lang="en-GB" smtClean="0"/>
              <a:pPr/>
              <a:t>‹#›</a:t>
            </a:fld>
            <a:endParaRPr lang="en-GB"/>
          </a:p>
        </p:txBody>
      </p:sp>
      <p:sp>
        <p:nvSpPr>
          <p:cNvPr id="12" name="Text Placeholder 9">
            <a:extLst>
              <a:ext uri="{FF2B5EF4-FFF2-40B4-BE49-F238E27FC236}">
                <a16:creationId xmlns:a16="http://schemas.microsoft.com/office/drawing/2014/main" id="{897F438E-420B-4461-8166-2D78133EC322}"/>
              </a:ext>
            </a:extLst>
          </p:cNvPr>
          <p:cNvSpPr>
            <a:spLocks noGrp="1"/>
          </p:cNvSpPr>
          <p:nvPr>
            <p:ph type="body" sz="quarter" idx="27" hasCustomPrompt="1"/>
          </p:nvPr>
        </p:nvSpPr>
        <p:spPr>
          <a:xfrm>
            <a:off x="4470400" y="3834611"/>
            <a:ext cx="3251200" cy="2212166"/>
          </a:xfrm>
        </p:spPr>
        <p:txBody>
          <a:bodyPr/>
          <a:lstStyle>
            <a:lvl1pPr marL="0" indent="0" algn="ctr">
              <a:lnSpc>
                <a:spcPct val="100000"/>
              </a:lnSpc>
              <a:buNone/>
              <a:defRPr/>
            </a:lvl1pPr>
          </a:lstStyle>
          <a:p>
            <a:pPr lvl="0"/>
            <a:r>
              <a:rPr lang="en-US" dirty="0"/>
              <a:t>Supporting text goes here. Change shape to preferred background </a:t>
            </a:r>
            <a:r>
              <a:rPr lang="en-US" dirty="0" err="1"/>
              <a:t>colour</a:t>
            </a:r>
            <a:r>
              <a:rPr lang="en-US" dirty="0"/>
              <a:t> before inserting an icon. </a:t>
            </a:r>
          </a:p>
        </p:txBody>
      </p:sp>
      <p:sp>
        <p:nvSpPr>
          <p:cNvPr id="13" name="Text Placeholder 9">
            <a:extLst>
              <a:ext uri="{FF2B5EF4-FFF2-40B4-BE49-F238E27FC236}">
                <a16:creationId xmlns:a16="http://schemas.microsoft.com/office/drawing/2014/main" id="{09ECF59E-500C-4172-89D4-A1C57F00AC7C}"/>
              </a:ext>
            </a:extLst>
          </p:cNvPr>
          <p:cNvSpPr>
            <a:spLocks noGrp="1"/>
          </p:cNvSpPr>
          <p:nvPr>
            <p:ph type="body" sz="quarter" idx="28" hasCustomPrompt="1"/>
          </p:nvPr>
        </p:nvSpPr>
        <p:spPr>
          <a:xfrm>
            <a:off x="8331200" y="3834611"/>
            <a:ext cx="3251200" cy="2212166"/>
          </a:xfrm>
        </p:spPr>
        <p:txBody>
          <a:bodyPr/>
          <a:lstStyle>
            <a:lvl1pPr marL="0" indent="0" algn="ctr">
              <a:lnSpc>
                <a:spcPct val="100000"/>
              </a:lnSpc>
              <a:buNone/>
              <a:defRPr/>
            </a:lvl1pPr>
          </a:lstStyle>
          <a:p>
            <a:pPr lvl="0"/>
            <a:r>
              <a:rPr lang="en-US" dirty="0"/>
              <a:t>Supporting text goes here. Change shape to preferred background </a:t>
            </a:r>
            <a:r>
              <a:rPr lang="en-US" dirty="0" err="1"/>
              <a:t>colour</a:t>
            </a:r>
            <a:r>
              <a:rPr lang="en-US" dirty="0"/>
              <a:t> before inserting an icon. </a:t>
            </a:r>
          </a:p>
        </p:txBody>
      </p:sp>
      <p:sp>
        <p:nvSpPr>
          <p:cNvPr id="18" name="Title 17">
            <a:extLst>
              <a:ext uri="{FF2B5EF4-FFF2-40B4-BE49-F238E27FC236}">
                <a16:creationId xmlns:a16="http://schemas.microsoft.com/office/drawing/2014/main" id="{8DE877E6-19A3-9CDB-6917-328A96A3D896}"/>
              </a:ext>
            </a:extLst>
          </p:cNvPr>
          <p:cNvSpPr>
            <a:spLocks noGrp="1"/>
          </p:cNvSpPr>
          <p:nvPr>
            <p:ph type="title" hasCustomPrompt="1"/>
          </p:nvPr>
        </p:nvSpPr>
        <p:spPr/>
        <p:txBody>
          <a:bodyPr/>
          <a:lstStyle/>
          <a:p>
            <a:r>
              <a:rPr lang="en-US" dirty="0"/>
              <a:t>Click to enter title here</a:t>
            </a:r>
          </a:p>
        </p:txBody>
      </p:sp>
    </p:spTree>
    <p:custDataLst>
      <p:tags r:id="rId1"/>
    </p:custDataLst>
    <p:extLst>
      <p:ext uri="{BB962C8B-B14F-4D97-AF65-F5344CB8AC3E}">
        <p14:creationId xmlns:p14="http://schemas.microsoft.com/office/powerpoint/2010/main" val="1256061854"/>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4 Value Points">
    <p:spTree>
      <p:nvGrpSpPr>
        <p:cNvPr id="1" name=""/>
        <p:cNvGrpSpPr/>
        <p:nvPr/>
      </p:nvGrpSpPr>
      <p:grpSpPr>
        <a:xfrm>
          <a:off x="0" y="0"/>
          <a:ext cx="0" cy="0"/>
          <a:chOff x="0" y="0"/>
          <a:chExt cx="0" cy="0"/>
        </a:xfrm>
      </p:grpSpPr>
      <p:sp>
        <p:nvSpPr>
          <p:cNvPr id="18" name="Text Placeholder 96">
            <a:extLst>
              <a:ext uri="{FF2B5EF4-FFF2-40B4-BE49-F238E27FC236}">
                <a16:creationId xmlns:a16="http://schemas.microsoft.com/office/drawing/2014/main" id="{6F65E95C-9C1A-45B9-A2D2-B58B0FB5236B}"/>
              </a:ext>
            </a:extLst>
          </p:cNvPr>
          <p:cNvSpPr>
            <a:spLocks noGrp="1"/>
          </p:cNvSpPr>
          <p:nvPr>
            <p:ph type="body" sz="quarter" idx="111" hasCustomPrompt="1"/>
          </p:nvPr>
        </p:nvSpPr>
        <p:spPr>
          <a:xfrm>
            <a:off x="609601" y="6200775"/>
            <a:ext cx="9753597" cy="657225"/>
          </a:xfrm>
        </p:spPr>
        <p:txBody>
          <a:bodyPr lIns="0" bIns="72000" anchor="b" anchorCtr="0">
            <a:noAutofit/>
          </a:bodyPr>
          <a:lstStyle>
            <a:lvl1pPr>
              <a:lnSpc>
                <a:spcPct val="100000"/>
              </a:lnSpc>
              <a:spcAft>
                <a:spcPts val="300"/>
              </a:spcAft>
              <a:buNone/>
              <a:defRPr sz="800"/>
            </a:lvl1pPr>
          </a:lstStyle>
          <a:p>
            <a:pPr lvl="0"/>
            <a:r>
              <a:rPr lang="en-US" dirty="0"/>
              <a:t>Footnotes</a:t>
            </a:r>
          </a:p>
        </p:txBody>
      </p:sp>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lvl1pPr>
              <a:lnSpc>
                <a:spcPct val="100000"/>
              </a:lnSpc>
              <a:defRPr/>
            </a:lvl1pPr>
          </a:lstStyle>
          <a:p>
            <a:endParaRPr lang="en-GB" dirty="0"/>
          </a:p>
        </p:txBody>
      </p:sp>
      <p:sp>
        <p:nvSpPr>
          <p:cNvPr id="19" name="Picture Placeholder 18">
            <a:extLst>
              <a:ext uri="{FF2B5EF4-FFF2-40B4-BE49-F238E27FC236}">
                <a16:creationId xmlns:a16="http://schemas.microsoft.com/office/drawing/2014/main" id="{1695E3A6-F648-449D-A3F5-AFFD89818C1F}"/>
              </a:ext>
            </a:extLst>
          </p:cNvPr>
          <p:cNvSpPr>
            <a:spLocks noGrp="1"/>
          </p:cNvSpPr>
          <p:nvPr>
            <p:ph type="pic" sz="quarter" idx="21" hasCustomPrompt="1"/>
          </p:nvPr>
        </p:nvSpPr>
        <p:spPr>
          <a:xfrm>
            <a:off x="609600" y="1470035"/>
            <a:ext cx="2514600" cy="221057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a:solidFill>
                  <a:schemeClr val="tx1"/>
                </a:solidFill>
                <a:latin typeface="+mj-lt"/>
              </a:defRPr>
            </a:lvl1pPr>
          </a:lstStyle>
          <a:p>
            <a:pPr lvl="0" algn="ctr"/>
            <a:r>
              <a:rPr lang="en-US"/>
              <a:t> </a:t>
            </a:r>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20" name="Picture Placeholder 18">
            <a:extLst>
              <a:ext uri="{FF2B5EF4-FFF2-40B4-BE49-F238E27FC236}">
                <a16:creationId xmlns:a16="http://schemas.microsoft.com/office/drawing/2014/main" id="{294EA0F6-AA52-4217-A12C-1EE4C8D0E632}"/>
              </a:ext>
            </a:extLst>
          </p:cNvPr>
          <p:cNvSpPr>
            <a:spLocks noGrp="1"/>
          </p:cNvSpPr>
          <p:nvPr>
            <p:ph type="pic" sz="quarter" idx="22" hasCustomPrompt="1"/>
          </p:nvPr>
        </p:nvSpPr>
        <p:spPr>
          <a:xfrm>
            <a:off x="3429000" y="1470035"/>
            <a:ext cx="2514600" cy="221057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dirty="0">
                <a:solidFill>
                  <a:schemeClr val="tx1"/>
                </a:solidFill>
                <a:latin typeface="+mj-lt"/>
              </a:defRPr>
            </a:lvl1pPr>
          </a:lstStyle>
          <a:p>
            <a:pPr lvl="0" algn="ctr"/>
            <a:r>
              <a:rPr lang="en-US"/>
              <a:t> </a:t>
            </a:r>
          </a:p>
        </p:txBody>
      </p:sp>
      <p:sp>
        <p:nvSpPr>
          <p:cNvPr id="21" name="Picture Placeholder 18">
            <a:extLst>
              <a:ext uri="{FF2B5EF4-FFF2-40B4-BE49-F238E27FC236}">
                <a16:creationId xmlns:a16="http://schemas.microsoft.com/office/drawing/2014/main" id="{1AD9650E-2955-437F-952D-0694E47BF67E}"/>
              </a:ext>
            </a:extLst>
          </p:cNvPr>
          <p:cNvSpPr>
            <a:spLocks noGrp="1"/>
          </p:cNvSpPr>
          <p:nvPr>
            <p:ph type="pic" sz="quarter" idx="23" hasCustomPrompt="1"/>
          </p:nvPr>
        </p:nvSpPr>
        <p:spPr>
          <a:xfrm>
            <a:off x="6248400" y="1470035"/>
            <a:ext cx="2514600" cy="22105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dirty="0">
                <a:solidFill>
                  <a:schemeClr val="tx1"/>
                </a:solidFill>
                <a:latin typeface="+mj-lt"/>
              </a:defRPr>
            </a:lvl1pPr>
          </a:lstStyle>
          <a:p>
            <a:pPr lvl="0" algn="ctr"/>
            <a:r>
              <a:rPr lang="en-US"/>
              <a:t> </a:t>
            </a:r>
          </a:p>
        </p:txBody>
      </p:sp>
      <p:sp>
        <p:nvSpPr>
          <p:cNvPr id="26" name="Picture Placeholder 18">
            <a:extLst>
              <a:ext uri="{FF2B5EF4-FFF2-40B4-BE49-F238E27FC236}">
                <a16:creationId xmlns:a16="http://schemas.microsoft.com/office/drawing/2014/main" id="{1B57E0F9-4409-404D-8624-8F353C89B7BF}"/>
              </a:ext>
            </a:extLst>
          </p:cNvPr>
          <p:cNvSpPr>
            <a:spLocks noGrp="1"/>
          </p:cNvSpPr>
          <p:nvPr>
            <p:ph type="pic" sz="quarter" idx="28" hasCustomPrompt="1"/>
          </p:nvPr>
        </p:nvSpPr>
        <p:spPr>
          <a:xfrm>
            <a:off x="9067800" y="1470035"/>
            <a:ext cx="2514600" cy="2210579"/>
          </a:xfrm>
          <a:prstGeom prst="rect">
            <a:avLst/>
          </a:prstGeom>
          <a:solidFill>
            <a:srgbClr val="D8DF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dirty="0">
                <a:solidFill>
                  <a:schemeClr val="tx1"/>
                </a:solidFill>
                <a:latin typeface="+mj-lt"/>
              </a:defRPr>
            </a:lvl1pPr>
          </a:lstStyle>
          <a:p>
            <a:pPr lvl="0" algn="ctr"/>
            <a:r>
              <a:rPr lang="en-US"/>
              <a:t> </a:t>
            </a:r>
          </a:p>
        </p:txBody>
      </p:sp>
      <p:sp>
        <p:nvSpPr>
          <p:cNvPr id="17" name="Text Placeholder 9">
            <a:extLst>
              <a:ext uri="{FF2B5EF4-FFF2-40B4-BE49-F238E27FC236}">
                <a16:creationId xmlns:a16="http://schemas.microsoft.com/office/drawing/2014/main" id="{31A1C981-C34F-4AC8-BCBC-EF60A8404DE9}"/>
              </a:ext>
            </a:extLst>
          </p:cNvPr>
          <p:cNvSpPr>
            <a:spLocks noGrp="1"/>
          </p:cNvSpPr>
          <p:nvPr>
            <p:ph type="body" sz="quarter" idx="18" hasCustomPrompt="1"/>
          </p:nvPr>
        </p:nvSpPr>
        <p:spPr>
          <a:xfrm>
            <a:off x="609600" y="3834611"/>
            <a:ext cx="2514600" cy="2212166"/>
          </a:xfrm>
        </p:spPr>
        <p:txBody>
          <a:bodyPr/>
          <a:lstStyle>
            <a:lvl1pPr marL="0" indent="0" algn="ctr">
              <a:lnSpc>
                <a:spcPct val="100000"/>
              </a:lnSpc>
              <a:buNone/>
              <a:defRPr sz="2000"/>
            </a:lvl1pPr>
          </a:lstStyle>
          <a:p>
            <a:pPr lvl="0"/>
            <a:r>
              <a:rPr lang="en-US" dirty="0"/>
              <a:t>Supporting text goes here. Change shape to preferred background </a:t>
            </a:r>
            <a:r>
              <a:rPr lang="en-US" dirty="0" err="1"/>
              <a:t>colour</a:t>
            </a:r>
            <a:r>
              <a:rPr lang="en-US" dirty="0"/>
              <a:t> before inserting an icon. </a:t>
            </a:r>
          </a:p>
        </p:txBody>
      </p:sp>
      <p:sp>
        <p:nvSpPr>
          <p:cNvPr id="14" name="Text Placeholder 9">
            <a:extLst>
              <a:ext uri="{FF2B5EF4-FFF2-40B4-BE49-F238E27FC236}">
                <a16:creationId xmlns:a16="http://schemas.microsoft.com/office/drawing/2014/main" id="{E6C688A6-EC75-41E6-89E3-785616D8821B}"/>
              </a:ext>
            </a:extLst>
          </p:cNvPr>
          <p:cNvSpPr>
            <a:spLocks noGrp="1"/>
          </p:cNvSpPr>
          <p:nvPr>
            <p:ph type="body" sz="quarter" idx="30" hasCustomPrompt="1"/>
          </p:nvPr>
        </p:nvSpPr>
        <p:spPr>
          <a:xfrm>
            <a:off x="3429000" y="3834611"/>
            <a:ext cx="2514600" cy="2212166"/>
          </a:xfrm>
        </p:spPr>
        <p:txBody>
          <a:bodyPr/>
          <a:lstStyle>
            <a:lvl1pPr marL="0" indent="0" algn="ctr">
              <a:lnSpc>
                <a:spcPct val="100000"/>
              </a:lnSpc>
              <a:buNone/>
              <a:defRPr sz="2000"/>
            </a:lvl1pPr>
          </a:lstStyle>
          <a:p>
            <a:pPr lvl="0"/>
            <a:r>
              <a:rPr lang="en-US" dirty="0"/>
              <a:t>Supporting text goes here. Change shape to preferred background </a:t>
            </a:r>
            <a:r>
              <a:rPr lang="en-US" dirty="0" err="1"/>
              <a:t>colour</a:t>
            </a:r>
            <a:r>
              <a:rPr lang="en-US" dirty="0"/>
              <a:t> before inserting an icon. </a:t>
            </a:r>
          </a:p>
        </p:txBody>
      </p:sp>
      <p:sp>
        <p:nvSpPr>
          <p:cNvPr id="15" name="Text Placeholder 9">
            <a:extLst>
              <a:ext uri="{FF2B5EF4-FFF2-40B4-BE49-F238E27FC236}">
                <a16:creationId xmlns:a16="http://schemas.microsoft.com/office/drawing/2014/main" id="{6349FDEF-1604-484C-9A37-E1053654FA00}"/>
              </a:ext>
            </a:extLst>
          </p:cNvPr>
          <p:cNvSpPr>
            <a:spLocks noGrp="1"/>
          </p:cNvSpPr>
          <p:nvPr>
            <p:ph type="body" sz="quarter" idx="31" hasCustomPrompt="1"/>
          </p:nvPr>
        </p:nvSpPr>
        <p:spPr>
          <a:xfrm>
            <a:off x="6248400" y="3834611"/>
            <a:ext cx="2514600" cy="2212166"/>
          </a:xfrm>
        </p:spPr>
        <p:txBody>
          <a:bodyPr/>
          <a:lstStyle>
            <a:lvl1pPr marL="0" indent="0" algn="ctr">
              <a:lnSpc>
                <a:spcPct val="100000"/>
              </a:lnSpc>
              <a:buNone/>
              <a:defRPr sz="2000"/>
            </a:lvl1pPr>
          </a:lstStyle>
          <a:p>
            <a:pPr lvl="0"/>
            <a:r>
              <a:rPr lang="en-US" dirty="0"/>
              <a:t>Supporting text goes here. Change shape to preferred background </a:t>
            </a:r>
            <a:r>
              <a:rPr lang="en-US" dirty="0" err="1"/>
              <a:t>colour</a:t>
            </a:r>
            <a:r>
              <a:rPr lang="en-US" dirty="0"/>
              <a:t> before inserting an icon. </a:t>
            </a:r>
          </a:p>
        </p:txBody>
      </p:sp>
      <p:sp>
        <p:nvSpPr>
          <p:cNvPr id="16" name="Text Placeholder 9">
            <a:extLst>
              <a:ext uri="{FF2B5EF4-FFF2-40B4-BE49-F238E27FC236}">
                <a16:creationId xmlns:a16="http://schemas.microsoft.com/office/drawing/2014/main" id="{10DF9533-79B3-42E2-8B9E-0451E535180B}"/>
              </a:ext>
            </a:extLst>
          </p:cNvPr>
          <p:cNvSpPr>
            <a:spLocks noGrp="1"/>
          </p:cNvSpPr>
          <p:nvPr>
            <p:ph type="body" sz="quarter" idx="32" hasCustomPrompt="1"/>
          </p:nvPr>
        </p:nvSpPr>
        <p:spPr>
          <a:xfrm>
            <a:off x="9067800" y="3834611"/>
            <a:ext cx="2514600" cy="2212166"/>
          </a:xfrm>
        </p:spPr>
        <p:txBody>
          <a:bodyPr/>
          <a:lstStyle>
            <a:lvl1pPr marL="0" indent="0" algn="ctr">
              <a:lnSpc>
                <a:spcPct val="100000"/>
              </a:lnSpc>
              <a:buNone/>
              <a:defRPr sz="2000"/>
            </a:lvl1pPr>
          </a:lstStyle>
          <a:p>
            <a:pPr lvl="0"/>
            <a:r>
              <a:rPr lang="en-US" dirty="0"/>
              <a:t>Supporting text goes here. Change shape to preferred background </a:t>
            </a:r>
            <a:r>
              <a:rPr lang="en-US" dirty="0" err="1"/>
              <a:t>colour</a:t>
            </a:r>
            <a:r>
              <a:rPr lang="en-US" dirty="0"/>
              <a:t> before inserting an icon. </a:t>
            </a:r>
          </a:p>
        </p:txBody>
      </p:sp>
      <p:sp>
        <p:nvSpPr>
          <p:cNvPr id="22" name="Title 21">
            <a:extLst>
              <a:ext uri="{FF2B5EF4-FFF2-40B4-BE49-F238E27FC236}">
                <a16:creationId xmlns:a16="http://schemas.microsoft.com/office/drawing/2014/main" id="{0FEAEA71-7FEF-7144-F5E1-53D6946C57EB}"/>
              </a:ext>
            </a:extLst>
          </p:cNvPr>
          <p:cNvSpPr>
            <a:spLocks noGrp="1"/>
          </p:cNvSpPr>
          <p:nvPr>
            <p:ph type="title" hasCustomPrompt="1"/>
          </p:nvPr>
        </p:nvSpPr>
        <p:spPr/>
        <p:txBody>
          <a:bodyPr/>
          <a:lstStyle/>
          <a:p>
            <a:r>
              <a:rPr lang="en-US" dirty="0"/>
              <a:t>Click to enter title here</a:t>
            </a:r>
          </a:p>
        </p:txBody>
      </p:sp>
    </p:spTree>
    <p:custDataLst>
      <p:tags r:id="rId1"/>
    </p:custDataLst>
    <p:extLst>
      <p:ext uri="{BB962C8B-B14F-4D97-AF65-F5344CB8AC3E}">
        <p14:creationId xmlns:p14="http://schemas.microsoft.com/office/powerpoint/2010/main" val="2036003932"/>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5 Value Points">
    <p:spTree>
      <p:nvGrpSpPr>
        <p:cNvPr id="1" name=""/>
        <p:cNvGrpSpPr/>
        <p:nvPr/>
      </p:nvGrpSpPr>
      <p:grpSpPr>
        <a:xfrm>
          <a:off x="0" y="0"/>
          <a:ext cx="0" cy="0"/>
          <a:chOff x="0" y="0"/>
          <a:chExt cx="0" cy="0"/>
        </a:xfrm>
      </p:grpSpPr>
      <p:sp>
        <p:nvSpPr>
          <p:cNvPr id="17" name="Text Placeholder 96">
            <a:extLst>
              <a:ext uri="{FF2B5EF4-FFF2-40B4-BE49-F238E27FC236}">
                <a16:creationId xmlns:a16="http://schemas.microsoft.com/office/drawing/2014/main" id="{E55FEA9E-88F1-4D2F-9402-729ADDB70C5C}"/>
              </a:ext>
            </a:extLst>
          </p:cNvPr>
          <p:cNvSpPr>
            <a:spLocks noGrp="1"/>
          </p:cNvSpPr>
          <p:nvPr>
            <p:ph type="body" sz="quarter" idx="111" hasCustomPrompt="1"/>
          </p:nvPr>
        </p:nvSpPr>
        <p:spPr>
          <a:xfrm>
            <a:off x="609600" y="6200775"/>
            <a:ext cx="9753600" cy="657225"/>
          </a:xfrm>
        </p:spPr>
        <p:txBody>
          <a:bodyPr lIns="0" bIns="72000" anchor="b" anchorCtr="0">
            <a:noAutofit/>
          </a:bodyPr>
          <a:lstStyle>
            <a:lvl1pPr>
              <a:lnSpc>
                <a:spcPct val="100000"/>
              </a:lnSpc>
              <a:spcAft>
                <a:spcPts val="300"/>
              </a:spcAft>
              <a:buNone/>
              <a:defRPr sz="800"/>
            </a:lvl1pPr>
          </a:lstStyle>
          <a:p>
            <a:pPr lvl="0"/>
            <a:r>
              <a:rPr lang="en-US" dirty="0"/>
              <a:t>Footnotes</a:t>
            </a:r>
          </a:p>
        </p:txBody>
      </p:sp>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lvl1pPr>
              <a:lnSpc>
                <a:spcPct val="100000"/>
              </a:lnSpc>
              <a:defRPr/>
            </a:lvl1pPr>
          </a:lstStyle>
          <a:p>
            <a:endParaRPr lang="en-GB"/>
          </a:p>
        </p:txBody>
      </p:sp>
      <p:sp>
        <p:nvSpPr>
          <p:cNvPr id="19" name="Picture Placeholder 18">
            <a:extLst>
              <a:ext uri="{FF2B5EF4-FFF2-40B4-BE49-F238E27FC236}">
                <a16:creationId xmlns:a16="http://schemas.microsoft.com/office/drawing/2014/main" id="{1695E3A6-F648-449D-A3F5-AFFD89818C1F}"/>
              </a:ext>
            </a:extLst>
          </p:cNvPr>
          <p:cNvSpPr>
            <a:spLocks noGrp="1"/>
          </p:cNvSpPr>
          <p:nvPr>
            <p:ph type="pic" sz="quarter" idx="21" hasCustomPrompt="1"/>
          </p:nvPr>
        </p:nvSpPr>
        <p:spPr>
          <a:xfrm>
            <a:off x="609600" y="1468437"/>
            <a:ext cx="1950720" cy="22105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a:solidFill>
                  <a:schemeClr val="tx1"/>
                </a:solidFill>
                <a:latin typeface="+mj-lt"/>
              </a:defRPr>
            </a:lvl1pPr>
          </a:lstStyle>
          <a:p>
            <a:pPr lvl="0" algn="ctr"/>
            <a:r>
              <a:rPr lang="en-US"/>
              <a:t> </a:t>
            </a:r>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20" name="Picture Placeholder 18">
            <a:extLst>
              <a:ext uri="{FF2B5EF4-FFF2-40B4-BE49-F238E27FC236}">
                <a16:creationId xmlns:a16="http://schemas.microsoft.com/office/drawing/2014/main" id="{294EA0F6-AA52-4217-A12C-1EE4C8D0E632}"/>
              </a:ext>
            </a:extLst>
          </p:cNvPr>
          <p:cNvSpPr>
            <a:spLocks noGrp="1"/>
          </p:cNvSpPr>
          <p:nvPr>
            <p:ph type="pic" sz="quarter" idx="22" hasCustomPrompt="1"/>
          </p:nvPr>
        </p:nvSpPr>
        <p:spPr>
          <a:xfrm>
            <a:off x="2865120" y="1468437"/>
            <a:ext cx="1950720" cy="221058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dirty="0">
                <a:solidFill>
                  <a:schemeClr val="tx1"/>
                </a:solidFill>
                <a:latin typeface="+mj-lt"/>
              </a:defRPr>
            </a:lvl1pPr>
          </a:lstStyle>
          <a:p>
            <a:pPr lvl="0" algn="ctr"/>
            <a:r>
              <a:rPr lang="en-US"/>
              <a:t> </a:t>
            </a:r>
          </a:p>
        </p:txBody>
      </p:sp>
      <p:sp>
        <p:nvSpPr>
          <p:cNvPr id="21" name="Picture Placeholder 18">
            <a:extLst>
              <a:ext uri="{FF2B5EF4-FFF2-40B4-BE49-F238E27FC236}">
                <a16:creationId xmlns:a16="http://schemas.microsoft.com/office/drawing/2014/main" id="{1AD9650E-2955-437F-952D-0694E47BF67E}"/>
              </a:ext>
            </a:extLst>
          </p:cNvPr>
          <p:cNvSpPr>
            <a:spLocks noGrp="1"/>
          </p:cNvSpPr>
          <p:nvPr>
            <p:ph type="pic" sz="quarter" idx="23" hasCustomPrompt="1"/>
          </p:nvPr>
        </p:nvSpPr>
        <p:spPr>
          <a:xfrm>
            <a:off x="5120640" y="1468437"/>
            <a:ext cx="1950720" cy="221058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dirty="0">
                <a:solidFill>
                  <a:schemeClr val="tx1"/>
                </a:solidFill>
                <a:latin typeface="+mj-lt"/>
              </a:defRPr>
            </a:lvl1pPr>
          </a:lstStyle>
          <a:p>
            <a:pPr lvl="0" algn="ctr"/>
            <a:r>
              <a:rPr lang="en-US"/>
              <a:t> </a:t>
            </a:r>
          </a:p>
        </p:txBody>
      </p:sp>
      <p:sp>
        <p:nvSpPr>
          <p:cNvPr id="26" name="Picture Placeholder 18">
            <a:extLst>
              <a:ext uri="{FF2B5EF4-FFF2-40B4-BE49-F238E27FC236}">
                <a16:creationId xmlns:a16="http://schemas.microsoft.com/office/drawing/2014/main" id="{1B57E0F9-4409-404D-8624-8F353C89B7BF}"/>
              </a:ext>
            </a:extLst>
          </p:cNvPr>
          <p:cNvSpPr>
            <a:spLocks noGrp="1"/>
          </p:cNvSpPr>
          <p:nvPr>
            <p:ph type="pic" sz="quarter" idx="28" hasCustomPrompt="1"/>
          </p:nvPr>
        </p:nvSpPr>
        <p:spPr>
          <a:xfrm>
            <a:off x="7376160" y="1468437"/>
            <a:ext cx="1950720" cy="22105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dirty="0">
                <a:solidFill>
                  <a:schemeClr val="tx1"/>
                </a:solidFill>
                <a:latin typeface="+mj-lt"/>
              </a:defRPr>
            </a:lvl1pPr>
          </a:lstStyle>
          <a:p>
            <a:pPr lvl="0" algn="ctr"/>
            <a:r>
              <a:rPr lang="en-US"/>
              <a:t> </a:t>
            </a:r>
          </a:p>
        </p:txBody>
      </p:sp>
      <p:sp>
        <p:nvSpPr>
          <p:cNvPr id="15" name="Picture Placeholder 18">
            <a:extLst>
              <a:ext uri="{FF2B5EF4-FFF2-40B4-BE49-F238E27FC236}">
                <a16:creationId xmlns:a16="http://schemas.microsoft.com/office/drawing/2014/main" id="{1DFC729E-ACCA-470B-9E2F-8BB96EC99FA7}"/>
              </a:ext>
            </a:extLst>
          </p:cNvPr>
          <p:cNvSpPr>
            <a:spLocks noGrp="1"/>
          </p:cNvSpPr>
          <p:nvPr>
            <p:ph type="pic" sz="quarter" idx="30" hasCustomPrompt="1"/>
          </p:nvPr>
        </p:nvSpPr>
        <p:spPr>
          <a:xfrm>
            <a:off x="9631680" y="1468437"/>
            <a:ext cx="1950720" cy="2210589"/>
          </a:xfrm>
          <a:prstGeom prst="rect">
            <a:avLst/>
          </a:prstGeom>
          <a:solidFill>
            <a:srgbClr val="D8DF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dirty="0">
                <a:solidFill>
                  <a:schemeClr val="tx1"/>
                </a:solidFill>
                <a:latin typeface="+mj-lt"/>
              </a:defRPr>
            </a:lvl1pPr>
          </a:lstStyle>
          <a:p>
            <a:pPr lvl="0" algn="ctr"/>
            <a:r>
              <a:rPr lang="en-US"/>
              <a:t> </a:t>
            </a:r>
          </a:p>
        </p:txBody>
      </p:sp>
      <p:sp>
        <p:nvSpPr>
          <p:cNvPr id="16" name="Text Placeholder 9">
            <a:extLst>
              <a:ext uri="{FF2B5EF4-FFF2-40B4-BE49-F238E27FC236}">
                <a16:creationId xmlns:a16="http://schemas.microsoft.com/office/drawing/2014/main" id="{D71BD9E1-B9EE-42D7-BC3C-DA841714C776}"/>
              </a:ext>
            </a:extLst>
          </p:cNvPr>
          <p:cNvSpPr>
            <a:spLocks noGrp="1"/>
          </p:cNvSpPr>
          <p:nvPr>
            <p:ph type="body" sz="quarter" idx="18" hasCustomPrompt="1"/>
          </p:nvPr>
        </p:nvSpPr>
        <p:spPr>
          <a:xfrm>
            <a:off x="609600" y="3834611"/>
            <a:ext cx="1950720" cy="2210567"/>
          </a:xfrm>
        </p:spPr>
        <p:txBody>
          <a:bodyPr/>
          <a:lstStyle>
            <a:lvl1pPr marL="0" indent="0" algn="ctr">
              <a:lnSpc>
                <a:spcPct val="100000"/>
              </a:lnSpc>
              <a:buNone/>
              <a:defRPr sz="2000"/>
            </a:lvl1pPr>
          </a:lstStyle>
          <a:p>
            <a:pPr lvl="0"/>
            <a:r>
              <a:rPr lang="en-US" dirty="0"/>
              <a:t>Supporting text goes here.</a:t>
            </a:r>
            <a:br>
              <a:rPr lang="en-US" dirty="0"/>
            </a:br>
            <a:r>
              <a:rPr lang="en-US" dirty="0"/>
              <a:t>Change lens to preferred background </a:t>
            </a:r>
            <a:r>
              <a:rPr lang="en-US" dirty="0" err="1"/>
              <a:t>colour</a:t>
            </a:r>
            <a:r>
              <a:rPr lang="en-US" dirty="0"/>
              <a:t> before inserting an icon. </a:t>
            </a:r>
          </a:p>
        </p:txBody>
      </p:sp>
      <p:sp>
        <p:nvSpPr>
          <p:cNvPr id="23" name="Text Placeholder 9">
            <a:extLst>
              <a:ext uri="{FF2B5EF4-FFF2-40B4-BE49-F238E27FC236}">
                <a16:creationId xmlns:a16="http://schemas.microsoft.com/office/drawing/2014/main" id="{6CCE0E71-4EE2-4453-811E-324C358A3D52}"/>
              </a:ext>
            </a:extLst>
          </p:cNvPr>
          <p:cNvSpPr>
            <a:spLocks noGrp="1"/>
          </p:cNvSpPr>
          <p:nvPr>
            <p:ph type="body" sz="quarter" idx="32" hasCustomPrompt="1"/>
          </p:nvPr>
        </p:nvSpPr>
        <p:spPr>
          <a:xfrm>
            <a:off x="2865120" y="3834611"/>
            <a:ext cx="1950720" cy="2210567"/>
          </a:xfrm>
        </p:spPr>
        <p:txBody>
          <a:bodyPr/>
          <a:lstStyle>
            <a:lvl1pPr marL="0" indent="0" algn="ctr">
              <a:lnSpc>
                <a:spcPct val="100000"/>
              </a:lnSpc>
              <a:buNone/>
              <a:defRPr sz="2000"/>
            </a:lvl1pPr>
          </a:lstStyle>
          <a:p>
            <a:pPr lvl="0"/>
            <a:r>
              <a:rPr lang="en-US" dirty="0"/>
              <a:t>Supporting text goes here.</a:t>
            </a:r>
            <a:br>
              <a:rPr lang="en-US" dirty="0"/>
            </a:br>
            <a:r>
              <a:rPr lang="en-US" dirty="0"/>
              <a:t>Change lens to preferred background </a:t>
            </a:r>
            <a:r>
              <a:rPr lang="en-US" dirty="0" err="1"/>
              <a:t>colour</a:t>
            </a:r>
            <a:r>
              <a:rPr lang="en-US" dirty="0"/>
              <a:t> before inserting an icon. </a:t>
            </a:r>
          </a:p>
        </p:txBody>
      </p:sp>
      <p:sp>
        <p:nvSpPr>
          <p:cNvPr id="24" name="Text Placeholder 9">
            <a:extLst>
              <a:ext uri="{FF2B5EF4-FFF2-40B4-BE49-F238E27FC236}">
                <a16:creationId xmlns:a16="http://schemas.microsoft.com/office/drawing/2014/main" id="{029DFBF2-A17F-4774-A847-25FC10C36767}"/>
              </a:ext>
            </a:extLst>
          </p:cNvPr>
          <p:cNvSpPr>
            <a:spLocks noGrp="1"/>
          </p:cNvSpPr>
          <p:nvPr>
            <p:ph type="body" sz="quarter" idx="33" hasCustomPrompt="1"/>
          </p:nvPr>
        </p:nvSpPr>
        <p:spPr>
          <a:xfrm>
            <a:off x="5120640" y="3834611"/>
            <a:ext cx="1950720" cy="2210567"/>
          </a:xfrm>
        </p:spPr>
        <p:txBody>
          <a:bodyPr/>
          <a:lstStyle>
            <a:lvl1pPr marL="0" indent="0" algn="ctr">
              <a:lnSpc>
                <a:spcPct val="100000"/>
              </a:lnSpc>
              <a:buNone/>
              <a:defRPr sz="2000"/>
            </a:lvl1pPr>
          </a:lstStyle>
          <a:p>
            <a:pPr lvl="0"/>
            <a:r>
              <a:rPr lang="en-US" dirty="0"/>
              <a:t>Supporting text goes here.</a:t>
            </a:r>
            <a:br>
              <a:rPr lang="en-US" dirty="0"/>
            </a:br>
            <a:r>
              <a:rPr lang="en-US" dirty="0"/>
              <a:t>Change lens to preferred background </a:t>
            </a:r>
            <a:r>
              <a:rPr lang="en-US" dirty="0" err="1"/>
              <a:t>colour</a:t>
            </a:r>
            <a:r>
              <a:rPr lang="en-US" dirty="0"/>
              <a:t> before inserting an icon. </a:t>
            </a:r>
          </a:p>
        </p:txBody>
      </p:sp>
      <p:sp>
        <p:nvSpPr>
          <p:cNvPr id="25" name="Text Placeholder 9">
            <a:extLst>
              <a:ext uri="{FF2B5EF4-FFF2-40B4-BE49-F238E27FC236}">
                <a16:creationId xmlns:a16="http://schemas.microsoft.com/office/drawing/2014/main" id="{D72086D3-E443-4D05-8160-29E2B792B70A}"/>
              </a:ext>
            </a:extLst>
          </p:cNvPr>
          <p:cNvSpPr>
            <a:spLocks noGrp="1"/>
          </p:cNvSpPr>
          <p:nvPr>
            <p:ph type="body" sz="quarter" idx="34" hasCustomPrompt="1"/>
          </p:nvPr>
        </p:nvSpPr>
        <p:spPr>
          <a:xfrm>
            <a:off x="7376160" y="3834611"/>
            <a:ext cx="1950720" cy="2210567"/>
          </a:xfrm>
        </p:spPr>
        <p:txBody>
          <a:bodyPr/>
          <a:lstStyle>
            <a:lvl1pPr marL="0" indent="0" algn="ctr">
              <a:lnSpc>
                <a:spcPct val="100000"/>
              </a:lnSpc>
              <a:buNone/>
              <a:defRPr sz="2000"/>
            </a:lvl1pPr>
          </a:lstStyle>
          <a:p>
            <a:pPr lvl="0"/>
            <a:r>
              <a:rPr lang="en-US" dirty="0"/>
              <a:t>Supporting text goes here.</a:t>
            </a:r>
            <a:br>
              <a:rPr lang="en-US" dirty="0"/>
            </a:br>
            <a:r>
              <a:rPr lang="en-US" dirty="0"/>
              <a:t>Change lens to preferred background </a:t>
            </a:r>
            <a:r>
              <a:rPr lang="en-US" dirty="0" err="1"/>
              <a:t>colour</a:t>
            </a:r>
            <a:r>
              <a:rPr lang="en-US" dirty="0"/>
              <a:t> before inserting an icon. </a:t>
            </a:r>
          </a:p>
        </p:txBody>
      </p:sp>
      <p:sp>
        <p:nvSpPr>
          <p:cNvPr id="27" name="Text Placeholder 9">
            <a:extLst>
              <a:ext uri="{FF2B5EF4-FFF2-40B4-BE49-F238E27FC236}">
                <a16:creationId xmlns:a16="http://schemas.microsoft.com/office/drawing/2014/main" id="{D7CFDA92-B7D3-45FE-997C-88AF5348E988}"/>
              </a:ext>
            </a:extLst>
          </p:cNvPr>
          <p:cNvSpPr>
            <a:spLocks noGrp="1"/>
          </p:cNvSpPr>
          <p:nvPr>
            <p:ph type="body" sz="quarter" idx="35" hasCustomPrompt="1"/>
          </p:nvPr>
        </p:nvSpPr>
        <p:spPr>
          <a:xfrm>
            <a:off x="9631680" y="3834611"/>
            <a:ext cx="1950720" cy="2210567"/>
          </a:xfrm>
        </p:spPr>
        <p:txBody>
          <a:bodyPr/>
          <a:lstStyle>
            <a:lvl1pPr marL="0" indent="0" algn="ctr">
              <a:lnSpc>
                <a:spcPct val="100000"/>
              </a:lnSpc>
              <a:buNone/>
              <a:defRPr sz="2000"/>
            </a:lvl1pPr>
          </a:lstStyle>
          <a:p>
            <a:pPr lvl="0"/>
            <a:r>
              <a:rPr lang="en-US" dirty="0"/>
              <a:t>Supporting text goes here.</a:t>
            </a:r>
            <a:br>
              <a:rPr lang="en-US" dirty="0"/>
            </a:br>
            <a:r>
              <a:rPr lang="en-US" dirty="0"/>
              <a:t>Change lens to preferred background </a:t>
            </a:r>
            <a:r>
              <a:rPr lang="en-US" dirty="0" err="1"/>
              <a:t>colour</a:t>
            </a:r>
            <a:r>
              <a:rPr lang="en-US" dirty="0"/>
              <a:t> before inserting an icon. </a:t>
            </a:r>
          </a:p>
        </p:txBody>
      </p:sp>
      <p:sp>
        <p:nvSpPr>
          <p:cNvPr id="31" name="Title 30">
            <a:extLst>
              <a:ext uri="{FF2B5EF4-FFF2-40B4-BE49-F238E27FC236}">
                <a16:creationId xmlns:a16="http://schemas.microsoft.com/office/drawing/2014/main" id="{53780E30-FF24-C3EC-27E9-F2A103A69583}"/>
              </a:ext>
            </a:extLst>
          </p:cNvPr>
          <p:cNvSpPr>
            <a:spLocks noGrp="1"/>
          </p:cNvSpPr>
          <p:nvPr>
            <p:ph type="title" hasCustomPrompt="1"/>
          </p:nvPr>
        </p:nvSpPr>
        <p:spPr/>
        <p:txBody>
          <a:bodyPr/>
          <a:lstStyle/>
          <a:p>
            <a:r>
              <a:rPr lang="en-US" dirty="0"/>
              <a:t>Click to enter title here</a:t>
            </a:r>
          </a:p>
        </p:txBody>
      </p:sp>
    </p:spTree>
    <p:custDataLst>
      <p:tags r:id="rId1"/>
    </p:custDataLst>
    <p:extLst>
      <p:ext uri="{BB962C8B-B14F-4D97-AF65-F5344CB8AC3E}">
        <p14:creationId xmlns:p14="http://schemas.microsoft.com/office/powerpoint/2010/main" val="1125640893"/>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END">
    <p:bg>
      <p:bgPr>
        <a:solidFill>
          <a:schemeClr val="tx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C22DA5D-EC7E-40C3-8862-3E3748AD6C3A}"/>
              </a:ext>
            </a:extLst>
          </p:cNvPr>
          <p:cNvSpPr txBox="1">
            <a:spLocks/>
          </p:cNvSpPr>
          <p:nvPr userDrawn="1"/>
        </p:nvSpPr>
        <p:spPr>
          <a:xfrm>
            <a:off x="1257304" y="769811"/>
            <a:ext cx="9677394" cy="5318379"/>
          </a:xfrm>
          <a:prstGeom prst="rect">
            <a:avLst/>
          </a:prstGeom>
        </p:spPr>
        <p:txBody>
          <a:bodyPr vert="horz" wrap="square" lIns="0" tIns="0" rIns="0" bIns="0" rtlCol="0" anchor="t">
            <a:spAutoFit/>
          </a:bodyPr>
          <a:lstStyle>
            <a:lvl1pPr algn="ctr" defTabSz="914400" rtl="0" eaLnBrk="1" latinLnBrk="0" hangingPunct="1">
              <a:lnSpc>
                <a:spcPct val="90000"/>
              </a:lnSpc>
              <a:spcBef>
                <a:spcPct val="0"/>
              </a:spcBef>
              <a:buNone/>
              <a:defRPr sz="6000" kern="1200">
                <a:solidFill>
                  <a:schemeClr val="bg1"/>
                </a:solidFill>
                <a:latin typeface="+mj-lt"/>
                <a:ea typeface="+mj-ea"/>
                <a:cs typeface="+mj-cs"/>
              </a:defRPr>
            </a:lvl1pPr>
          </a:lstStyle>
          <a:p>
            <a:pPr>
              <a:lnSpc>
                <a:spcPct val="90000"/>
              </a:lnSpc>
            </a:pPr>
            <a:r>
              <a:rPr lang="en-US" sz="9600" dirty="0"/>
              <a:t>Do not use layouts</a:t>
            </a:r>
            <a:br>
              <a:rPr lang="en-US" sz="9600" dirty="0"/>
            </a:br>
            <a:r>
              <a:rPr lang="en-US" sz="9600" dirty="0"/>
              <a:t>in this section appearing after this point. </a:t>
            </a:r>
          </a:p>
        </p:txBody>
      </p:sp>
      <p:sp>
        <p:nvSpPr>
          <p:cNvPr id="3" name="DO NOT DELETE (BRANDIN)">
            <a:extLst>
              <a:ext uri="{FF2B5EF4-FFF2-40B4-BE49-F238E27FC236}">
                <a16:creationId xmlns:a16="http://schemas.microsoft.com/office/drawing/2014/main" id="{FA623EFF-7CE7-F648-8FCD-6272DCC6DDEC}"/>
              </a:ext>
            </a:extLst>
          </p:cNvPr>
          <p:cNvSpPr/>
          <p:nvPr userDrawn="1"/>
        </p:nvSpPr>
        <p:spPr>
          <a:xfrm>
            <a:off x="152400" y="15240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20000"/>
              </a:lnSpc>
              <a:spcAft>
                <a:spcPts val="600"/>
              </a:spcAft>
            </a:pPr>
            <a:endParaRPr lang="en-US" dirty="0" err="1"/>
          </a:p>
        </p:txBody>
      </p:sp>
    </p:spTree>
    <p:custDataLst>
      <p:custData r:id="rId1"/>
      <p:tags r:id="rId2"/>
    </p:custDataLst>
    <p:extLst>
      <p:ext uri="{BB962C8B-B14F-4D97-AF65-F5344CB8AC3E}">
        <p14:creationId xmlns:p14="http://schemas.microsoft.com/office/powerpoint/2010/main" val="87534388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Key Statement Alternative 1">
    <p:bg>
      <p:bgPr>
        <a:solidFill>
          <a:schemeClr val="accent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66609751-3768-DF2E-D9AC-98074A4A96AF}"/>
              </a:ext>
            </a:extLst>
          </p:cNvPr>
          <p:cNvSpPr/>
          <p:nvPr userDrawn="1"/>
        </p:nvSpPr>
        <p:spPr>
          <a:xfrm>
            <a:off x="0" y="-1"/>
            <a:ext cx="609600" cy="685800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dirty="0" err="1"/>
          </a:p>
        </p:txBody>
      </p:sp>
      <p:sp>
        <p:nvSpPr>
          <p:cNvPr id="35" name="Picture Placeholder 34">
            <a:extLst>
              <a:ext uri="{FF2B5EF4-FFF2-40B4-BE49-F238E27FC236}">
                <a16:creationId xmlns:a16="http://schemas.microsoft.com/office/drawing/2014/main" id="{3AE41C11-E666-4A3A-8B9C-2D20733917DD}"/>
              </a:ext>
            </a:extLst>
          </p:cNvPr>
          <p:cNvSpPr>
            <a:spLocks noGrp="1"/>
          </p:cNvSpPr>
          <p:nvPr>
            <p:ph type="pic" sz="quarter" idx="36" hasCustomPrompt="1"/>
          </p:nvPr>
        </p:nvSpPr>
        <p:spPr>
          <a:xfrm>
            <a:off x="6096000" y="-1"/>
            <a:ext cx="6096000" cy="6858001"/>
          </a:xfrm>
          <a:prstGeom prst="rect">
            <a:avLst/>
          </a:prstGeom>
          <a:solidFill>
            <a:srgbClr val="D8DFDE"/>
          </a:solidFill>
        </p:spPr>
        <p:txBody>
          <a:bodyPr wrap="square" lIns="0" tIns="0" bIns="93600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sz="1600" b="1">
                <a:solidFill>
                  <a:schemeClr val="tx1"/>
                </a:solidFill>
              </a:defRPr>
            </a:lvl1pPr>
          </a:lstStyle>
          <a:p>
            <a:r>
              <a:rPr lang="en-US" dirty="0"/>
              <a:t>_______________________________</a:t>
            </a:r>
            <a:br>
              <a:rPr lang="en-US" dirty="0"/>
            </a:br>
            <a:br>
              <a:rPr lang="en-US" dirty="0"/>
            </a:br>
            <a:r>
              <a:rPr lang="en-US" dirty="0"/>
              <a:t>To add a brand image here:</a:t>
            </a:r>
            <a:br>
              <a:rPr lang="en-US" dirty="0"/>
            </a:br>
            <a:r>
              <a:rPr lang="en-US" dirty="0"/>
              <a:t>Select this placeholder and click </a:t>
            </a:r>
            <a:br>
              <a:rPr lang="en-US" dirty="0"/>
            </a:br>
            <a:r>
              <a:rPr lang="en-US" dirty="0"/>
              <a:t>Brand Pictures in </a:t>
            </a:r>
            <a:r>
              <a:rPr lang="en-US" dirty="0" err="1"/>
              <a:t>BrandIn</a:t>
            </a:r>
            <a:r>
              <a:rPr lang="en-US" dirty="0"/>
              <a:t>.</a:t>
            </a:r>
            <a:br>
              <a:rPr lang="en-US" dirty="0"/>
            </a:br>
            <a:br>
              <a:rPr lang="en-US" dirty="0"/>
            </a:br>
            <a:r>
              <a:rPr lang="en-US" dirty="0"/>
              <a:t>Clicking the icon will insert an </a:t>
            </a:r>
            <a:br>
              <a:rPr lang="en-US" dirty="0"/>
            </a:br>
            <a:r>
              <a:rPr lang="en-US" dirty="0"/>
              <a:t>image from your own files.</a:t>
            </a:r>
            <a:br>
              <a:rPr lang="en-US" dirty="0"/>
            </a:br>
            <a:br>
              <a:rPr lang="en-US" dirty="0"/>
            </a:br>
            <a:br>
              <a:rPr lang="en-US" dirty="0"/>
            </a:br>
            <a:br>
              <a:rPr lang="en-US" dirty="0"/>
            </a:br>
            <a:r>
              <a:rPr lang="en-US" dirty="0"/>
              <a:t>The image can then be scaled within </a:t>
            </a:r>
            <a:br>
              <a:rPr lang="en-US" dirty="0"/>
            </a:br>
            <a:r>
              <a:rPr lang="en-US" dirty="0"/>
              <a:t>the frame by using the Crop feature in </a:t>
            </a:r>
            <a:br>
              <a:rPr lang="en-US" dirty="0"/>
            </a:br>
            <a:r>
              <a:rPr lang="en-US" dirty="0"/>
              <a:t>the Picture Format tab of the ribbon.</a:t>
            </a:r>
            <a:br>
              <a:rPr lang="en-US" dirty="0"/>
            </a:br>
            <a:r>
              <a:rPr lang="en-US" dirty="0"/>
              <a:t>_______________________________</a:t>
            </a:r>
          </a:p>
        </p:txBody>
      </p:sp>
      <p:sp>
        <p:nvSpPr>
          <p:cNvPr id="2" name="Date Placeholder 1">
            <a:extLst>
              <a:ext uri="{FF2B5EF4-FFF2-40B4-BE49-F238E27FC236}">
                <a16:creationId xmlns:a16="http://schemas.microsoft.com/office/drawing/2014/main" id="{E465CAD3-E638-495B-86BB-AC828CDE2A8C}"/>
              </a:ext>
            </a:extLst>
          </p:cNvPr>
          <p:cNvSpPr>
            <a:spLocks noGrp="1"/>
          </p:cNvSpPr>
          <p:nvPr>
            <p:ph type="dt" sz="half" idx="15"/>
          </p:nvPr>
        </p:nvSpPr>
        <p:spPr/>
        <p:txBody>
          <a:bodyPr>
            <a:noAutofit/>
          </a:bodyPr>
          <a:lstStyle>
            <a:lvl1pPr>
              <a:lnSpc>
                <a:spcPct val="100000"/>
              </a:lnSpc>
              <a:defRPr>
                <a:solidFill>
                  <a:schemeClr val="bg1"/>
                </a:solidFill>
              </a:defRPr>
            </a:lvl1pPr>
          </a:lstStyle>
          <a:p>
            <a:endParaRPr lang="en-GB"/>
          </a:p>
        </p:txBody>
      </p:sp>
      <p:sp>
        <p:nvSpPr>
          <p:cNvPr id="11" name="Title 10">
            <a:extLst>
              <a:ext uri="{FF2B5EF4-FFF2-40B4-BE49-F238E27FC236}">
                <a16:creationId xmlns:a16="http://schemas.microsoft.com/office/drawing/2014/main" id="{72DF5099-62D1-4656-B26C-07955959FEF9}"/>
              </a:ext>
            </a:extLst>
          </p:cNvPr>
          <p:cNvSpPr>
            <a:spLocks noGrp="1"/>
          </p:cNvSpPr>
          <p:nvPr>
            <p:ph type="title" hasCustomPrompt="1"/>
          </p:nvPr>
        </p:nvSpPr>
        <p:spPr>
          <a:xfrm>
            <a:off x="609600" y="0"/>
            <a:ext cx="5486400" cy="6858000"/>
          </a:xfrm>
          <a:prstGeom prst="rect">
            <a:avLst/>
          </a:prstGeom>
          <a:solidFill>
            <a:schemeClr val="accent1"/>
          </a:solidFill>
        </p:spPr>
        <p:txBody>
          <a:bodyPr wrap="square" lIns="608400" tIns="608400" rIns="608400" anchor="t" anchorCtr="0">
            <a:normAutofit/>
          </a:bodyPr>
          <a:lstStyle>
            <a:lvl1pPr algn="l">
              <a:lnSpc>
                <a:spcPct val="100000"/>
              </a:lnSpc>
              <a:defRPr>
                <a:solidFill>
                  <a:schemeClr val="bg1"/>
                </a:solidFill>
              </a:defRPr>
            </a:lvl1pPr>
          </a:lstStyle>
          <a:p>
            <a:r>
              <a:rPr lang="en-US"/>
              <a:t>Click to add </a:t>
            </a:r>
            <a:br>
              <a:rPr lang="en-US"/>
            </a:br>
            <a:r>
              <a:rPr lang="en-US"/>
              <a:t>key statement</a:t>
            </a:r>
          </a:p>
        </p:txBody>
      </p:sp>
      <p:sp>
        <p:nvSpPr>
          <p:cNvPr id="5" name="Slide Number Placeholder 4">
            <a:extLst>
              <a:ext uri="{FF2B5EF4-FFF2-40B4-BE49-F238E27FC236}">
                <a16:creationId xmlns:a16="http://schemas.microsoft.com/office/drawing/2014/main" id="{D0F3331A-221C-4BB7-BE2C-92316653FCF1}"/>
              </a:ext>
            </a:extLst>
          </p:cNvPr>
          <p:cNvSpPr>
            <a:spLocks noGrp="1"/>
          </p:cNvSpPr>
          <p:nvPr>
            <p:ph type="sldNum" sz="quarter" idx="12"/>
          </p:nvPr>
        </p:nvSpPr>
        <p:spPr/>
        <p:txBody>
          <a:bodyPr>
            <a:noAutofit/>
          </a:bodyPr>
          <a:lstStyle>
            <a:lvl1pPr>
              <a:lnSpc>
                <a:spcPct val="100000"/>
              </a:lnSpc>
              <a:defRPr>
                <a:solidFill>
                  <a:schemeClr val="bg1"/>
                </a:solidFill>
              </a:defRPr>
            </a:lvl1pPr>
          </a:lstStyle>
          <a:p>
            <a:fld id="{F8E47D07-9D1E-4FE9-B31A-2F5863681021}" type="slidenum">
              <a:rPr lang="en-GB" smtClean="0"/>
              <a:pPr/>
              <a:t>‹#›</a:t>
            </a:fld>
            <a:endParaRPr lang="en-GB"/>
          </a:p>
        </p:txBody>
      </p:sp>
    </p:spTree>
    <p:custDataLst>
      <p:tags r:id="rId1"/>
    </p:custDataLst>
    <p:extLst>
      <p:ext uri="{BB962C8B-B14F-4D97-AF65-F5344CB8AC3E}">
        <p14:creationId xmlns:p14="http://schemas.microsoft.com/office/powerpoint/2010/main" val="325603727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Key Statement Alternative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7C80CC8-CC90-EB89-6F83-461192B0FFB4}"/>
              </a:ext>
            </a:extLst>
          </p:cNvPr>
          <p:cNvSpPr/>
          <p:nvPr userDrawn="1"/>
        </p:nvSpPr>
        <p:spPr>
          <a:xfrm>
            <a:off x="0" y="0"/>
            <a:ext cx="6096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dirty="0" err="1"/>
          </a:p>
        </p:txBody>
      </p:sp>
      <p:sp>
        <p:nvSpPr>
          <p:cNvPr id="8" name="Picture Placeholder 7">
            <a:extLst>
              <a:ext uri="{FF2B5EF4-FFF2-40B4-BE49-F238E27FC236}">
                <a16:creationId xmlns:a16="http://schemas.microsoft.com/office/drawing/2014/main" id="{AB5A9CEC-A00C-3897-A983-6DFF92EE7CB3}"/>
              </a:ext>
            </a:extLst>
          </p:cNvPr>
          <p:cNvSpPr>
            <a:spLocks noGrp="1"/>
          </p:cNvSpPr>
          <p:nvPr>
            <p:ph type="pic" sz="quarter" idx="36" hasCustomPrompt="1"/>
          </p:nvPr>
        </p:nvSpPr>
        <p:spPr>
          <a:xfrm>
            <a:off x="0" y="-1"/>
            <a:ext cx="12192000" cy="6858001"/>
          </a:xfrm>
          <a:custGeom>
            <a:avLst/>
            <a:gdLst>
              <a:gd name="connsiteX0" fmla="*/ 11803733 w 12192000"/>
              <a:gd name="connsiteY0" fmla="*/ 6429742 h 6858001"/>
              <a:gd name="connsiteX1" fmla="*/ 11782401 w 12192000"/>
              <a:gd name="connsiteY1" fmla="*/ 6454900 h 6858001"/>
              <a:gd name="connsiteX2" fmla="*/ 11837032 w 12192000"/>
              <a:gd name="connsiteY2" fmla="*/ 6533487 h 6858001"/>
              <a:gd name="connsiteX3" fmla="*/ 11894265 w 12192000"/>
              <a:gd name="connsiteY3" fmla="*/ 6526484 h 6858001"/>
              <a:gd name="connsiteX4" fmla="*/ 11895045 w 12192000"/>
              <a:gd name="connsiteY4" fmla="*/ 6522335 h 6858001"/>
              <a:gd name="connsiteX5" fmla="*/ 11899208 w 12192000"/>
              <a:gd name="connsiteY5" fmla="*/ 6494323 h 6858001"/>
              <a:gd name="connsiteX6" fmla="*/ 11865388 w 12192000"/>
              <a:gd name="connsiteY6" fmla="*/ 6479799 h 6858001"/>
              <a:gd name="connsiteX7" fmla="*/ 11867730 w 12192000"/>
              <a:gd name="connsiteY7" fmla="*/ 6515851 h 6858001"/>
              <a:gd name="connsiteX8" fmla="*/ 11867730 w 12192000"/>
              <a:gd name="connsiteY8" fmla="*/ 6520260 h 6858001"/>
              <a:gd name="connsiteX9" fmla="*/ 11851080 w 12192000"/>
              <a:gd name="connsiteY9" fmla="*/ 6531412 h 6858001"/>
              <a:gd name="connsiteX10" fmla="*/ 11795148 w 12192000"/>
              <a:gd name="connsiteY10" fmla="*/ 6448416 h 6858001"/>
              <a:gd name="connsiteX11" fmla="*/ 11796449 w 12192000"/>
              <a:gd name="connsiteY11" fmla="*/ 6447120 h 6858001"/>
              <a:gd name="connsiteX12" fmla="*/ 11797229 w 12192000"/>
              <a:gd name="connsiteY12" fmla="*/ 6447638 h 6858001"/>
              <a:gd name="connsiteX13" fmla="*/ 11797490 w 12192000"/>
              <a:gd name="connsiteY13" fmla="*/ 6447638 h 6858001"/>
              <a:gd name="connsiteX14" fmla="*/ 11865128 w 12192000"/>
              <a:gd name="connsiteY14" fmla="*/ 6475131 h 6858001"/>
              <a:gd name="connsiteX15" fmla="*/ 11899468 w 12192000"/>
              <a:gd name="connsiteY15" fmla="*/ 6489914 h 6858001"/>
              <a:gd name="connsiteX16" fmla="*/ 11926523 w 12192000"/>
              <a:gd name="connsiteY16" fmla="*/ 6502882 h 6858001"/>
              <a:gd name="connsiteX17" fmla="*/ 11938750 w 12192000"/>
              <a:gd name="connsiteY17" fmla="*/ 6519741 h 6858001"/>
              <a:gd name="connsiteX18" fmla="*/ 11786823 w 12192000"/>
              <a:gd name="connsiteY18" fmla="*/ 6632823 h 6858001"/>
              <a:gd name="connsiteX19" fmla="*/ 11786303 w 12192000"/>
              <a:gd name="connsiteY19" fmla="*/ 6633342 h 6858001"/>
              <a:gd name="connsiteX20" fmla="*/ 11785263 w 12192000"/>
              <a:gd name="connsiteY20" fmla="*/ 6634898 h 6858001"/>
              <a:gd name="connsiteX21" fmla="*/ 11785002 w 12192000"/>
              <a:gd name="connsiteY21" fmla="*/ 6635417 h 6858001"/>
              <a:gd name="connsiteX22" fmla="*/ 11780320 w 12192000"/>
              <a:gd name="connsiteY22" fmla="*/ 6649681 h 6858001"/>
              <a:gd name="connsiteX23" fmla="*/ 11799311 w 12192000"/>
              <a:gd name="connsiteY23" fmla="*/ 6673543 h 6858001"/>
              <a:gd name="connsiteX24" fmla="*/ 11812058 w 12192000"/>
              <a:gd name="connsiteY24" fmla="*/ 6675877 h 6858001"/>
              <a:gd name="connsiteX25" fmla="*/ 11814659 w 12192000"/>
              <a:gd name="connsiteY25" fmla="*/ 6676136 h 6858001"/>
              <a:gd name="connsiteX26" fmla="*/ 11940832 w 12192000"/>
              <a:gd name="connsiteY26" fmla="*/ 6651238 h 6858001"/>
              <a:gd name="connsiteX27" fmla="*/ 11950457 w 12192000"/>
              <a:gd name="connsiteY27" fmla="*/ 6625042 h 6858001"/>
              <a:gd name="connsiteX28" fmla="*/ 11906492 w 12192000"/>
              <a:gd name="connsiteY28" fmla="*/ 6599365 h 6858001"/>
              <a:gd name="connsiteX29" fmla="*/ 11897127 w 12192000"/>
              <a:gd name="connsiteY29" fmla="*/ 6605590 h 6858001"/>
              <a:gd name="connsiteX30" fmla="*/ 11932247 w 12192000"/>
              <a:gd name="connsiteY30" fmla="*/ 6628932 h 6858001"/>
              <a:gd name="connsiteX31" fmla="*/ 11930426 w 12192000"/>
              <a:gd name="connsiteY31" fmla="*/ 6632564 h 6858001"/>
              <a:gd name="connsiteX32" fmla="*/ 11928084 w 12192000"/>
              <a:gd name="connsiteY32" fmla="*/ 6632564 h 6858001"/>
              <a:gd name="connsiteX33" fmla="*/ 11850560 w 12192000"/>
              <a:gd name="connsiteY33" fmla="*/ 6637751 h 6858001"/>
              <a:gd name="connsiteX34" fmla="*/ 11843276 w 12192000"/>
              <a:gd name="connsiteY34" fmla="*/ 6638010 h 6858001"/>
              <a:gd name="connsiteX35" fmla="*/ 11855243 w 12192000"/>
              <a:gd name="connsiteY35" fmla="*/ 6628414 h 6858001"/>
              <a:gd name="connsiteX36" fmla="*/ 11978293 w 12192000"/>
              <a:gd name="connsiteY36" fmla="*/ 6546196 h 6858001"/>
              <a:gd name="connsiteX37" fmla="*/ 11948116 w 12192000"/>
              <a:gd name="connsiteY37" fmla="*/ 6467868 h 6858001"/>
              <a:gd name="connsiteX38" fmla="*/ 11803733 w 12192000"/>
              <a:gd name="connsiteY38" fmla="*/ 6429742 h 6858001"/>
              <a:gd name="connsiteX39" fmla="*/ 11866168 w 12192000"/>
              <a:gd name="connsiteY39" fmla="*/ 6319847 h 6858001"/>
              <a:gd name="connsiteX40" fmla="*/ 11748459 w 12192000"/>
              <a:gd name="connsiteY40" fmla="*/ 6424688 h 6858001"/>
              <a:gd name="connsiteX41" fmla="*/ 11704449 w 12192000"/>
              <a:gd name="connsiteY41" fmla="*/ 6493457 h 6858001"/>
              <a:gd name="connsiteX42" fmla="*/ 11722938 w 12192000"/>
              <a:gd name="connsiteY42" fmla="*/ 6514217 h 6858001"/>
              <a:gd name="connsiteX43" fmla="*/ 11844033 w 12192000"/>
              <a:gd name="connsiteY43" fmla="*/ 6576758 h 6858001"/>
              <a:gd name="connsiteX44" fmla="*/ 11853668 w 12192000"/>
              <a:gd name="connsiteY44" fmla="*/ 6570790 h 6858001"/>
              <a:gd name="connsiteX45" fmla="*/ 11746376 w 12192000"/>
              <a:gd name="connsiteY45" fmla="*/ 6511622 h 6858001"/>
              <a:gd name="connsiteX46" fmla="*/ 11729709 w 12192000"/>
              <a:gd name="connsiteY46" fmla="*/ 6496052 h 6858001"/>
              <a:gd name="connsiteX47" fmla="*/ 11759397 w 12192000"/>
              <a:gd name="connsiteY47" fmla="*/ 6464911 h 6858001"/>
              <a:gd name="connsiteX48" fmla="*/ 11775803 w 12192000"/>
              <a:gd name="connsiteY48" fmla="*/ 6448562 h 6858001"/>
              <a:gd name="connsiteX49" fmla="*/ 11777887 w 12192000"/>
              <a:gd name="connsiteY49" fmla="*/ 6431694 h 6858001"/>
              <a:gd name="connsiteX50" fmla="*/ 11799241 w 12192000"/>
              <a:gd name="connsiteY50" fmla="*/ 6424947 h 6858001"/>
              <a:gd name="connsiteX51" fmla="*/ 11827366 w 12192000"/>
              <a:gd name="connsiteY51" fmla="*/ 6396661 h 6858001"/>
              <a:gd name="connsiteX52" fmla="*/ 11850283 w 12192000"/>
              <a:gd name="connsiteY52" fmla="*/ 6378755 h 6858001"/>
              <a:gd name="connsiteX53" fmla="*/ 11856793 w 12192000"/>
              <a:gd name="connsiteY53" fmla="*/ 6391211 h 6858001"/>
              <a:gd name="connsiteX54" fmla="*/ 11861741 w 12192000"/>
              <a:gd name="connsiteY54" fmla="*/ 6436625 h 6858001"/>
              <a:gd name="connsiteX55" fmla="*/ 11900804 w 12192000"/>
              <a:gd name="connsiteY55" fmla="*/ 6447524 h 6858001"/>
              <a:gd name="connsiteX56" fmla="*/ 11866168 w 12192000"/>
              <a:gd name="connsiteY56" fmla="*/ 6319847 h 6858001"/>
              <a:gd name="connsiteX57" fmla="*/ 0 w 12192000"/>
              <a:gd name="connsiteY57" fmla="*/ 0 h 6858001"/>
              <a:gd name="connsiteX58" fmla="*/ 12192000 w 12192000"/>
              <a:gd name="connsiteY58" fmla="*/ 0 h 6858001"/>
              <a:gd name="connsiteX59" fmla="*/ 12192000 w 12192000"/>
              <a:gd name="connsiteY59" fmla="*/ 6858001 h 6858001"/>
              <a:gd name="connsiteX60" fmla="*/ 609601 w 12192000"/>
              <a:gd name="connsiteY60" fmla="*/ 6858001 h 6858001"/>
              <a:gd name="connsiteX61" fmla="*/ 609601 w 12192000"/>
              <a:gd name="connsiteY61" fmla="*/ 1 h 6858001"/>
              <a:gd name="connsiteX62" fmla="*/ 0 w 12192000"/>
              <a:gd name="connsiteY62"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2192000" h="6858001">
                <a:moveTo>
                  <a:pt x="11803733" y="6429742"/>
                </a:moveTo>
                <a:cubicBezTo>
                  <a:pt x="11782401" y="6426889"/>
                  <a:pt x="11773816" y="6434670"/>
                  <a:pt x="11782401" y="6454900"/>
                </a:cubicBezTo>
                <a:cubicBezTo>
                  <a:pt x="11791246" y="6474871"/>
                  <a:pt x="11813619" y="6508329"/>
                  <a:pt x="11837032" y="6533487"/>
                </a:cubicBezTo>
                <a:cubicBezTo>
                  <a:pt x="11860706" y="6558386"/>
                  <a:pt x="11886200" y="6565389"/>
                  <a:pt x="11894265" y="6526484"/>
                </a:cubicBezTo>
                <a:cubicBezTo>
                  <a:pt x="11894525" y="6525188"/>
                  <a:pt x="11894785" y="6523891"/>
                  <a:pt x="11895045" y="6522335"/>
                </a:cubicBezTo>
                <a:cubicBezTo>
                  <a:pt x="11896866" y="6512479"/>
                  <a:pt x="11898427" y="6502882"/>
                  <a:pt x="11899208" y="6494323"/>
                </a:cubicBezTo>
                <a:cubicBezTo>
                  <a:pt x="11888802" y="6489655"/>
                  <a:pt x="11877095" y="6484727"/>
                  <a:pt x="11865388" y="6479799"/>
                </a:cubicBezTo>
                <a:cubicBezTo>
                  <a:pt x="11866169" y="6488617"/>
                  <a:pt x="11867209" y="6503920"/>
                  <a:pt x="11867730" y="6515851"/>
                </a:cubicBezTo>
                <a:cubicBezTo>
                  <a:pt x="11867730" y="6517147"/>
                  <a:pt x="11867730" y="6518704"/>
                  <a:pt x="11867730" y="6520260"/>
                </a:cubicBezTo>
                <a:cubicBezTo>
                  <a:pt x="11868510" y="6539193"/>
                  <a:pt x="11862006" y="6539193"/>
                  <a:pt x="11851080" y="6531412"/>
                </a:cubicBezTo>
                <a:cubicBezTo>
                  <a:pt x="11838333" y="6522335"/>
                  <a:pt x="11799571" y="6471240"/>
                  <a:pt x="11795148" y="6448416"/>
                </a:cubicBezTo>
                <a:cubicBezTo>
                  <a:pt x="11794888" y="6447120"/>
                  <a:pt x="11795668" y="6446860"/>
                  <a:pt x="11796449" y="6447120"/>
                </a:cubicBezTo>
                <a:cubicBezTo>
                  <a:pt x="11796709" y="6447379"/>
                  <a:pt x="11796969" y="6447379"/>
                  <a:pt x="11797229" y="6447638"/>
                </a:cubicBezTo>
                <a:cubicBezTo>
                  <a:pt x="11797229" y="6447638"/>
                  <a:pt x="11797229" y="6447638"/>
                  <a:pt x="11797490" y="6447638"/>
                </a:cubicBezTo>
                <a:cubicBezTo>
                  <a:pt x="11806074" y="6451010"/>
                  <a:pt x="11835471" y="6462681"/>
                  <a:pt x="11865128" y="6475131"/>
                </a:cubicBezTo>
                <a:cubicBezTo>
                  <a:pt x="11876835" y="6480059"/>
                  <a:pt x="11888802" y="6485246"/>
                  <a:pt x="11899468" y="6489914"/>
                </a:cubicBezTo>
                <a:cubicBezTo>
                  <a:pt x="11910134" y="6494583"/>
                  <a:pt x="11919499" y="6499251"/>
                  <a:pt x="11926523" y="6502882"/>
                </a:cubicBezTo>
                <a:cubicBezTo>
                  <a:pt x="11939271" y="6509626"/>
                  <a:pt x="11944213" y="6514294"/>
                  <a:pt x="11938750" y="6519741"/>
                </a:cubicBezTo>
                <a:cubicBezTo>
                  <a:pt x="11912215" y="6546974"/>
                  <a:pt x="11818822" y="6585360"/>
                  <a:pt x="11786823" y="6632823"/>
                </a:cubicBezTo>
                <a:cubicBezTo>
                  <a:pt x="11786823" y="6632823"/>
                  <a:pt x="11786563" y="6633082"/>
                  <a:pt x="11786303" y="6633342"/>
                </a:cubicBezTo>
                <a:cubicBezTo>
                  <a:pt x="11786043" y="6633860"/>
                  <a:pt x="11785523" y="6634379"/>
                  <a:pt x="11785263" y="6634898"/>
                </a:cubicBezTo>
                <a:cubicBezTo>
                  <a:pt x="11785263" y="6635157"/>
                  <a:pt x="11785263" y="6635417"/>
                  <a:pt x="11785002" y="6635417"/>
                </a:cubicBezTo>
                <a:cubicBezTo>
                  <a:pt x="11783442" y="6638529"/>
                  <a:pt x="11781100" y="6643457"/>
                  <a:pt x="11780320" y="6649681"/>
                </a:cubicBezTo>
                <a:cubicBezTo>
                  <a:pt x="11779019" y="6660056"/>
                  <a:pt x="11784482" y="6669652"/>
                  <a:pt x="11799311" y="6673543"/>
                </a:cubicBezTo>
                <a:cubicBezTo>
                  <a:pt x="11803213" y="6674580"/>
                  <a:pt x="11807375" y="6675358"/>
                  <a:pt x="11812058" y="6675877"/>
                </a:cubicBezTo>
                <a:cubicBezTo>
                  <a:pt x="11812838" y="6676136"/>
                  <a:pt x="11813879" y="6676136"/>
                  <a:pt x="11814659" y="6676136"/>
                </a:cubicBezTo>
                <a:cubicBezTo>
                  <a:pt x="11843536" y="6677433"/>
                  <a:pt x="11918199" y="6661093"/>
                  <a:pt x="11940832" y="6651238"/>
                </a:cubicBezTo>
                <a:cubicBezTo>
                  <a:pt x="11964245" y="6640863"/>
                  <a:pt x="11957221" y="6630489"/>
                  <a:pt x="11950457" y="6625042"/>
                </a:cubicBezTo>
                <a:cubicBezTo>
                  <a:pt x="11945254" y="6620892"/>
                  <a:pt x="11919239" y="6606368"/>
                  <a:pt x="11906492" y="6599365"/>
                </a:cubicBezTo>
                <a:cubicBezTo>
                  <a:pt x="11903110" y="6601699"/>
                  <a:pt x="11900508" y="6603256"/>
                  <a:pt x="11897127" y="6605590"/>
                </a:cubicBezTo>
                <a:cubicBezTo>
                  <a:pt x="11918719" y="6618558"/>
                  <a:pt x="11927304" y="6625042"/>
                  <a:pt x="11932247" y="6628932"/>
                </a:cubicBezTo>
                <a:cubicBezTo>
                  <a:pt x="11934328" y="6630489"/>
                  <a:pt x="11933287" y="6632304"/>
                  <a:pt x="11930426" y="6632564"/>
                </a:cubicBezTo>
                <a:cubicBezTo>
                  <a:pt x="11929645" y="6632564"/>
                  <a:pt x="11928865" y="6632564"/>
                  <a:pt x="11928084" y="6632564"/>
                </a:cubicBezTo>
                <a:cubicBezTo>
                  <a:pt x="11907532" y="6634120"/>
                  <a:pt x="11868770" y="6636713"/>
                  <a:pt x="11850560" y="6637751"/>
                </a:cubicBezTo>
                <a:cubicBezTo>
                  <a:pt x="11847958" y="6638010"/>
                  <a:pt x="11844837" y="6638010"/>
                  <a:pt x="11843276" y="6638010"/>
                </a:cubicBezTo>
                <a:cubicBezTo>
                  <a:pt x="11847698" y="6633860"/>
                  <a:pt x="11852641" y="6630229"/>
                  <a:pt x="11855243" y="6628414"/>
                </a:cubicBezTo>
                <a:cubicBezTo>
                  <a:pt x="11894265" y="6600921"/>
                  <a:pt x="11959042" y="6562536"/>
                  <a:pt x="11978293" y="6546196"/>
                </a:cubicBezTo>
                <a:cubicBezTo>
                  <a:pt x="11992341" y="6534006"/>
                  <a:pt x="12030843" y="6496917"/>
                  <a:pt x="11948116" y="6467868"/>
                </a:cubicBezTo>
                <a:cubicBezTo>
                  <a:pt x="11924442" y="6459828"/>
                  <a:pt x="11865649" y="6438042"/>
                  <a:pt x="11803733" y="6429742"/>
                </a:cubicBezTo>
                <a:close/>
                <a:moveTo>
                  <a:pt x="11866168" y="6319847"/>
                </a:moveTo>
                <a:cubicBezTo>
                  <a:pt x="11846116" y="6317252"/>
                  <a:pt x="11815908" y="6342424"/>
                  <a:pt x="11748459" y="6424688"/>
                </a:cubicBezTo>
                <a:cubicBezTo>
                  <a:pt x="11735959" y="6439739"/>
                  <a:pt x="11706792" y="6476589"/>
                  <a:pt x="11704449" y="6493457"/>
                </a:cubicBezTo>
                <a:cubicBezTo>
                  <a:pt x="11702886" y="6505394"/>
                  <a:pt x="11715647" y="6510584"/>
                  <a:pt x="11722938" y="6514217"/>
                </a:cubicBezTo>
                <a:cubicBezTo>
                  <a:pt x="11729709" y="6517850"/>
                  <a:pt x="11807835" y="6556517"/>
                  <a:pt x="11844033" y="6576758"/>
                </a:cubicBezTo>
                <a:cubicBezTo>
                  <a:pt x="11847158" y="6574682"/>
                  <a:pt x="11850283" y="6572606"/>
                  <a:pt x="11853668" y="6570790"/>
                </a:cubicBezTo>
                <a:cubicBezTo>
                  <a:pt x="11832054" y="6559112"/>
                  <a:pt x="11771116" y="6526414"/>
                  <a:pt x="11746376" y="6511622"/>
                </a:cubicBezTo>
                <a:cubicBezTo>
                  <a:pt x="11736220" y="6505654"/>
                  <a:pt x="11729188" y="6500723"/>
                  <a:pt x="11729709" y="6496052"/>
                </a:cubicBezTo>
                <a:cubicBezTo>
                  <a:pt x="11730490" y="6490343"/>
                  <a:pt x="11745334" y="6478924"/>
                  <a:pt x="11759397" y="6464911"/>
                </a:cubicBezTo>
                <a:cubicBezTo>
                  <a:pt x="11763043" y="6461278"/>
                  <a:pt x="11769032" y="6455309"/>
                  <a:pt x="11775803" y="6448562"/>
                </a:cubicBezTo>
                <a:cubicBezTo>
                  <a:pt x="11773980" y="6441556"/>
                  <a:pt x="11774761" y="6435846"/>
                  <a:pt x="11777887" y="6431694"/>
                </a:cubicBezTo>
                <a:cubicBezTo>
                  <a:pt x="11781793" y="6426504"/>
                  <a:pt x="11788824" y="6424428"/>
                  <a:pt x="11799241" y="6424947"/>
                </a:cubicBezTo>
                <a:cubicBezTo>
                  <a:pt x="11812001" y="6412231"/>
                  <a:pt x="11823460" y="6400813"/>
                  <a:pt x="11827366" y="6396661"/>
                </a:cubicBezTo>
                <a:cubicBezTo>
                  <a:pt x="11836481" y="6387578"/>
                  <a:pt x="11846116" y="6378236"/>
                  <a:pt x="11850283" y="6378755"/>
                </a:cubicBezTo>
                <a:cubicBezTo>
                  <a:pt x="11853668" y="6379274"/>
                  <a:pt x="11855491" y="6382388"/>
                  <a:pt x="11856793" y="6391211"/>
                </a:cubicBezTo>
                <a:cubicBezTo>
                  <a:pt x="11857835" y="6398997"/>
                  <a:pt x="11860439" y="6421574"/>
                  <a:pt x="11861741" y="6436625"/>
                </a:cubicBezTo>
                <a:cubicBezTo>
                  <a:pt x="11875804" y="6439999"/>
                  <a:pt x="11888825" y="6443891"/>
                  <a:pt x="11900804" y="6447524"/>
                </a:cubicBezTo>
                <a:cubicBezTo>
                  <a:pt x="11899241" y="6344500"/>
                  <a:pt x="11887523" y="6322702"/>
                  <a:pt x="11866168" y="6319847"/>
                </a:cubicBezTo>
                <a:close/>
                <a:moveTo>
                  <a:pt x="0" y="0"/>
                </a:moveTo>
                <a:lnTo>
                  <a:pt x="12192000" y="0"/>
                </a:lnTo>
                <a:lnTo>
                  <a:pt x="12192000" y="6858001"/>
                </a:lnTo>
                <a:lnTo>
                  <a:pt x="609601" y="6858001"/>
                </a:lnTo>
                <a:lnTo>
                  <a:pt x="609601" y="1"/>
                </a:lnTo>
                <a:lnTo>
                  <a:pt x="0" y="1"/>
                </a:lnTo>
                <a:close/>
              </a:path>
            </a:pathLst>
          </a:custGeom>
          <a:solidFill>
            <a:schemeClr val="bg2"/>
          </a:solidFill>
        </p:spPr>
        <p:txBody>
          <a:bodyPr wrap="square" lIns="6588000" tIns="0" rIns="0" bIns="972000" anchor="ctr" anchorCtr="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600" b="1">
                <a:solidFill>
                  <a:schemeClr val="bg1"/>
                </a:solidFill>
              </a:defRPr>
            </a:lvl1pPr>
          </a:lstStyle>
          <a:p>
            <a:r>
              <a:rPr lang="en-US" dirty="0"/>
              <a:t>_______________________________</a:t>
            </a:r>
            <a:br>
              <a:rPr lang="en-US" dirty="0"/>
            </a:br>
            <a:br>
              <a:rPr lang="en-US" dirty="0"/>
            </a:br>
            <a:r>
              <a:rPr lang="en-US" dirty="0"/>
              <a:t>To add a brand image here:</a:t>
            </a:r>
            <a:br>
              <a:rPr lang="en-US" dirty="0"/>
            </a:br>
            <a:r>
              <a:rPr lang="en-US" dirty="0"/>
              <a:t>Select this placeholder and click </a:t>
            </a:r>
            <a:br>
              <a:rPr lang="en-US" dirty="0"/>
            </a:br>
            <a:r>
              <a:rPr lang="en-US" dirty="0"/>
              <a:t>Brand Pictures in </a:t>
            </a:r>
            <a:r>
              <a:rPr lang="en-US" dirty="0" err="1"/>
              <a:t>BrandIn</a:t>
            </a:r>
            <a:r>
              <a:rPr lang="en-US" dirty="0"/>
              <a:t>.</a:t>
            </a:r>
            <a:br>
              <a:rPr lang="en-US" dirty="0"/>
            </a:br>
            <a:br>
              <a:rPr lang="en-US" dirty="0"/>
            </a:br>
            <a:r>
              <a:rPr lang="en-US" dirty="0"/>
              <a:t>Clicking the icon will insert an </a:t>
            </a:r>
            <a:br>
              <a:rPr lang="en-US" dirty="0"/>
            </a:br>
            <a:r>
              <a:rPr lang="en-US" dirty="0"/>
              <a:t>image from your own files.</a:t>
            </a:r>
            <a:br>
              <a:rPr lang="en-US" dirty="0"/>
            </a:br>
            <a:br>
              <a:rPr lang="en-US" dirty="0"/>
            </a:br>
            <a:br>
              <a:rPr lang="en-US" dirty="0"/>
            </a:br>
            <a:br>
              <a:rPr lang="en-US" dirty="0"/>
            </a:br>
            <a:r>
              <a:rPr lang="en-US" dirty="0"/>
              <a:t>The image can then be scaled within </a:t>
            </a:r>
            <a:br>
              <a:rPr lang="en-US" dirty="0"/>
            </a:br>
            <a:r>
              <a:rPr lang="en-US" dirty="0"/>
              <a:t>the frame by using the Crop feature in </a:t>
            </a:r>
            <a:br>
              <a:rPr lang="en-US" dirty="0"/>
            </a:br>
            <a:r>
              <a:rPr lang="en-US" dirty="0"/>
              <a:t>the Picture Format tab of the ribbon.</a:t>
            </a:r>
            <a:br>
              <a:rPr lang="en-US" dirty="0"/>
            </a:br>
            <a:r>
              <a:rPr lang="en-US" dirty="0"/>
              <a:t>_______________________________</a:t>
            </a:r>
          </a:p>
        </p:txBody>
      </p:sp>
      <p:sp>
        <p:nvSpPr>
          <p:cNvPr id="3" name="Date Placeholder 2">
            <a:extLst>
              <a:ext uri="{FF2B5EF4-FFF2-40B4-BE49-F238E27FC236}">
                <a16:creationId xmlns:a16="http://schemas.microsoft.com/office/drawing/2014/main" id="{FE4832AD-985D-4D13-ADFF-E382CC2CA7F2}"/>
              </a:ext>
            </a:extLst>
          </p:cNvPr>
          <p:cNvSpPr>
            <a:spLocks noGrp="1"/>
          </p:cNvSpPr>
          <p:nvPr>
            <p:ph type="dt" sz="half" idx="10"/>
          </p:nvPr>
        </p:nvSpPr>
        <p:spPr/>
        <p:txBody>
          <a:bodyPr/>
          <a:lstStyle>
            <a:lvl1pPr>
              <a:lnSpc>
                <a:spcPct val="100000"/>
              </a:lnSpc>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DB8C36B2-DE1A-4EDF-9151-6195BF6EA0DD}"/>
              </a:ext>
            </a:extLst>
          </p:cNvPr>
          <p:cNvSpPr>
            <a:spLocks noGrp="1"/>
          </p:cNvSpPr>
          <p:nvPr>
            <p:ph type="sldNum" sz="quarter" idx="16"/>
          </p:nvPr>
        </p:nvSpPr>
        <p:spPr/>
        <p:txBody>
          <a:bodyPr/>
          <a:lstStyle>
            <a:lvl1pPr>
              <a:lnSpc>
                <a:spcPct val="100000"/>
              </a:lnSpc>
              <a:defRPr>
                <a:solidFill>
                  <a:schemeClr val="bg1"/>
                </a:solidFill>
              </a:defRPr>
            </a:lvl1pPr>
          </a:lstStyle>
          <a:p>
            <a:fld id="{F8E47D07-9D1E-4FE9-B31A-2F5863681021}" type="slidenum">
              <a:rPr lang="en-GB" smtClean="0"/>
              <a:pPr/>
              <a:t>‹#›</a:t>
            </a:fld>
            <a:endParaRPr lang="en-GB"/>
          </a:p>
        </p:txBody>
      </p:sp>
      <p:sp>
        <p:nvSpPr>
          <p:cNvPr id="11" name="Title 10">
            <a:extLst>
              <a:ext uri="{FF2B5EF4-FFF2-40B4-BE49-F238E27FC236}">
                <a16:creationId xmlns:a16="http://schemas.microsoft.com/office/drawing/2014/main" id="{3A7F1880-4AC1-4D46-9996-85279490A2EA}"/>
              </a:ext>
            </a:extLst>
          </p:cNvPr>
          <p:cNvSpPr>
            <a:spLocks noGrp="1"/>
          </p:cNvSpPr>
          <p:nvPr>
            <p:ph type="title" hasCustomPrompt="1"/>
          </p:nvPr>
        </p:nvSpPr>
        <p:spPr>
          <a:xfrm>
            <a:off x="1219200" y="0"/>
            <a:ext cx="4267200" cy="6858000"/>
          </a:xfrm>
          <a:prstGeom prst="rect">
            <a:avLst/>
          </a:prstGeom>
          <a:noFill/>
          <a:effectLst/>
        </p:spPr>
        <p:txBody>
          <a:bodyPr wrap="square" lIns="0" tIns="0" rIns="0" bIns="0" anchor="ctr" anchorCtr="0">
            <a:normAutofit/>
          </a:bodyPr>
          <a:lstStyle>
            <a:lvl1pPr algn="l">
              <a:lnSpc>
                <a:spcPct val="100000"/>
              </a:lnSpc>
              <a:defRPr sz="4800" baseline="0">
                <a:solidFill>
                  <a:schemeClr val="bg1"/>
                </a:solidFill>
                <a:effectLst>
                  <a:outerShdw blurRad="241300" sx="101000" sy="101000" algn="ctr" rotWithShape="0">
                    <a:prstClr val="black">
                      <a:alpha val="40000"/>
                    </a:prstClr>
                  </a:outerShdw>
                </a:effectLst>
              </a:defRPr>
            </a:lvl1pPr>
          </a:lstStyle>
          <a:p>
            <a:r>
              <a:rPr lang="en-US" dirty="0"/>
              <a:t>Click to add </a:t>
            </a:r>
            <a:br>
              <a:rPr lang="en-US" dirty="0"/>
            </a:br>
            <a:r>
              <a:rPr lang="en-US" dirty="0"/>
              <a:t>key statement</a:t>
            </a:r>
          </a:p>
        </p:txBody>
      </p:sp>
    </p:spTree>
    <p:custDataLst>
      <p:tags r:id="rId1"/>
    </p:custDataLst>
    <p:extLst>
      <p:ext uri="{BB962C8B-B14F-4D97-AF65-F5344CB8AC3E}">
        <p14:creationId xmlns:p14="http://schemas.microsoft.com/office/powerpoint/2010/main" val="216362570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Key Statement Alternative 3">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27E92E2-B66F-49A8-A639-B009FB80E817}"/>
              </a:ext>
            </a:extLst>
          </p:cNvPr>
          <p:cNvSpPr>
            <a:spLocks noGrp="1"/>
          </p:cNvSpPr>
          <p:nvPr>
            <p:ph type="pic" sz="quarter" idx="13" hasCustomPrompt="1"/>
          </p:nvPr>
        </p:nvSpPr>
        <p:spPr>
          <a:xfrm>
            <a:off x="1" y="0"/>
            <a:ext cx="5486399" cy="6858000"/>
          </a:xfrm>
          <a:prstGeom prst="rect">
            <a:avLst/>
          </a:prstGeom>
          <a:solidFill>
            <a:srgbClr val="D8DFDE"/>
          </a:solidFill>
        </p:spPr>
        <p:txBody>
          <a:bodyPr wrap="square" tIns="360000" bIns="1368000" anchor="ctr" anchorCtr="0">
            <a:noAutofit/>
          </a:bodyPr>
          <a:lstStyle>
            <a:lvl1pPr marL="0" indent="0" algn="ctr">
              <a:lnSpc>
                <a:spcPct val="100000"/>
              </a:lnSpc>
              <a:spcAft>
                <a:spcPts val="0"/>
              </a:spcAft>
              <a:buNone/>
              <a:defRPr sz="1600" b="1">
                <a:solidFill>
                  <a:schemeClr val="tx1"/>
                </a:solidFill>
              </a:defRPr>
            </a:lvl1pPr>
          </a:lstStyle>
          <a:p>
            <a:r>
              <a:rPr lang="en-US" dirty="0"/>
              <a:t>_______________________________</a:t>
            </a:r>
            <a:br>
              <a:rPr lang="en-US" dirty="0"/>
            </a:br>
            <a:br>
              <a:rPr lang="en-US" dirty="0"/>
            </a:br>
            <a:r>
              <a:rPr lang="en-US" dirty="0"/>
              <a:t>To add a brand image here:</a:t>
            </a:r>
            <a:br>
              <a:rPr lang="en-US" dirty="0"/>
            </a:br>
            <a:r>
              <a:rPr lang="en-US" dirty="0"/>
              <a:t>Select this placeholder and click </a:t>
            </a:r>
            <a:br>
              <a:rPr lang="en-US" dirty="0"/>
            </a:br>
            <a:r>
              <a:rPr lang="en-US" dirty="0"/>
              <a:t>Brand Pictures in </a:t>
            </a:r>
            <a:r>
              <a:rPr lang="en-US" dirty="0" err="1"/>
              <a:t>BrandIn</a:t>
            </a:r>
            <a:r>
              <a:rPr lang="en-US" dirty="0"/>
              <a:t>.</a:t>
            </a:r>
            <a:br>
              <a:rPr lang="en-US" dirty="0"/>
            </a:br>
            <a:br>
              <a:rPr lang="en-US" dirty="0"/>
            </a:br>
            <a:r>
              <a:rPr lang="en-US" dirty="0"/>
              <a:t>Clicking the icon will insert an </a:t>
            </a:r>
            <a:br>
              <a:rPr lang="en-US" dirty="0"/>
            </a:br>
            <a:r>
              <a:rPr lang="en-US" dirty="0"/>
              <a:t>image from your own files.</a:t>
            </a:r>
            <a:br>
              <a:rPr lang="en-US" dirty="0"/>
            </a:br>
            <a:br>
              <a:rPr lang="en-US" dirty="0"/>
            </a:br>
            <a:br>
              <a:rPr lang="en-US" dirty="0"/>
            </a:br>
            <a:br>
              <a:rPr lang="en-US" dirty="0"/>
            </a:br>
            <a:r>
              <a:rPr lang="en-US" dirty="0"/>
              <a:t>The image can then be scaled within </a:t>
            </a:r>
            <a:br>
              <a:rPr lang="en-US" dirty="0"/>
            </a:br>
            <a:r>
              <a:rPr lang="en-US" dirty="0"/>
              <a:t>the frame by using the Crop feature in </a:t>
            </a:r>
            <a:br>
              <a:rPr lang="en-US" dirty="0"/>
            </a:br>
            <a:r>
              <a:rPr lang="en-US" dirty="0"/>
              <a:t>the Picture Format tab of the ribbon.</a:t>
            </a:r>
            <a:br>
              <a:rPr lang="en-US" dirty="0"/>
            </a:br>
            <a:r>
              <a:rPr lang="en-US" dirty="0"/>
              <a:t>_______________________________</a:t>
            </a:r>
          </a:p>
        </p:txBody>
      </p:sp>
      <p:sp>
        <p:nvSpPr>
          <p:cNvPr id="2" name="Title 1">
            <a:extLst>
              <a:ext uri="{FF2B5EF4-FFF2-40B4-BE49-F238E27FC236}">
                <a16:creationId xmlns:a16="http://schemas.microsoft.com/office/drawing/2014/main" id="{D2A19641-D30A-4DF2-BE88-21F4A0002CF9}"/>
              </a:ext>
            </a:extLst>
          </p:cNvPr>
          <p:cNvSpPr>
            <a:spLocks noGrp="1"/>
          </p:cNvSpPr>
          <p:nvPr>
            <p:ph type="title" hasCustomPrompt="1"/>
          </p:nvPr>
        </p:nvSpPr>
        <p:spPr>
          <a:xfrm>
            <a:off x="6705601" y="2505670"/>
            <a:ext cx="4876800" cy="1846659"/>
          </a:xfrm>
        </p:spPr>
        <p:txBody>
          <a:bodyPr vert="horz" wrap="square" lIns="0" tIns="0" rIns="0" bIns="0" rtlCol="0" anchor="ctr" anchorCtr="0">
            <a:spAutoFit/>
          </a:bodyPr>
          <a:lstStyle>
            <a:lvl1pPr algn="l">
              <a:lnSpc>
                <a:spcPct val="100000"/>
              </a:lnSpc>
              <a:defRPr lang="en-US" sz="6000">
                <a:solidFill>
                  <a:schemeClr val="accent1"/>
                </a:solidFill>
              </a:defRPr>
            </a:lvl1pPr>
          </a:lstStyle>
          <a:p>
            <a:pPr marL="0" lvl="0" algn="ctr"/>
            <a:r>
              <a:rPr lang="en-US" dirty="0"/>
              <a:t>Click to add key statement</a:t>
            </a:r>
          </a:p>
        </p:txBody>
      </p:sp>
      <p:sp>
        <p:nvSpPr>
          <p:cNvPr id="3" name="Date Placeholder 2">
            <a:extLst>
              <a:ext uri="{FF2B5EF4-FFF2-40B4-BE49-F238E27FC236}">
                <a16:creationId xmlns:a16="http://schemas.microsoft.com/office/drawing/2014/main" id="{FE4832AD-985D-4D13-ADFF-E382CC2CA7F2}"/>
              </a:ext>
            </a:extLst>
          </p:cNvPr>
          <p:cNvSpPr>
            <a:spLocks noGrp="1"/>
          </p:cNvSpPr>
          <p:nvPr>
            <p:ph type="dt" sz="half" idx="10"/>
          </p:nvPr>
        </p:nvSpPr>
        <p:spPr/>
        <p:txBody>
          <a:bodyPr/>
          <a:lstStyle>
            <a:lvl1pPr>
              <a:lnSpc>
                <a:spcPct val="100000"/>
              </a:lnSpc>
              <a:defRPr>
                <a:solidFill>
                  <a:schemeClr val="tx1"/>
                </a:solidFill>
              </a:defRPr>
            </a:lvl1pPr>
          </a:lstStyle>
          <a:p>
            <a:endParaRPr lang="en-GB"/>
          </a:p>
        </p:txBody>
      </p:sp>
      <p:sp>
        <p:nvSpPr>
          <p:cNvPr id="5" name="Slide Number Placeholder 4">
            <a:extLst>
              <a:ext uri="{FF2B5EF4-FFF2-40B4-BE49-F238E27FC236}">
                <a16:creationId xmlns:a16="http://schemas.microsoft.com/office/drawing/2014/main" id="{D0F3331A-221C-4BB7-BE2C-92316653FCF1}"/>
              </a:ext>
            </a:extLst>
          </p:cNvPr>
          <p:cNvSpPr>
            <a:spLocks noGrp="1"/>
          </p:cNvSpPr>
          <p:nvPr>
            <p:ph type="sldNum" sz="quarter" idx="12"/>
          </p:nvPr>
        </p:nvSpPr>
        <p:spPr/>
        <p:txBody>
          <a:bodyPr/>
          <a:lstStyle>
            <a:lvl1pPr>
              <a:lnSpc>
                <a:spcPct val="100000"/>
              </a:lnSpc>
              <a:defRPr>
                <a:solidFill>
                  <a:schemeClr val="bg1"/>
                </a:solidFill>
              </a:defRPr>
            </a:lvl1pPr>
          </a:lstStyle>
          <a:p>
            <a:fld id="{F8E47D07-9D1E-4FE9-B31A-2F5863681021}" type="slidenum">
              <a:rPr lang="en-GB" smtClean="0"/>
              <a:pPr/>
              <a:t>‹#›</a:t>
            </a:fld>
            <a:endParaRPr lang="en-GB"/>
          </a:p>
        </p:txBody>
      </p:sp>
      <p:sp>
        <p:nvSpPr>
          <p:cNvPr id="6" name="Rectangle 5">
            <a:extLst>
              <a:ext uri="{FF2B5EF4-FFF2-40B4-BE49-F238E27FC236}">
                <a16:creationId xmlns:a16="http://schemas.microsoft.com/office/drawing/2014/main" id="{A48FF180-69F1-D9CE-F7AE-C67F44B963FF}"/>
              </a:ext>
            </a:extLst>
          </p:cNvPr>
          <p:cNvSpPr/>
          <p:nvPr userDrawn="1"/>
        </p:nvSpPr>
        <p:spPr>
          <a:xfrm>
            <a:off x="5486400" y="0"/>
            <a:ext cx="6096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dirty="0" err="1"/>
          </a:p>
        </p:txBody>
      </p:sp>
    </p:spTree>
    <p:custDataLst>
      <p:tags r:id="rId1"/>
    </p:custDataLst>
    <p:extLst>
      <p:ext uri="{BB962C8B-B14F-4D97-AF65-F5344CB8AC3E}">
        <p14:creationId xmlns:p14="http://schemas.microsoft.com/office/powerpoint/2010/main" val="404522690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B654C43-AE7C-6A78-FB38-0C731C493714}"/>
              </a:ext>
            </a:extLst>
          </p:cNvPr>
          <p:cNvSpPr/>
          <p:nvPr userDrawn="1"/>
        </p:nvSpPr>
        <p:spPr>
          <a:xfrm>
            <a:off x="11582400" y="0"/>
            <a:ext cx="6096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dirty="0" err="1"/>
          </a:p>
        </p:txBody>
      </p:sp>
      <p:sp>
        <p:nvSpPr>
          <p:cNvPr id="10" name="Picture Placeholder 9">
            <a:extLst>
              <a:ext uri="{FF2B5EF4-FFF2-40B4-BE49-F238E27FC236}">
                <a16:creationId xmlns:a16="http://schemas.microsoft.com/office/drawing/2014/main" id="{28DB7B12-48CD-451F-A1A9-30DAE6BA2E3C}"/>
              </a:ext>
            </a:extLst>
          </p:cNvPr>
          <p:cNvSpPr>
            <a:spLocks noGrp="1"/>
          </p:cNvSpPr>
          <p:nvPr>
            <p:ph type="pic" sz="quarter" idx="13" hasCustomPrompt="1"/>
          </p:nvPr>
        </p:nvSpPr>
        <p:spPr>
          <a:xfrm>
            <a:off x="1" y="0"/>
            <a:ext cx="6096000" cy="6858000"/>
          </a:xfrm>
          <a:prstGeom prst="rect">
            <a:avLst/>
          </a:prstGeom>
          <a:solidFill>
            <a:srgbClr val="D8DFDE"/>
          </a:solidFill>
        </p:spPr>
        <p:txBody>
          <a:bodyPr wrap="square" tIns="360000" bIns="1368000" anchor="ctr" anchorCtr="0">
            <a:noAutofit/>
          </a:bodyPr>
          <a:lstStyle>
            <a:lvl1pPr marL="0" indent="0" algn="ctr">
              <a:lnSpc>
                <a:spcPct val="100000"/>
              </a:lnSpc>
              <a:spcAft>
                <a:spcPts val="0"/>
              </a:spcAft>
              <a:buNone/>
              <a:defRPr sz="1600" b="1">
                <a:solidFill>
                  <a:schemeClr val="tx1"/>
                </a:solidFill>
              </a:defRPr>
            </a:lvl1pPr>
          </a:lstStyle>
          <a:p>
            <a:r>
              <a:rPr lang="en-US" dirty="0"/>
              <a:t>_______________________________</a:t>
            </a:r>
            <a:br>
              <a:rPr lang="en-US" dirty="0"/>
            </a:br>
            <a:br>
              <a:rPr lang="en-US" dirty="0"/>
            </a:br>
            <a:r>
              <a:rPr lang="en-US" dirty="0"/>
              <a:t>To add a brand image here:</a:t>
            </a:r>
            <a:br>
              <a:rPr lang="en-US" dirty="0"/>
            </a:br>
            <a:r>
              <a:rPr lang="en-US" dirty="0"/>
              <a:t>Select this placeholder and click </a:t>
            </a:r>
            <a:br>
              <a:rPr lang="en-US" dirty="0"/>
            </a:br>
            <a:r>
              <a:rPr lang="en-US" dirty="0"/>
              <a:t>Brand Pictures in </a:t>
            </a:r>
            <a:r>
              <a:rPr lang="en-US" dirty="0" err="1"/>
              <a:t>BrandIn</a:t>
            </a:r>
            <a:r>
              <a:rPr lang="en-US" dirty="0"/>
              <a:t>.</a:t>
            </a:r>
            <a:br>
              <a:rPr lang="en-US" dirty="0"/>
            </a:br>
            <a:br>
              <a:rPr lang="en-US" dirty="0"/>
            </a:br>
            <a:r>
              <a:rPr lang="en-US" dirty="0"/>
              <a:t>Clicking the icon will insert an </a:t>
            </a:r>
            <a:br>
              <a:rPr lang="en-US" dirty="0"/>
            </a:br>
            <a:r>
              <a:rPr lang="en-US" dirty="0"/>
              <a:t>image from your own files.</a:t>
            </a:r>
            <a:br>
              <a:rPr lang="en-US" dirty="0"/>
            </a:br>
            <a:br>
              <a:rPr lang="en-US" dirty="0"/>
            </a:br>
            <a:br>
              <a:rPr lang="en-US" dirty="0"/>
            </a:br>
            <a:br>
              <a:rPr lang="en-US" dirty="0"/>
            </a:br>
            <a:r>
              <a:rPr lang="en-US" dirty="0"/>
              <a:t>The image can then be scaled within </a:t>
            </a:r>
            <a:br>
              <a:rPr lang="en-US" dirty="0"/>
            </a:br>
            <a:r>
              <a:rPr lang="en-US" dirty="0"/>
              <a:t>the frame by using the Crop feature in </a:t>
            </a:r>
            <a:br>
              <a:rPr lang="en-US" dirty="0"/>
            </a:br>
            <a:r>
              <a:rPr lang="en-US" dirty="0"/>
              <a:t>the Picture Format tab of the ribbon.</a:t>
            </a:r>
            <a:br>
              <a:rPr lang="en-US" dirty="0"/>
            </a:br>
            <a:r>
              <a:rPr lang="en-US" dirty="0"/>
              <a:t>_______________________________</a:t>
            </a:r>
          </a:p>
        </p:txBody>
      </p:sp>
      <p:sp>
        <p:nvSpPr>
          <p:cNvPr id="7" name="TextBox 6">
            <a:extLst>
              <a:ext uri="{FF2B5EF4-FFF2-40B4-BE49-F238E27FC236}">
                <a16:creationId xmlns:a16="http://schemas.microsoft.com/office/drawing/2014/main" id="{6064A62C-74DF-483B-9317-9F19F96F45A3}"/>
              </a:ext>
            </a:extLst>
          </p:cNvPr>
          <p:cNvSpPr txBox="1"/>
          <p:nvPr userDrawn="1"/>
        </p:nvSpPr>
        <p:spPr>
          <a:xfrm>
            <a:off x="6705601" y="3059668"/>
            <a:ext cx="4267200" cy="738664"/>
          </a:xfrm>
          <a:prstGeom prst="rect">
            <a:avLst/>
          </a:prstGeom>
          <a:noFill/>
        </p:spPr>
        <p:txBody>
          <a:bodyPr wrap="square" lIns="0" tIns="0" rIns="0" bIns="0" rtlCol="0">
            <a:spAutoFit/>
          </a:bodyPr>
          <a:lstStyle/>
          <a:p>
            <a:pPr algn="ctr">
              <a:lnSpc>
                <a:spcPct val="80000"/>
              </a:lnSpc>
              <a:spcAft>
                <a:spcPts val="0"/>
              </a:spcAft>
            </a:pPr>
            <a:r>
              <a:rPr lang="en-US" sz="6000" kern="1200" dirty="0">
                <a:solidFill>
                  <a:schemeClr val="bg1"/>
                </a:solidFill>
                <a:latin typeface="+mj-lt"/>
                <a:ea typeface="+mj-ea"/>
                <a:cs typeface="+mj-cs"/>
              </a:rPr>
              <a:t>Thank you.</a:t>
            </a:r>
          </a:p>
        </p:txBody>
      </p:sp>
      <p:sp>
        <p:nvSpPr>
          <p:cNvPr id="4" name="Text Placeholder 30">
            <a:extLst>
              <a:ext uri="{FF2B5EF4-FFF2-40B4-BE49-F238E27FC236}">
                <a16:creationId xmlns:a16="http://schemas.microsoft.com/office/drawing/2014/main" id="{2A7FED29-3BD1-8702-003D-AECEAB4F0291}"/>
              </a:ext>
            </a:extLst>
          </p:cNvPr>
          <p:cNvSpPr txBox="1">
            <a:spLocks/>
          </p:cNvSpPr>
          <p:nvPr userDrawn="1"/>
        </p:nvSpPr>
        <p:spPr>
          <a:xfrm>
            <a:off x="11704319" y="6321108"/>
            <a:ext cx="294812" cy="355098"/>
          </a:xfrm>
          <a:prstGeom prst="rect">
            <a:avLst/>
          </a:prstGeom>
          <a:blipFill>
            <a:blip>
              <a:extLst>
                <a:ext uri="{96DAC541-7B7A-43D3-8B79-37D633B846F1}">
                  <asvg:svgBlip xmlns:asvg="http://schemas.microsoft.com/office/drawing/2016/SVG/main" r:embed="rId3"/>
                </a:ext>
              </a:extLst>
            </a:blip>
            <a:stretch>
              <a:fillRect/>
            </a:stretch>
          </a:blipFill>
        </p:spPr>
        <p:txBody>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600" kern="1200">
                <a:solidFill>
                  <a:schemeClr val="tx2"/>
                </a:solidFill>
                <a:latin typeface="+mn-lt"/>
                <a:ea typeface="+mn-ea"/>
                <a:cs typeface="+mn-cs"/>
              </a:defRPr>
            </a:lvl1pPr>
            <a:lvl2pPr marL="2286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600" kern="1200">
                <a:solidFill>
                  <a:schemeClr val="tx2"/>
                </a:solidFill>
                <a:latin typeface="+mn-lt"/>
                <a:ea typeface="+mn-ea"/>
                <a:cs typeface="+mn-cs"/>
              </a:defRPr>
            </a:lvl2pPr>
            <a:lvl3pPr marL="4445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400" kern="1200">
                <a:solidFill>
                  <a:schemeClr val="tx2"/>
                </a:solidFill>
                <a:latin typeface="+mn-lt"/>
                <a:ea typeface="+mn-ea"/>
                <a:cs typeface="+mn-cs"/>
              </a:defRPr>
            </a:lvl3pPr>
            <a:lvl4pPr marL="625475"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4pPr>
            <a:lvl5pPr marL="80645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dirty="0"/>
              <a:t> </a:t>
            </a:r>
          </a:p>
        </p:txBody>
      </p:sp>
      <p:sp>
        <p:nvSpPr>
          <p:cNvPr id="5" name="Slide Number Placeholder 4">
            <a:extLst>
              <a:ext uri="{FF2B5EF4-FFF2-40B4-BE49-F238E27FC236}">
                <a16:creationId xmlns:a16="http://schemas.microsoft.com/office/drawing/2014/main" id="{D0F3331A-221C-4BB7-BE2C-92316653FCF1}"/>
              </a:ext>
            </a:extLst>
          </p:cNvPr>
          <p:cNvSpPr>
            <a:spLocks noGrp="1"/>
          </p:cNvSpPr>
          <p:nvPr>
            <p:ph type="sldNum" sz="quarter" idx="12"/>
          </p:nvPr>
        </p:nvSpPr>
        <p:spPr/>
        <p:txBody>
          <a:bodyPr>
            <a:noAutofit/>
          </a:bodyPr>
          <a:lstStyle>
            <a:lvl1pPr>
              <a:lnSpc>
                <a:spcPct val="100000"/>
              </a:lnSpc>
              <a:defRPr>
                <a:solidFill>
                  <a:schemeClr val="bg1"/>
                </a:solidFill>
              </a:defRPr>
            </a:lvl1pPr>
          </a:lstStyle>
          <a:p>
            <a:fld id="{F8E47D07-9D1E-4FE9-B31A-2F5863681021}" type="slidenum">
              <a:rPr lang="en-GB" smtClean="0"/>
              <a:pPr/>
              <a:t>‹#›</a:t>
            </a:fld>
            <a:endParaRPr lang="en-GB"/>
          </a:p>
        </p:txBody>
      </p:sp>
    </p:spTree>
    <p:custDataLst>
      <p:tags r:id="rId1"/>
    </p:custDataLst>
    <p:extLst>
      <p:ext uri="{BB962C8B-B14F-4D97-AF65-F5344CB8AC3E}">
        <p14:creationId xmlns:p14="http://schemas.microsoft.com/office/powerpoint/2010/main" val="67386026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7796C24-6670-DA8E-4126-26358670A78B}"/>
              </a:ext>
            </a:extLst>
          </p:cNvPr>
          <p:cNvSpPr/>
          <p:nvPr userDrawn="1"/>
        </p:nvSpPr>
        <p:spPr>
          <a:xfrm>
            <a:off x="0" y="0"/>
            <a:ext cx="6096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dirty="0" err="1"/>
          </a:p>
        </p:txBody>
      </p:sp>
      <p:sp>
        <p:nvSpPr>
          <p:cNvPr id="3" name="Date Placeholder 2">
            <a:extLst>
              <a:ext uri="{FF2B5EF4-FFF2-40B4-BE49-F238E27FC236}">
                <a16:creationId xmlns:a16="http://schemas.microsoft.com/office/drawing/2014/main" id="{FE4832AD-985D-4D13-ADFF-E382CC2CA7F2}"/>
              </a:ext>
            </a:extLst>
          </p:cNvPr>
          <p:cNvSpPr>
            <a:spLocks noGrp="1"/>
          </p:cNvSpPr>
          <p:nvPr>
            <p:ph type="dt" sz="half" idx="10"/>
          </p:nvPr>
        </p:nvSpPr>
        <p:spPr/>
        <p:txBody>
          <a:bodyPr/>
          <a:lstStyle>
            <a:lvl1pPr>
              <a:lnSpc>
                <a:spcPct val="100000"/>
              </a:lnSpc>
              <a:defRPr/>
            </a:lvl1pPr>
          </a:lstStyle>
          <a:p>
            <a:endParaRPr lang="en-GB"/>
          </a:p>
        </p:txBody>
      </p:sp>
      <p:sp>
        <p:nvSpPr>
          <p:cNvPr id="16" name="Title 15">
            <a:extLst>
              <a:ext uri="{FF2B5EF4-FFF2-40B4-BE49-F238E27FC236}">
                <a16:creationId xmlns:a16="http://schemas.microsoft.com/office/drawing/2014/main" id="{A9E1CF1C-7FA2-4710-BBC2-1C5B7B5ABF0F}"/>
              </a:ext>
            </a:extLst>
          </p:cNvPr>
          <p:cNvSpPr>
            <a:spLocks noGrp="1"/>
          </p:cNvSpPr>
          <p:nvPr>
            <p:ph type="title" hasCustomPrompt="1"/>
          </p:nvPr>
        </p:nvSpPr>
        <p:spPr>
          <a:xfrm>
            <a:off x="1828800" y="1219200"/>
            <a:ext cx="6705600" cy="3548359"/>
          </a:xfrm>
          <a:prstGeom prst="rect">
            <a:avLst/>
          </a:prstGeom>
          <a:noFill/>
        </p:spPr>
        <p:txBody>
          <a:bodyPr wrap="square" lIns="0" tIns="0" rIns="0" bIns="0" anchor="ctr" anchorCtr="0">
            <a:noAutofit/>
          </a:bodyPr>
          <a:lstStyle>
            <a:lvl1pPr algn="l">
              <a:lnSpc>
                <a:spcPct val="100000"/>
              </a:lnSpc>
              <a:defRPr baseline="0">
                <a:solidFill>
                  <a:schemeClr val="accent1"/>
                </a:solidFill>
              </a:defRPr>
            </a:lvl1pPr>
          </a:lstStyle>
          <a:p>
            <a:r>
              <a:rPr lang="en-US" dirty="0"/>
              <a:t>Click to add quote.</a:t>
            </a:r>
          </a:p>
        </p:txBody>
      </p:sp>
      <p:sp>
        <p:nvSpPr>
          <p:cNvPr id="5" name="Slide Number Placeholder 4">
            <a:extLst>
              <a:ext uri="{FF2B5EF4-FFF2-40B4-BE49-F238E27FC236}">
                <a16:creationId xmlns:a16="http://schemas.microsoft.com/office/drawing/2014/main" id="{D0F3331A-221C-4BB7-BE2C-92316653FCF1}"/>
              </a:ext>
            </a:extLst>
          </p:cNvPr>
          <p:cNvSpPr>
            <a:spLocks noGrp="1"/>
          </p:cNvSpPr>
          <p:nvPr>
            <p:ph type="sldNum" sz="quarter" idx="12"/>
          </p:nvPr>
        </p:nvSpPr>
        <p:spPr/>
        <p:txBody>
          <a:bodyPr/>
          <a:lstStyle>
            <a:lvl1pPr>
              <a:lnSpc>
                <a:spcPct val="100000"/>
              </a:lnSpc>
              <a:defRPr>
                <a:solidFill>
                  <a:schemeClr val="bg1"/>
                </a:solidFill>
              </a:defRPr>
            </a:lvl1pPr>
          </a:lstStyle>
          <a:p>
            <a:fld id="{F8E47D07-9D1E-4FE9-B31A-2F5863681021}" type="slidenum">
              <a:rPr lang="en-GB" smtClean="0"/>
              <a:pPr/>
              <a:t>‹#›</a:t>
            </a:fld>
            <a:endParaRPr lang="en-GB"/>
          </a:p>
        </p:txBody>
      </p:sp>
      <p:sp>
        <p:nvSpPr>
          <p:cNvPr id="6" name="Text Placeholder 5">
            <a:extLst>
              <a:ext uri="{FF2B5EF4-FFF2-40B4-BE49-F238E27FC236}">
                <a16:creationId xmlns:a16="http://schemas.microsoft.com/office/drawing/2014/main" id="{0DF1B5E0-FD79-4230-B3D0-006D6BDCBC6F}"/>
              </a:ext>
            </a:extLst>
          </p:cNvPr>
          <p:cNvSpPr>
            <a:spLocks noGrp="1"/>
          </p:cNvSpPr>
          <p:nvPr>
            <p:ph type="body" sz="quarter" idx="13" hasCustomPrompt="1"/>
          </p:nvPr>
        </p:nvSpPr>
        <p:spPr>
          <a:xfrm>
            <a:off x="1828800" y="5225830"/>
            <a:ext cx="6705600" cy="973358"/>
          </a:xfrm>
        </p:spPr>
        <p:txBody>
          <a:bodyPr/>
          <a:lstStyle>
            <a:lvl1pPr marL="0" indent="0" algn="l">
              <a:lnSpc>
                <a:spcPct val="100000"/>
              </a:lnSpc>
              <a:buNone/>
              <a:defRPr b="1">
                <a:solidFill>
                  <a:schemeClr val="tx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dirty="0"/>
              <a:t>Click to add attribution</a:t>
            </a:r>
          </a:p>
        </p:txBody>
      </p:sp>
      <p:sp>
        <p:nvSpPr>
          <p:cNvPr id="15" name="TextBox 14">
            <a:extLst>
              <a:ext uri="{FF2B5EF4-FFF2-40B4-BE49-F238E27FC236}">
                <a16:creationId xmlns:a16="http://schemas.microsoft.com/office/drawing/2014/main" id="{8B305329-1D2F-EF7C-8F5E-7FE0825D5AF6}"/>
              </a:ext>
            </a:extLst>
          </p:cNvPr>
          <p:cNvSpPr txBox="1"/>
          <p:nvPr userDrawn="1"/>
        </p:nvSpPr>
        <p:spPr>
          <a:xfrm>
            <a:off x="1219200" y="746021"/>
            <a:ext cx="609600" cy="458271"/>
          </a:xfrm>
          <a:custGeom>
            <a:avLst/>
            <a:gdLst>
              <a:gd name="connsiteX0" fmla="*/ 490993 w 543326"/>
              <a:gd name="connsiteY0" fmla="*/ 0 h 408449"/>
              <a:gd name="connsiteX1" fmla="*/ 520879 w 543326"/>
              <a:gd name="connsiteY1" fmla="*/ 1423 h 408449"/>
              <a:gd name="connsiteX2" fmla="*/ 537602 w 543326"/>
              <a:gd name="connsiteY2" fmla="*/ 6760 h 408449"/>
              <a:gd name="connsiteX3" fmla="*/ 543294 w 543326"/>
              <a:gd name="connsiteY3" fmla="*/ 16366 h 408449"/>
              <a:gd name="connsiteX4" fmla="*/ 540092 w 543326"/>
              <a:gd name="connsiteY4" fmla="*/ 29886 h 408449"/>
              <a:gd name="connsiteX5" fmla="*/ 456837 w 543326"/>
              <a:gd name="connsiteY5" fmla="*/ 224149 h 408449"/>
              <a:gd name="connsiteX6" fmla="*/ 456837 w 543326"/>
              <a:gd name="connsiteY6" fmla="*/ 334445 h 408449"/>
              <a:gd name="connsiteX7" fmla="*/ 451500 w 543326"/>
              <a:gd name="connsiteY7" fmla="*/ 373226 h 408449"/>
              <a:gd name="connsiteX8" fmla="*/ 435133 w 543326"/>
              <a:gd name="connsiteY8" fmla="*/ 395641 h 408449"/>
              <a:gd name="connsiteX9" fmla="*/ 406670 w 543326"/>
              <a:gd name="connsiteY9" fmla="*/ 405959 h 408449"/>
              <a:gd name="connsiteX10" fmla="*/ 366466 w 543326"/>
              <a:gd name="connsiteY10" fmla="*/ 408449 h 408449"/>
              <a:gd name="connsiteX11" fmla="*/ 326617 w 543326"/>
              <a:gd name="connsiteY11" fmla="*/ 405959 h 408449"/>
              <a:gd name="connsiteX12" fmla="*/ 299577 w 543326"/>
              <a:gd name="connsiteY12" fmla="*/ 395641 h 408449"/>
              <a:gd name="connsiteX13" fmla="*/ 284278 w 543326"/>
              <a:gd name="connsiteY13" fmla="*/ 373226 h 408449"/>
              <a:gd name="connsiteX14" fmla="*/ 279652 w 543326"/>
              <a:gd name="connsiteY14" fmla="*/ 334445 h 408449"/>
              <a:gd name="connsiteX15" fmla="*/ 282143 w 543326"/>
              <a:gd name="connsiteY15" fmla="*/ 284634 h 408449"/>
              <a:gd name="connsiteX16" fmla="*/ 290326 w 543326"/>
              <a:gd name="connsiteY16" fmla="*/ 241227 h 408449"/>
              <a:gd name="connsiteX17" fmla="*/ 305625 w 543326"/>
              <a:gd name="connsiteY17" fmla="*/ 201378 h 408449"/>
              <a:gd name="connsiteX18" fmla="*/ 328752 w 543326"/>
              <a:gd name="connsiteY18" fmla="*/ 162241 h 408449"/>
              <a:gd name="connsiteX19" fmla="*/ 419123 w 543326"/>
              <a:gd name="connsiteY19" fmla="*/ 26328 h 408449"/>
              <a:gd name="connsiteX20" fmla="*/ 429441 w 543326"/>
              <a:gd name="connsiteY20" fmla="*/ 14232 h 408449"/>
              <a:gd name="connsiteX21" fmla="*/ 442961 w 543326"/>
              <a:gd name="connsiteY21" fmla="*/ 6048 h 408449"/>
              <a:gd name="connsiteX22" fmla="*/ 462529 w 543326"/>
              <a:gd name="connsiteY22" fmla="*/ 1423 h 408449"/>
              <a:gd name="connsiteX23" fmla="*/ 490993 w 543326"/>
              <a:gd name="connsiteY23" fmla="*/ 0 h 408449"/>
              <a:gd name="connsiteX24" fmla="*/ 211340 w 543326"/>
              <a:gd name="connsiteY24" fmla="*/ 0 h 408449"/>
              <a:gd name="connsiteX25" fmla="*/ 241227 w 543326"/>
              <a:gd name="connsiteY25" fmla="*/ 1423 h 408449"/>
              <a:gd name="connsiteX26" fmla="*/ 258305 w 543326"/>
              <a:gd name="connsiteY26" fmla="*/ 6760 h 408449"/>
              <a:gd name="connsiteX27" fmla="*/ 263997 w 543326"/>
              <a:gd name="connsiteY27" fmla="*/ 16366 h 408449"/>
              <a:gd name="connsiteX28" fmla="*/ 261151 w 543326"/>
              <a:gd name="connsiteY28" fmla="*/ 29886 h 408449"/>
              <a:gd name="connsiteX29" fmla="*/ 177184 w 543326"/>
              <a:gd name="connsiteY29" fmla="*/ 224149 h 408449"/>
              <a:gd name="connsiteX30" fmla="*/ 177184 w 543326"/>
              <a:gd name="connsiteY30" fmla="*/ 334445 h 408449"/>
              <a:gd name="connsiteX31" fmla="*/ 171847 w 543326"/>
              <a:gd name="connsiteY31" fmla="*/ 373226 h 408449"/>
              <a:gd name="connsiteX32" fmla="*/ 155481 w 543326"/>
              <a:gd name="connsiteY32" fmla="*/ 395641 h 408449"/>
              <a:gd name="connsiteX33" fmla="*/ 127373 w 543326"/>
              <a:gd name="connsiteY33" fmla="*/ 405959 h 408449"/>
              <a:gd name="connsiteX34" fmla="*/ 86813 w 543326"/>
              <a:gd name="connsiteY34" fmla="*/ 408449 h 408449"/>
              <a:gd name="connsiteX35" fmla="*/ 46964 w 543326"/>
              <a:gd name="connsiteY35" fmla="*/ 405959 h 408449"/>
              <a:gd name="connsiteX36" fmla="*/ 20280 w 543326"/>
              <a:gd name="connsiteY36" fmla="*/ 395641 h 408449"/>
              <a:gd name="connsiteX37" fmla="*/ 4981 w 543326"/>
              <a:gd name="connsiteY37" fmla="*/ 373226 h 408449"/>
              <a:gd name="connsiteX38" fmla="*/ 0 w 543326"/>
              <a:gd name="connsiteY38" fmla="*/ 334445 h 408449"/>
              <a:gd name="connsiteX39" fmla="*/ 2490 w 543326"/>
              <a:gd name="connsiteY39" fmla="*/ 284634 h 408449"/>
              <a:gd name="connsiteX40" fmla="*/ 10673 w 543326"/>
              <a:gd name="connsiteY40" fmla="*/ 241227 h 408449"/>
              <a:gd name="connsiteX41" fmla="*/ 25972 w 543326"/>
              <a:gd name="connsiteY41" fmla="*/ 201378 h 408449"/>
              <a:gd name="connsiteX42" fmla="*/ 49099 w 543326"/>
              <a:gd name="connsiteY42" fmla="*/ 162241 h 408449"/>
              <a:gd name="connsiteX43" fmla="*/ 140182 w 543326"/>
              <a:gd name="connsiteY43" fmla="*/ 26328 h 408449"/>
              <a:gd name="connsiteX44" fmla="*/ 150500 w 543326"/>
              <a:gd name="connsiteY44" fmla="*/ 14232 h 408449"/>
              <a:gd name="connsiteX45" fmla="*/ 164020 w 543326"/>
              <a:gd name="connsiteY45" fmla="*/ 6048 h 408449"/>
              <a:gd name="connsiteX46" fmla="*/ 183588 w 543326"/>
              <a:gd name="connsiteY46" fmla="*/ 1423 h 408449"/>
              <a:gd name="connsiteX47" fmla="*/ 211340 w 543326"/>
              <a:gd name="connsiteY47" fmla="*/ 0 h 408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43326" h="408449">
                <a:moveTo>
                  <a:pt x="490993" y="0"/>
                </a:moveTo>
                <a:cubicBezTo>
                  <a:pt x="503327" y="0"/>
                  <a:pt x="513289" y="474"/>
                  <a:pt x="520879" y="1423"/>
                </a:cubicBezTo>
                <a:cubicBezTo>
                  <a:pt x="528470" y="2372"/>
                  <a:pt x="534044" y="4151"/>
                  <a:pt x="537602" y="6760"/>
                </a:cubicBezTo>
                <a:cubicBezTo>
                  <a:pt x="541160" y="9369"/>
                  <a:pt x="543057" y="12571"/>
                  <a:pt x="543294" y="16366"/>
                </a:cubicBezTo>
                <a:cubicBezTo>
                  <a:pt x="543532" y="20161"/>
                  <a:pt x="542464" y="24668"/>
                  <a:pt x="540092" y="29886"/>
                </a:cubicBezTo>
                <a:lnTo>
                  <a:pt x="456837" y="224149"/>
                </a:lnTo>
                <a:lnTo>
                  <a:pt x="456837" y="334445"/>
                </a:lnTo>
                <a:cubicBezTo>
                  <a:pt x="456837" y="350574"/>
                  <a:pt x="455058" y="363501"/>
                  <a:pt x="451500" y="373226"/>
                </a:cubicBezTo>
                <a:cubicBezTo>
                  <a:pt x="447942" y="382951"/>
                  <a:pt x="442487" y="390423"/>
                  <a:pt x="435133" y="395641"/>
                </a:cubicBezTo>
                <a:cubicBezTo>
                  <a:pt x="427780" y="400859"/>
                  <a:pt x="418293" y="404299"/>
                  <a:pt x="406670" y="405959"/>
                </a:cubicBezTo>
                <a:cubicBezTo>
                  <a:pt x="395048" y="407619"/>
                  <a:pt x="381646" y="408449"/>
                  <a:pt x="366466" y="408449"/>
                </a:cubicBezTo>
                <a:cubicBezTo>
                  <a:pt x="350811" y="408449"/>
                  <a:pt x="337528" y="407619"/>
                  <a:pt x="326617" y="405959"/>
                </a:cubicBezTo>
                <a:cubicBezTo>
                  <a:pt x="315706" y="404299"/>
                  <a:pt x="306692" y="400859"/>
                  <a:pt x="299577" y="395641"/>
                </a:cubicBezTo>
                <a:cubicBezTo>
                  <a:pt x="292461" y="390423"/>
                  <a:pt x="287361" y="382951"/>
                  <a:pt x="284278" y="373226"/>
                </a:cubicBezTo>
                <a:cubicBezTo>
                  <a:pt x="281194" y="363501"/>
                  <a:pt x="279652" y="350574"/>
                  <a:pt x="279652" y="334445"/>
                </a:cubicBezTo>
                <a:cubicBezTo>
                  <a:pt x="279652" y="316418"/>
                  <a:pt x="280482" y="299814"/>
                  <a:pt x="282143" y="284634"/>
                </a:cubicBezTo>
                <a:cubicBezTo>
                  <a:pt x="283803" y="269453"/>
                  <a:pt x="286531" y="254984"/>
                  <a:pt x="290326" y="241227"/>
                </a:cubicBezTo>
                <a:cubicBezTo>
                  <a:pt x="294121" y="227470"/>
                  <a:pt x="299221" y="214187"/>
                  <a:pt x="305625" y="201378"/>
                </a:cubicBezTo>
                <a:cubicBezTo>
                  <a:pt x="312029" y="188570"/>
                  <a:pt x="319738" y="175524"/>
                  <a:pt x="328752" y="162241"/>
                </a:cubicBezTo>
                <a:lnTo>
                  <a:pt x="419123" y="26328"/>
                </a:lnTo>
                <a:cubicBezTo>
                  <a:pt x="422444" y="21585"/>
                  <a:pt x="425883" y="17552"/>
                  <a:pt x="429441" y="14232"/>
                </a:cubicBezTo>
                <a:cubicBezTo>
                  <a:pt x="432999" y="10911"/>
                  <a:pt x="437505" y="8183"/>
                  <a:pt x="442961" y="6048"/>
                </a:cubicBezTo>
                <a:cubicBezTo>
                  <a:pt x="448416" y="3914"/>
                  <a:pt x="454939" y="2372"/>
                  <a:pt x="462529" y="1423"/>
                </a:cubicBezTo>
                <a:cubicBezTo>
                  <a:pt x="470120" y="474"/>
                  <a:pt x="479608" y="0"/>
                  <a:pt x="490993" y="0"/>
                </a:cubicBezTo>
                <a:close/>
                <a:moveTo>
                  <a:pt x="211340" y="0"/>
                </a:moveTo>
                <a:cubicBezTo>
                  <a:pt x="223674" y="0"/>
                  <a:pt x="233637" y="474"/>
                  <a:pt x="241227" y="1423"/>
                </a:cubicBezTo>
                <a:cubicBezTo>
                  <a:pt x="248817" y="2372"/>
                  <a:pt x="254510" y="4151"/>
                  <a:pt x="258305" y="6760"/>
                </a:cubicBezTo>
                <a:cubicBezTo>
                  <a:pt x="262100" y="9369"/>
                  <a:pt x="263997" y="12571"/>
                  <a:pt x="263997" y="16366"/>
                </a:cubicBezTo>
                <a:cubicBezTo>
                  <a:pt x="263997" y="20161"/>
                  <a:pt x="263049" y="24668"/>
                  <a:pt x="261151" y="29886"/>
                </a:cubicBezTo>
                <a:lnTo>
                  <a:pt x="177184" y="224149"/>
                </a:lnTo>
                <a:lnTo>
                  <a:pt x="177184" y="334445"/>
                </a:lnTo>
                <a:cubicBezTo>
                  <a:pt x="177184" y="350574"/>
                  <a:pt x="175405" y="363501"/>
                  <a:pt x="171847" y="373226"/>
                </a:cubicBezTo>
                <a:cubicBezTo>
                  <a:pt x="168289" y="382951"/>
                  <a:pt x="162834" y="390423"/>
                  <a:pt x="155481" y="395641"/>
                </a:cubicBezTo>
                <a:cubicBezTo>
                  <a:pt x="148128" y="400859"/>
                  <a:pt x="138759" y="404299"/>
                  <a:pt x="127373" y="405959"/>
                </a:cubicBezTo>
                <a:cubicBezTo>
                  <a:pt x="115988" y="407619"/>
                  <a:pt x="102468" y="408449"/>
                  <a:pt x="86813" y="408449"/>
                </a:cubicBezTo>
                <a:cubicBezTo>
                  <a:pt x="71158" y="408449"/>
                  <a:pt x="57875" y="407619"/>
                  <a:pt x="46964" y="405959"/>
                </a:cubicBezTo>
                <a:cubicBezTo>
                  <a:pt x="36053" y="404299"/>
                  <a:pt x="27158" y="400859"/>
                  <a:pt x="20280" y="395641"/>
                </a:cubicBezTo>
                <a:cubicBezTo>
                  <a:pt x="13401" y="390423"/>
                  <a:pt x="8301" y="382951"/>
                  <a:pt x="4981" y="373226"/>
                </a:cubicBezTo>
                <a:cubicBezTo>
                  <a:pt x="1660" y="363501"/>
                  <a:pt x="0" y="350574"/>
                  <a:pt x="0" y="334445"/>
                </a:cubicBezTo>
                <a:cubicBezTo>
                  <a:pt x="0" y="316418"/>
                  <a:pt x="830" y="299814"/>
                  <a:pt x="2490" y="284634"/>
                </a:cubicBezTo>
                <a:cubicBezTo>
                  <a:pt x="4151" y="269453"/>
                  <a:pt x="6878" y="254984"/>
                  <a:pt x="10673" y="241227"/>
                </a:cubicBezTo>
                <a:cubicBezTo>
                  <a:pt x="14468" y="227470"/>
                  <a:pt x="19568" y="214187"/>
                  <a:pt x="25972" y="201378"/>
                </a:cubicBezTo>
                <a:cubicBezTo>
                  <a:pt x="32377" y="188570"/>
                  <a:pt x="40086" y="175524"/>
                  <a:pt x="49099" y="162241"/>
                </a:cubicBezTo>
                <a:lnTo>
                  <a:pt x="140182" y="26328"/>
                </a:lnTo>
                <a:cubicBezTo>
                  <a:pt x="143502" y="21585"/>
                  <a:pt x="146942" y="17552"/>
                  <a:pt x="150500" y="14232"/>
                </a:cubicBezTo>
                <a:cubicBezTo>
                  <a:pt x="154058" y="10911"/>
                  <a:pt x="158564" y="8183"/>
                  <a:pt x="164020" y="6048"/>
                </a:cubicBezTo>
                <a:cubicBezTo>
                  <a:pt x="169475" y="3914"/>
                  <a:pt x="175998" y="2372"/>
                  <a:pt x="183588" y="1423"/>
                </a:cubicBezTo>
                <a:cubicBezTo>
                  <a:pt x="191179" y="474"/>
                  <a:pt x="200429" y="0"/>
                  <a:pt x="211340" y="0"/>
                </a:cubicBezTo>
                <a:close/>
              </a:path>
            </a:pathLst>
          </a:custGeom>
          <a:solidFill>
            <a:schemeClr val="accent3"/>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600"/>
              </a:spcAft>
            </a:pPr>
            <a:endParaRPr lang="en-US" sz="11500" b="1" dirty="0">
              <a:solidFill>
                <a:schemeClr val="accent3"/>
              </a:solidFill>
            </a:endParaRPr>
          </a:p>
        </p:txBody>
      </p:sp>
      <p:sp>
        <p:nvSpPr>
          <p:cNvPr id="14" name="TextBox 13">
            <a:extLst>
              <a:ext uri="{FF2B5EF4-FFF2-40B4-BE49-F238E27FC236}">
                <a16:creationId xmlns:a16="http://schemas.microsoft.com/office/drawing/2014/main" id="{76FC7613-EC6C-9EFE-D02C-AD5E5C8730A5}"/>
              </a:ext>
            </a:extLst>
          </p:cNvPr>
          <p:cNvSpPr txBox="1"/>
          <p:nvPr userDrawn="1"/>
        </p:nvSpPr>
        <p:spPr>
          <a:xfrm>
            <a:off x="8534399" y="4767559"/>
            <a:ext cx="609601" cy="458271"/>
          </a:xfrm>
          <a:custGeom>
            <a:avLst/>
            <a:gdLst>
              <a:gd name="connsiteX0" fmla="*/ 456514 w 543327"/>
              <a:gd name="connsiteY0" fmla="*/ 0 h 408449"/>
              <a:gd name="connsiteX1" fmla="*/ 496363 w 543327"/>
              <a:gd name="connsiteY1" fmla="*/ 2490 h 408449"/>
              <a:gd name="connsiteX2" fmla="*/ 523047 w 543327"/>
              <a:gd name="connsiteY2" fmla="*/ 12808 h 408449"/>
              <a:gd name="connsiteX3" fmla="*/ 538346 w 543327"/>
              <a:gd name="connsiteY3" fmla="*/ 35223 h 408449"/>
              <a:gd name="connsiteX4" fmla="*/ 543327 w 543327"/>
              <a:gd name="connsiteY4" fmla="*/ 74005 h 408449"/>
              <a:gd name="connsiteX5" fmla="*/ 540837 w 543327"/>
              <a:gd name="connsiteY5" fmla="*/ 123816 h 408449"/>
              <a:gd name="connsiteX6" fmla="*/ 532654 w 543327"/>
              <a:gd name="connsiteY6" fmla="*/ 167222 h 408449"/>
              <a:gd name="connsiteX7" fmla="*/ 517710 w 543327"/>
              <a:gd name="connsiteY7" fmla="*/ 207071 h 408449"/>
              <a:gd name="connsiteX8" fmla="*/ 494228 w 543327"/>
              <a:gd name="connsiteY8" fmla="*/ 246208 h 408449"/>
              <a:gd name="connsiteX9" fmla="*/ 403145 w 543327"/>
              <a:gd name="connsiteY9" fmla="*/ 382121 h 408449"/>
              <a:gd name="connsiteX10" fmla="*/ 392827 w 543327"/>
              <a:gd name="connsiteY10" fmla="*/ 394218 h 408449"/>
              <a:gd name="connsiteX11" fmla="*/ 379307 w 543327"/>
              <a:gd name="connsiteY11" fmla="*/ 402401 h 408449"/>
              <a:gd name="connsiteX12" fmla="*/ 359738 w 543327"/>
              <a:gd name="connsiteY12" fmla="*/ 407026 h 408449"/>
              <a:gd name="connsiteX13" fmla="*/ 331987 w 543327"/>
              <a:gd name="connsiteY13" fmla="*/ 408449 h 408449"/>
              <a:gd name="connsiteX14" fmla="*/ 302100 w 543327"/>
              <a:gd name="connsiteY14" fmla="*/ 407026 h 408449"/>
              <a:gd name="connsiteX15" fmla="*/ 285378 w 543327"/>
              <a:gd name="connsiteY15" fmla="*/ 401689 h 408449"/>
              <a:gd name="connsiteX16" fmla="*/ 279685 w 543327"/>
              <a:gd name="connsiteY16" fmla="*/ 392083 h 408449"/>
              <a:gd name="connsiteX17" fmla="*/ 282176 w 543327"/>
              <a:gd name="connsiteY17" fmla="*/ 377851 h 408449"/>
              <a:gd name="connsiteX18" fmla="*/ 366143 w 543327"/>
              <a:gd name="connsiteY18" fmla="*/ 184300 h 408449"/>
              <a:gd name="connsiteX19" fmla="*/ 366143 w 543327"/>
              <a:gd name="connsiteY19" fmla="*/ 74005 h 408449"/>
              <a:gd name="connsiteX20" fmla="*/ 371480 w 543327"/>
              <a:gd name="connsiteY20" fmla="*/ 35223 h 408449"/>
              <a:gd name="connsiteX21" fmla="*/ 387490 w 543327"/>
              <a:gd name="connsiteY21" fmla="*/ 12808 h 408449"/>
              <a:gd name="connsiteX22" fmla="*/ 415598 w 543327"/>
              <a:gd name="connsiteY22" fmla="*/ 2490 h 408449"/>
              <a:gd name="connsiteX23" fmla="*/ 456514 w 543327"/>
              <a:gd name="connsiteY23" fmla="*/ 0 h 408449"/>
              <a:gd name="connsiteX24" fmla="*/ 177573 w 543327"/>
              <a:gd name="connsiteY24" fmla="*/ 0 h 408449"/>
              <a:gd name="connsiteX25" fmla="*/ 217422 w 543327"/>
              <a:gd name="connsiteY25" fmla="*/ 2490 h 408449"/>
              <a:gd name="connsiteX26" fmla="*/ 244106 w 543327"/>
              <a:gd name="connsiteY26" fmla="*/ 12808 h 408449"/>
              <a:gd name="connsiteX27" fmla="*/ 259405 w 543327"/>
              <a:gd name="connsiteY27" fmla="*/ 35223 h 408449"/>
              <a:gd name="connsiteX28" fmla="*/ 264386 w 543327"/>
              <a:gd name="connsiteY28" fmla="*/ 74005 h 408449"/>
              <a:gd name="connsiteX29" fmla="*/ 261896 w 543327"/>
              <a:gd name="connsiteY29" fmla="*/ 123816 h 408449"/>
              <a:gd name="connsiteX30" fmla="*/ 253713 w 543327"/>
              <a:gd name="connsiteY30" fmla="*/ 167222 h 408449"/>
              <a:gd name="connsiteX31" fmla="*/ 238413 w 543327"/>
              <a:gd name="connsiteY31" fmla="*/ 207071 h 408449"/>
              <a:gd name="connsiteX32" fmla="*/ 215287 w 543327"/>
              <a:gd name="connsiteY32" fmla="*/ 246208 h 408449"/>
              <a:gd name="connsiteX33" fmla="*/ 123493 w 543327"/>
              <a:gd name="connsiteY33" fmla="*/ 382121 h 408449"/>
              <a:gd name="connsiteX34" fmla="*/ 113530 w 543327"/>
              <a:gd name="connsiteY34" fmla="*/ 394218 h 408449"/>
              <a:gd name="connsiteX35" fmla="*/ 99654 w 543327"/>
              <a:gd name="connsiteY35" fmla="*/ 402401 h 408449"/>
              <a:gd name="connsiteX36" fmla="*/ 80442 w 543327"/>
              <a:gd name="connsiteY36" fmla="*/ 407026 h 408449"/>
              <a:gd name="connsiteX37" fmla="*/ 53046 w 543327"/>
              <a:gd name="connsiteY37" fmla="*/ 408449 h 408449"/>
              <a:gd name="connsiteX38" fmla="*/ 22803 w 543327"/>
              <a:gd name="connsiteY38" fmla="*/ 407026 h 408449"/>
              <a:gd name="connsiteX39" fmla="*/ 5725 w 543327"/>
              <a:gd name="connsiteY39" fmla="*/ 401689 h 408449"/>
              <a:gd name="connsiteX40" fmla="*/ 33 w 543327"/>
              <a:gd name="connsiteY40" fmla="*/ 392083 h 408449"/>
              <a:gd name="connsiteX41" fmla="*/ 3235 w 543327"/>
              <a:gd name="connsiteY41" fmla="*/ 377851 h 408449"/>
              <a:gd name="connsiteX42" fmla="*/ 87202 w 543327"/>
              <a:gd name="connsiteY42" fmla="*/ 184300 h 408449"/>
              <a:gd name="connsiteX43" fmla="*/ 87202 w 543327"/>
              <a:gd name="connsiteY43" fmla="*/ 74005 h 408449"/>
              <a:gd name="connsiteX44" fmla="*/ 92183 w 543327"/>
              <a:gd name="connsiteY44" fmla="*/ 35223 h 408449"/>
              <a:gd name="connsiteX45" fmla="*/ 108193 w 543327"/>
              <a:gd name="connsiteY45" fmla="*/ 12808 h 408449"/>
              <a:gd name="connsiteX46" fmla="*/ 136657 w 543327"/>
              <a:gd name="connsiteY46" fmla="*/ 2490 h 408449"/>
              <a:gd name="connsiteX47" fmla="*/ 177573 w 543327"/>
              <a:gd name="connsiteY47" fmla="*/ 0 h 408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43327" h="408449">
                <a:moveTo>
                  <a:pt x="456514" y="0"/>
                </a:moveTo>
                <a:cubicBezTo>
                  <a:pt x="472169" y="0"/>
                  <a:pt x="485452" y="830"/>
                  <a:pt x="496363" y="2490"/>
                </a:cubicBezTo>
                <a:cubicBezTo>
                  <a:pt x="507274" y="4151"/>
                  <a:pt x="516169" y="7590"/>
                  <a:pt x="523047" y="12808"/>
                </a:cubicBezTo>
                <a:cubicBezTo>
                  <a:pt x="529926" y="18027"/>
                  <a:pt x="535026" y="25498"/>
                  <a:pt x="538346" y="35223"/>
                </a:cubicBezTo>
                <a:cubicBezTo>
                  <a:pt x="541667" y="44948"/>
                  <a:pt x="543327" y="57875"/>
                  <a:pt x="543327" y="74005"/>
                </a:cubicBezTo>
                <a:cubicBezTo>
                  <a:pt x="543327" y="92031"/>
                  <a:pt x="542497" y="108635"/>
                  <a:pt x="540837" y="123816"/>
                </a:cubicBezTo>
                <a:cubicBezTo>
                  <a:pt x="539177" y="138996"/>
                  <a:pt x="536449" y="153465"/>
                  <a:pt x="532654" y="167222"/>
                </a:cubicBezTo>
                <a:cubicBezTo>
                  <a:pt x="528859" y="180980"/>
                  <a:pt x="523877" y="194262"/>
                  <a:pt x="517710" y="207071"/>
                </a:cubicBezTo>
                <a:cubicBezTo>
                  <a:pt x="511543" y="219879"/>
                  <a:pt x="503716" y="232925"/>
                  <a:pt x="494228" y="246208"/>
                </a:cubicBezTo>
                <a:lnTo>
                  <a:pt x="403145" y="382121"/>
                </a:lnTo>
                <a:cubicBezTo>
                  <a:pt x="399824" y="386865"/>
                  <a:pt x="396385" y="390897"/>
                  <a:pt x="392827" y="394218"/>
                </a:cubicBezTo>
                <a:cubicBezTo>
                  <a:pt x="389269" y="397538"/>
                  <a:pt x="384763" y="400266"/>
                  <a:pt x="379307" y="402401"/>
                </a:cubicBezTo>
                <a:cubicBezTo>
                  <a:pt x="373852" y="404536"/>
                  <a:pt x="367329" y="406077"/>
                  <a:pt x="359738" y="407026"/>
                </a:cubicBezTo>
                <a:cubicBezTo>
                  <a:pt x="352148" y="407975"/>
                  <a:pt x="342898" y="408449"/>
                  <a:pt x="331987" y="408449"/>
                </a:cubicBezTo>
                <a:cubicBezTo>
                  <a:pt x="319653" y="408449"/>
                  <a:pt x="309690" y="407975"/>
                  <a:pt x="302100" y="407026"/>
                </a:cubicBezTo>
                <a:cubicBezTo>
                  <a:pt x="294510" y="406077"/>
                  <a:pt x="288936" y="404299"/>
                  <a:pt x="285378" y="401689"/>
                </a:cubicBezTo>
                <a:cubicBezTo>
                  <a:pt x="281820" y="399080"/>
                  <a:pt x="279923" y="395878"/>
                  <a:pt x="279685" y="392083"/>
                </a:cubicBezTo>
                <a:cubicBezTo>
                  <a:pt x="279448" y="388288"/>
                  <a:pt x="280278" y="383544"/>
                  <a:pt x="282176" y="377851"/>
                </a:cubicBezTo>
                <a:lnTo>
                  <a:pt x="366143" y="184300"/>
                </a:lnTo>
                <a:lnTo>
                  <a:pt x="366143" y="74005"/>
                </a:lnTo>
                <a:cubicBezTo>
                  <a:pt x="366143" y="57875"/>
                  <a:pt x="367922" y="44948"/>
                  <a:pt x="371480" y="35223"/>
                </a:cubicBezTo>
                <a:cubicBezTo>
                  <a:pt x="375038" y="25498"/>
                  <a:pt x="380374" y="18027"/>
                  <a:pt x="387490" y="12808"/>
                </a:cubicBezTo>
                <a:cubicBezTo>
                  <a:pt x="394606" y="7590"/>
                  <a:pt x="403975" y="4151"/>
                  <a:pt x="415598" y="2490"/>
                </a:cubicBezTo>
                <a:cubicBezTo>
                  <a:pt x="427220" y="830"/>
                  <a:pt x="440859" y="0"/>
                  <a:pt x="456514" y="0"/>
                </a:cubicBezTo>
                <a:close/>
                <a:moveTo>
                  <a:pt x="177573" y="0"/>
                </a:moveTo>
                <a:cubicBezTo>
                  <a:pt x="193228" y="0"/>
                  <a:pt x="206511" y="830"/>
                  <a:pt x="217422" y="2490"/>
                </a:cubicBezTo>
                <a:cubicBezTo>
                  <a:pt x="228333" y="4151"/>
                  <a:pt x="237228" y="7590"/>
                  <a:pt x="244106" y="12808"/>
                </a:cubicBezTo>
                <a:cubicBezTo>
                  <a:pt x="250985" y="18027"/>
                  <a:pt x="256085" y="25498"/>
                  <a:pt x="259405" y="35223"/>
                </a:cubicBezTo>
                <a:cubicBezTo>
                  <a:pt x="262726" y="44948"/>
                  <a:pt x="264386" y="57875"/>
                  <a:pt x="264386" y="74005"/>
                </a:cubicBezTo>
                <a:cubicBezTo>
                  <a:pt x="264386" y="92031"/>
                  <a:pt x="263556" y="108635"/>
                  <a:pt x="261896" y="123816"/>
                </a:cubicBezTo>
                <a:cubicBezTo>
                  <a:pt x="260235" y="138996"/>
                  <a:pt x="257508" y="153465"/>
                  <a:pt x="253713" y="167222"/>
                </a:cubicBezTo>
                <a:cubicBezTo>
                  <a:pt x="249917" y="180980"/>
                  <a:pt x="244818" y="194262"/>
                  <a:pt x="238413" y="207071"/>
                </a:cubicBezTo>
                <a:cubicBezTo>
                  <a:pt x="232009" y="219879"/>
                  <a:pt x="224300" y="232925"/>
                  <a:pt x="215287" y="246208"/>
                </a:cubicBezTo>
                <a:lnTo>
                  <a:pt x="123493" y="382121"/>
                </a:lnTo>
                <a:cubicBezTo>
                  <a:pt x="120646" y="386865"/>
                  <a:pt x="117326" y="390897"/>
                  <a:pt x="113530" y="394218"/>
                </a:cubicBezTo>
                <a:cubicBezTo>
                  <a:pt x="109735" y="397538"/>
                  <a:pt x="105110" y="400266"/>
                  <a:pt x="99654" y="402401"/>
                </a:cubicBezTo>
                <a:cubicBezTo>
                  <a:pt x="94199" y="404536"/>
                  <a:pt x="87795" y="406077"/>
                  <a:pt x="80442" y="407026"/>
                </a:cubicBezTo>
                <a:cubicBezTo>
                  <a:pt x="73089" y="407975"/>
                  <a:pt x="63957" y="408449"/>
                  <a:pt x="53046" y="408449"/>
                </a:cubicBezTo>
                <a:cubicBezTo>
                  <a:pt x="40712" y="408449"/>
                  <a:pt x="30631" y="407975"/>
                  <a:pt x="22803" y="407026"/>
                </a:cubicBezTo>
                <a:cubicBezTo>
                  <a:pt x="14976" y="406077"/>
                  <a:pt x="9283" y="404299"/>
                  <a:pt x="5725" y="401689"/>
                </a:cubicBezTo>
                <a:cubicBezTo>
                  <a:pt x="2167" y="399080"/>
                  <a:pt x="270" y="395878"/>
                  <a:pt x="33" y="392083"/>
                </a:cubicBezTo>
                <a:cubicBezTo>
                  <a:pt x="-204" y="388288"/>
                  <a:pt x="863" y="383544"/>
                  <a:pt x="3235" y="377851"/>
                </a:cubicBezTo>
                <a:lnTo>
                  <a:pt x="87202" y="184300"/>
                </a:lnTo>
                <a:lnTo>
                  <a:pt x="87202" y="74005"/>
                </a:lnTo>
                <a:cubicBezTo>
                  <a:pt x="87202" y="57875"/>
                  <a:pt x="88862" y="44948"/>
                  <a:pt x="92183" y="35223"/>
                </a:cubicBezTo>
                <a:cubicBezTo>
                  <a:pt x="95504" y="25498"/>
                  <a:pt x="100841" y="18027"/>
                  <a:pt x="108193" y="12808"/>
                </a:cubicBezTo>
                <a:cubicBezTo>
                  <a:pt x="115547" y="7590"/>
                  <a:pt x="125034" y="4151"/>
                  <a:pt x="136657" y="2490"/>
                </a:cubicBezTo>
                <a:cubicBezTo>
                  <a:pt x="148279" y="830"/>
                  <a:pt x="161918" y="0"/>
                  <a:pt x="177573" y="0"/>
                </a:cubicBezTo>
                <a:close/>
              </a:path>
            </a:pathLst>
          </a:custGeom>
          <a:solidFill>
            <a:schemeClr val="accent3"/>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600"/>
              </a:spcAft>
            </a:pPr>
            <a:endParaRPr lang="en-US" sz="11500" b="1" dirty="0">
              <a:solidFill>
                <a:schemeClr val="accent3"/>
              </a:solidFill>
            </a:endParaRPr>
          </a:p>
        </p:txBody>
      </p:sp>
    </p:spTree>
    <p:custDataLst>
      <p:tags r:id="rId1"/>
    </p:custDataLst>
    <p:extLst>
      <p:ext uri="{BB962C8B-B14F-4D97-AF65-F5344CB8AC3E}">
        <p14:creationId xmlns:p14="http://schemas.microsoft.com/office/powerpoint/2010/main" val="242196483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and Imag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A9C38F01-C88C-66E4-D496-EE6F4DA6D042}"/>
              </a:ext>
            </a:extLst>
          </p:cNvPr>
          <p:cNvSpPr>
            <a:spLocks noGrp="1"/>
          </p:cNvSpPr>
          <p:nvPr>
            <p:ph type="pic" sz="quarter" idx="14" hasCustomPrompt="1"/>
          </p:nvPr>
        </p:nvSpPr>
        <p:spPr>
          <a:xfrm>
            <a:off x="1219200" y="2078979"/>
            <a:ext cx="1828800" cy="1828800"/>
          </a:xfrm>
          <a:solidFill>
            <a:srgbClr val="C4D0CD"/>
          </a:solidFill>
        </p:spPr>
        <p:txBody>
          <a:bodyPr lIns="180000" tIns="108000" rIns="180000"/>
          <a:lstStyle>
            <a:lvl1pPr marL="0" indent="0" algn="ctr">
              <a:buNone/>
              <a:defRPr sz="1800"/>
            </a:lvl1pPr>
          </a:lstStyle>
          <a:p>
            <a:r>
              <a:rPr lang="en-GB" dirty="0"/>
              <a:t>Click to add image</a:t>
            </a:r>
            <a:endParaRPr lang="en-US" dirty="0"/>
          </a:p>
        </p:txBody>
      </p:sp>
      <p:sp>
        <p:nvSpPr>
          <p:cNvPr id="2" name="Rectangle 1">
            <a:extLst>
              <a:ext uri="{FF2B5EF4-FFF2-40B4-BE49-F238E27FC236}">
                <a16:creationId xmlns:a16="http://schemas.microsoft.com/office/drawing/2014/main" id="{E7796C24-6670-DA8E-4126-26358670A78B}"/>
              </a:ext>
            </a:extLst>
          </p:cNvPr>
          <p:cNvSpPr/>
          <p:nvPr userDrawn="1"/>
        </p:nvSpPr>
        <p:spPr>
          <a:xfrm>
            <a:off x="0" y="0"/>
            <a:ext cx="6096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dirty="0" err="1"/>
          </a:p>
        </p:txBody>
      </p:sp>
      <p:sp>
        <p:nvSpPr>
          <p:cNvPr id="3" name="Date Placeholder 2">
            <a:extLst>
              <a:ext uri="{FF2B5EF4-FFF2-40B4-BE49-F238E27FC236}">
                <a16:creationId xmlns:a16="http://schemas.microsoft.com/office/drawing/2014/main" id="{FE4832AD-985D-4D13-ADFF-E382CC2CA7F2}"/>
              </a:ext>
            </a:extLst>
          </p:cNvPr>
          <p:cNvSpPr>
            <a:spLocks noGrp="1"/>
          </p:cNvSpPr>
          <p:nvPr>
            <p:ph type="dt" sz="half" idx="10"/>
          </p:nvPr>
        </p:nvSpPr>
        <p:spPr/>
        <p:txBody>
          <a:bodyPr/>
          <a:lstStyle>
            <a:lvl1pPr>
              <a:lnSpc>
                <a:spcPct val="100000"/>
              </a:lnSpc>
              <a:defRPr/>
            </a:lvl1pPr>
          </a:lstStyle>
          <a:p>
            <a:endParaRPr lang="en-GB"/>
          </a:p>
        </p:txBody>
      </p:sp>
      <p:sp>
        <p:nvSpPr>
          <p:cNvPr id="16" name="Title 15">
            <a:extLst>
              <a:ext uri="{FF2B5EF4-FFF2-40B4-BE49-F238E27FC236}">
                <a16:creationId xmlns:a16="http://schemas.microsoft.com/office/drawing/2014/main" id="{A9E1CF1C-7FA2-4710-BBC2-1C5B7B5ABF0F}"/>
              </a:ext>
            </a:extLst>
          </p:cNvPr>
          <p:cNvSpPr>
            <a:spLocks noGrp="1"/>
          </p:cNvSpPr>
          <p:nvPr>
            <p:ph type="title" hasCustomPrompt="1"/>
          </p:nvPr>
        </p:nvSpPr>
        <p:spPr>
          <a:xfrm>
            <a:off x="4267201" y="1219200"/>
            <a:ext cx="6705600" cy="3548359"/>
          </a:xfrm>
          <a:prstGeom prst="rect">
            <a:avLst/>
          </a:prstGeom>
          <a:noFill/>
        </p:spPr>
        <p:txBody>
          <a:bodyPr wrap="square" lIns="0" tIns="0" rIns="0" bIns="0" anchor="ctr" anchorCtr="0">
            <a:noAutofit/>
          </a:bodyPr>
          <a:lstStyle>
            <a:lvl1pPr algn="l">
              <a:lnSpc>
                <a:spcPct val="100000"/>
              </a:lnSpc>
              <a:defRPr baseline="0">
                <a:solidFill>
                  <a:schemeClr val="accent1"/>
                </a:solidFill>
              </a:defRPr>
            </a:lvl1pPr>
          </a:lstStyle>
          <a:p>
            <a:r>
              <a:rPr lang="en-US" dirty="0"/>
              <a:t>Click to add quote.</a:t>
            </a:r>
          </a:p>
        </p:txBody>
      </p:sp>
      <p:sp>
        <p:nvSpPr>
          <p:cNvPr id="5" name="Slide Number Placeholder 4">
            <a:extLst>
              <a:ext uri="{FF2B5EF4-FFF2-40B4-BE49-F238E27FC236}">
                <a16:creationId xmlns:a16="http://schemas.microsoft.com/office/drawing/2014/main" id="{D0F3331A-221C-4BB7-BE2C-92316653FCF1}"/>
              </a:ext>
            </a:extLst>
          </p:cNvPr>
          <p:cNvSpPr>
            <a:spLocks noGrp="1"/>
          </p:cNvSpPr>
          <p:nvPr>
            <p:ph type="sldNum" sz="quarter" idx="12"/>
          </p:nvPr>
        </p:nvSpPr>
        <p:spPr/>
        <p:txBody>
          <a:bodyPr/>
          <a:lstStyle>
            <a:lvl1pPr>
              <a:lnSpc>
                <a:spcPct val="100000"/>
              </a:lnSpc>
              <a:defRPr>
                <a:solidFill>
                  <a:schemeClr val="bg1"/>
                </a:solidFill>
              </a:defRPr>
            </a:lvl1pPr>
          </a:lstStyle>
          <a:p>
            <a:fld id="{F8E47D07-9D1E-4FE9-B31A-2F5863681021}" type="slidenum">
              <a:rPr lang="en-GB" smtClean="0"/>
              <a:pPr/>
              <a:t>‹#›</a:t>
            </a:fld>
            <a:endParaRPr lang="en-GB"/>
          </a:p>
        </p:txBody>
      </p:sp>
      <p:sp>
        <p:nvSpPr>
          <p:cNvPr id="6" name="Text Placeholder 5">
            <a:extLst>
              <a:ext uri="{FF2B5EF4-FFF2-40B4-BE49-F238E27FC236}">
                <a16:creationId xmlns:a16="http://schemas.microsoft.com/office/drawing/2014/main" id="{0DF1B5E0-FD79-4230-B3D0-006D6BDCBC6F}"/>
              </a:ext>
            </a:extLst>
          </p:cNvPr>
          <p:cNvSpPr>
            <a:spLocks noGrp="1"/>
          </p:cNvSpPr>
          <p:nvPr>
            <p:ph type="body" sz="quarter" idx="13" hasCustomPrompt="1"/>
          </p:nvPr>
        </p:nvSpPr>
        <p:spPr>
          <a:xfrm>
            <a:off x="4267201" y="5225830"/>
            <a:ext cx="6705600" cy="973358"/>
          </a:xfrm>
        </p:spPr>
        <p:txBody>
          <a:bodyPr/>
          <a:lstStyle>
            <a:lvl1pPr marL="0" indent="0" algn="l">
              <a:lnSpc>
                <a:spcPct val="100000"/>
              </a:lnSpc>
              <a:buNone/>
              <a:defRPr b="1">
                <a:solidFill>
                  <a:schemeClr val="tx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dirty="0"/>
              <a:t>Click to add attribution</a:t>
            </a:r>
          </a:p>
        </p:txBody>
      </p:sp>
      <p:sp>
        <p:nvSpPr>
          <p:cNvPr id="15" name="TextBox 14">
            <a:extLst>
              <a:ext uri="{FF2B5EF4-FFF2-40B4-BE49-F238E27FC236}">
                <a16:creationId xmlns:a16="http://schemas.microsoft.com/office/drawing/2014/main" id="{8B305329-1D2F-EF7C-8F5E-7FE0825D5AF6}"/>
              </a:ext>
            </a:extLst>
          </p:cNvPr>
          <p:cNvSpPr txBox="1"/>
          <p:nvPr userDrawn="1"/>
        </p:nvSpPr>
        <p:spPr>
          <a:xfrm>
            <a:off x="3657601" y="746021"/>
            <a:ext cx="609600" cy="458271"/>
          </a:xfrm>
          <a:custGeom>
            <a:avLst/>
            <a:gdLst>
              <a:gd name="connsiteX0" fmla="*/ 490993 w 543326"/>
              <a:gd name="connsiteY0" fmla="*/ 0 h 408449"/>
              <a:gd name="connsiteX1" fmla="*/ 520879 w 543326"/>
              <a:gd name="connsiteY1" fmla="*/ 1423 h 408449"/>
              <a:gd name="connsiteX2" fmla="*/ 537602 w 543326"/>
              <a:gd name="connsiteY2" fmla="*/ 6760 h 408449"/>
              <a:gd name="connsiteX3" fmla="*/ 543294 w 543326"/>
              <a:gd name="connsiteY3" fmla="*/ 16366 h 408449"/>
              <a:gd name="connsiteX4" fmla="*/ 540092 w 543326"/>
              <a:gd name="connsiteY4" fmla="*/ 29886 h 408449"/>
              <a:gd name="connsiteX5" fmla="*/ 456837 w 543326"/>
              <a:gd name="connsiteY5" fmla="*/ 224149 h 408449"/>
              <a:gd name="connsiteX6" fmla="*/ 456837 w 543326"/>
              <a:gd name="connsiteY6" fmla="*/ 334445 h 408449"/>
              <a:gd name="connsiteX7" fmla="*/ 451500 w 543326"/>
              <a:gd name="connsiteY7" fmla="*/ 373226 h 408449"/>
              <a:gd name="connsiteX8" fmla="*/ 435133 w 543326"/>
              <a:gd name="connsiteY8" fmla="*/ 395641 h 408449"/>
              <a:gd name="connsiteX9" fmla="*/ 406670 w 543326"/>
              <a:gd name="connsiteY9" fmla="*/ 405959 h 408449"/>
              <a:gd name="connsiteX10" fmla="*/ 366466 w 543326"/>
              <a:gd name="connsiteY10" fmla="*/ 408449 h 408449"/>
              <a:gd name="connsiteX11" fmla="*/ 326617 w 543326"/>
              <a:gd name="connsiteY11" fmla="*/ 405959 h 408449"/>
              <a:gd name="connsiteX12" fmla="*/ 299577 w 543326"/>
              <a:gd name="connsiteY12" fmla="*/ 395641 h 408449"/>
              <a:gd name="connsiteX13" fmla="*/ 284278 w 543326"/>
              <a:gd name="connsiteY13" fmla="*/ 373226 h 408449"/>
              <a:gd name="connsiteX14" fmla="*/ 279652 w 543326"/>
              <a:gd name="connsiteY14" fmla="*/ 334445 h 408449"/>
              <a:gd name="connsiteX15" fmla="*/ 282143 w 543326"/>
              <a:gd name="connsiteY15" fmla="*/ 284634 h 408449"/>
              <a:gd name="connsiteX16" fmla="*/ 290326 w 543326"/>
              <a:gd name="connsiteY16" fmla="*/ 241227 h 408449"/>
              <a:gd name="connsiteX17" fmla="*/ 305625 w 543326"/>
              <a:gd name="connsiteY17" fmla="*/ 201378 h 408449"/>
              <a:gd name="connsiteX18" fmla="*/ 328752 w 543326"/>
              <a:gd name="connsiteY18" fmla="*/ 162241 h 408449"/>
              <a:gd name="connsiteX19" fmla="*/ 419123 w 543326"/>
              <a:gd name="connsiteY19" fmla="*/ 26328 h 408449"/>
              <a:gd name="connsiteX20" fmla="*/ 429441 w 543326"/>
              <a:gd name="connsiteY20" fmla="*/ 14232 h 408449"/>
              <a:gd name="connsiteX21" fmla="*/ 442961 w 543326"/>
              <a:gd name="connsiteY21" fmla="*/ 6048 h 408449"/>
              <a:gd name="connsiteX22" fmla="*/ 462529 w 543326"/>
              <a:gd name="connsiteY22" fmla="*/ 1423 h 408449"/>
              <a:gd name="connsiteX23" fmla="*/ 490993 w 543326"/>
              <a:gd name="connsiteY23" fmla="*/ 0 h 408449"/>
              <a:gd name="connsiteX24" fmla="*/ 211340 w 543326"/>
              <a:gd name="connsiteY24" fmla="*/ 0 h 408449"/>
              <a:gd name="connsiteX25" fmla="*/ 241227 w 543326"/>
              <a:gd name="connsiteY25" fmla="*/ 1423 h 408449"/>
              <a:gd name="connsiteX26" fmla="*/ 258305 w 543326"/>
              <a:gd name="connsiteY26" fmla="*/ 6760 h 408449"/>
              <a:gd name="connsiteX27" fmla="*/ 263997 w 543326"/>
              <a:gd name="connsiteY27" fmla="*/ 16366 h 408449"/>
              <a:gd name="connsiteX28" fmla="*/ 261151 w 543326"/>
              <a:gd name="connsiteY28" fmla="*/ 29886 h 408449"/>
              <a:gd name="connsiteX29" fmla="*/ 177184 w 543326"/>
              <a:gd name="connsiteY29" fmla="*/ 224149 h 408449"/>
              <a:gd name="connsiteX30" fmla="*/ 177184 w 543326"/>
              <a:gd name="connsiteY30" fmla="*/ 334445 h 408449"/>
              <a:gd name="connsiteX31" fmla="*/ 171847 w 543326"/>
              <a:gd name="connsiteY31" fmla="*/ 373226 h 408449"/>
              <a:gd name="connsiteX32" fmla="*/ 155481 w 543326"/>
              <a:gd name="connsiteY32" fmla="*/ 395641 h 408449"/>
              <a:gd name="connsiteX33" fmla="*/ 127373 w 543326"/>
              <a:gd name="connsiteY33" fmla="*/ 405959 h 408449"/>
              <a:gd name="connsiteX34" fmla="*/ 86813 w 543326"/>
              <a:gd name="connsiteY34" fmla="*/ 408449 h 408449"/>
              <a:gd name="connsiteX35" fmla="*/ 46964 w 543326"/>
              <a:gd name="connsiteY35" fmla="*/ 405959 h 408449"/>
              <a:gd name="connsiteX36" fmla="*/ 20280 w 543326"/>
              <a:gd name="connsiteY36" fmla="*/ 395641 h 408449"/>
              <a:gd name="connsiteX37" fmla="*/ 4981 w 543326"/>
              <a:gd name="connsiteY37" fmla="*/ 373226 h 408449"/>
              <a:gd name="connsiteX38" fmla="*/ 0 w 543326"/>
              <a:gd name="connsiteY38" fmla="*/ 334445 h 408449"/>
              <a:gd name="connsiteX39" fmla="*/ 2490 w 543326"/>
              <a:gd name="connsiteY39" fmla="*/ 284634 h 408449"/>
              <a:gd name="connsiteX40" fmla="*/ 10673 w 543326"/>
              <a:gd name="connsiteY40" fmla="*/ 241227 h 408449"/>
              <a:gd name="connsiteX41" fmla="*/ 25972 w 543326"/>
              <a:gd name="connsiteY41" fmla="*/ 201378 h 408449"/>
              <a:gd name="connsiteX42" fmla="*/ 49099 w 543326"/>
              <a:gd name="connsiteY42" fmla="*/ 162241 h 408449"/>
              <a:gd name="connsiteX43" fmla="*/ 140182 w 543326"/>
              <a:gd name="connsiteY43" fmla="*/ 26328 h 408449"/>
              <a:gd name="connsiteX44" fmla="*/ 150500 w 543326"/>
              <a:gd name="connsiteY44" fmla="*/ 14232 h 408449"/>
              <a:gd name="connsiteX45" fmla="*/ 164020 w 543326"/>
              <a:gd name="connsiteY45" fmla="*/ 6048 h 408449"/>
              <a:gd name="connsiteX46" fmla="*/ 183588 w 543326"/>
              <a:gd name="connsiteY46" fmla="*/ 1423 h 408449"/>
              <a:gd name="connsiteX47" fmla="*/ 211340 w 543326"/>
              <a:gd name="connsiteY47" fmla="*/ 0 h 408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43326" h="408449">
                <a:moveTo>
                  <a:pt x="490993" y="0"/>
                </a:moveTo>
                <a:cubicBezTo>
                  <a:pt x="503327" y="0"/>
                  <a:pt x="513289" y="474"/>
                  <a:pt x="520879" y="1423"/>
                </a:cubicBezTo>
                <a:cubicBezTo>
                  <a:pt x="528470" y="2372"/>
                  <a:pt x="534044" y="4151"/>
                  <a:pt x="537602" y="6760"/>
                </a:cubicBezTo>
                <a:cubicBezTo>
                  <a:pt x="541160" y="9369"/>
                  <a:pt x="543057" y="12571"/>
                  <a:pt x="543294" y="16366"/>
                </a:cubicBezTo>
                <a:cubicBezTo>
                  <a:pt x="543532" y="20161"/>
                  <a:pt x="542464" y="24668"/>
                  <a:pt x="540092" y="29886"/>
                </a:cubicBezTo>
                <a:lnTo>
                  <a:pt x="456837" y="224149"/>
                </a:lnTo>
                <a:lnTo>
                  <a:pt x="456837" y="334445"/>
                </a:lnTo>
                <a:cubicBezTo>
                  <a:pt x="456837" y="350574"/>
                  <a:pt x="455058" y="363501"/>
                  <a:pt x="451500" y="373226"/>
                </a:cubicBezTo>
                <a:cubicBezTo>
                  <a:pt x="447942" y="382951"/>
                  <a:pt x="442487" y="390423"/>
                  <a:pt x="435133" y="395641"/>
                </a:cubicBezTo>
                <a:cubicBezTo>
                  <a:pt x="427780" y="400859"/>
                  <a:pt x="418293" y="404299"/>
                  <a:pt x="406670" y="405959"/>
                </a:cubicBezTo>
                <a:cubicBezTo>
                  <a:pt x="395048" y="407619"/>
                  <a:pt x="381646" y="408449"/>
                  <a:pt x="366466" y="408449"/>
                </a:cubicBezTo>
                <a:cubicBezTo>
                  <a:pt x="350811" y="408449"/>
                  <a:pt x="337528" y="407619"/>
                  <a:pt x="326617" y="405959"/>
                </a:cubicBezTo>
                <a:cubicBezTo>
                  <a:pt x="315706" y="404299"/>
                  <a:pt x="306692" y="400859"/>
                  <a:pt x="299577" y="395641"/>
                </a:cubicBezTo>
                <a:cubicBezTo>
                  <a:pt x="292461" y="390423"/>
                  <a:pt x="287361" y="382951"/>
                  <a:pt x="284278" y="373226"/>
                </a:cubicBezTo>
                <a:cubicBezTo>
                  <a:pt x="281194" y="363501"/>
                  <a:pt x="279652" y="350574"/>
                  <a:pt x="279652" y="334445"/>
                </a:cubicBezTo>
                <a:cubicBezTo>
                  <a:pt x="279652" y="316418"/>
                  <a:pt x="280482" y="299814"/>
                  <a:pt x="282143" y="284634"/>
                </a:cubicBezTo>
                <a:cubicBezTo>
                  <a:pt x="283803" y="269453"/>
                  <a:pt x="286531" y="254984"/>
                  <a:pt x="290326" y="241227"/>
                </a:cubicBezTo>
                <a:cubicBezTo>
                  <a:pt x="294121" y="227470"/>
                  <a:pt x="299221" y="214187"/>
                  <a:pt x="305625" y="201378"/>
                </a:cubicBezTo>
                <a:cubicBezTo>
                  <a:pt x="312029" y="188570"/>
                  <a:pt x="319738" y="175524"/>
                  <a:pt x="328752" y="162241"/>
                </a:cubicBezTo>
                <a:lnTo>
                  <a:pt x="419123" y="26328"/>
                </a:lnTo>
                <a:cubicBezTo>
                  <a:pt x="422444" y="21585"/>
                  <a:pt x="425883" y="17552"/>
                  <a:pt x="429441" y="14232"/>
                </a:cubicBezTo>
                <a:cubicBezTo>
                  <a:pt x="432999" y="10911"/>
                  <a:pt x="437505" y="8183"/>
                  <a:pt x="442961" y="6048"/>
                </a:cubicBezTo>
                <a:cubicBezTo>
                  <a:pt x="448416" y="3914"/>
                  <a:pt x="454939" y="2372"/>
                  <a:pt x="462529" y="1423"/>
                </a:cubicBezTo>
                <a:cubicBezTo>
                  <a:pt x="470120" y="474"/>
                  <a:pt x="479608" y="0"/>
                  <a:pt x="490993" y="0"/>
                </a:cubicBezTo>
                <a:close/>
                <a:moveTo>
                  <a:pt x="211340" y="0"/>
                </a:moveTo>
                <a:cubicBezTo>
                  <a:pt x="223674" y="0"/>
                  <a:pt x="233637" y="474"/>
                  <a:pt x="241227" y="1423"/>
                </a:cubicBezTo>
                <a:cubicBezTo>
                  <a:pt x="248817" y="2372"/>
                  <a:pt x="254510" y="4151"/>
                  <a:pt x="258305" y="6760"/>
                </a:cubicBezTo>
                <a:cubicBezTo>
                  <a:pt x="262100" y="9369"/>
                  <a:pt x="263997" y="12571"/>
                  <a:pt x="263997" y="16366"/>
                </a:cubicBezTo>
                <a:cubicBezTo>
                  <a:pt x="263997" y="20161"/>
                  <a:pt x="263049" y="24668"/>
                  <a:pt x="261151" y="29886"/>
                </a:cubicBezTo>
                <a:lnTo>
                  <a:pt x="177184" y="224149"/>
                </a:lnTo>
                <a:lnTo>
                  <a:pt x="177184" y="334445"/>
                </a:lnTo>
                <a:cubicBezTo>
                  <a:pt x="177184" y="350574"/>
                  <a:pt x="175405" y="363501"/>
                  <a:pt x="171847" y="373226"/>
                </a:cubicBezTo>
                <a:cubicBezTo>
                  <a:pt x="168289" y="382951"/>
                  <a:pt x="162834" y="390423"/>
                  <a:pt x="155481" y="395641"/>
                </a:cubicBezTo>
                <a:cubicBezTo>
                  <a:pt x="148128" y="400859"/>
                  <a:pt x="138759" y="404299"/>
                  <a:pt x="127373" y="405959"/>
                </a:cubicBezTo>
                <a:cubicBezTo>
                  <a:pt x="115988" y="407619"/>
                  <a:pt x="102468" y="408449"/>
                  <a:pt x="86813" y="408449"/>
                </a:cubicBezTo>
                <a:cubicBezTo>
                  <a:pt x="71158" y="408449"/>
                  <a:pt x="57875" y="407619"/>
                  <a:pt x="46964" y="405959"/>
                </a:cubicBezTo>
                <a:cubicBezTo>
                  <a:pt x="36053" y="404299"/>
                  <a:pt x="27158" y="400859"/>
                  <a:pt x="20280" y="395641"/>
                </a:cubicBezTo>
                <a:cubicBezTo>
                  <a:pt x="13401" y="390423"/>
                  <a:pt x="8301" y="382951"/>
                  <a:pt x="4981" y="373226"/>
                </a:cubicBezTo>
                <a:cubicBezTo>
                  <a:pt x="1660" y="363501"/>
                  <a:pt x="0" y="350574"/>
                  <a:pt x="0" y="334445"/>
                </a:cubicBezTo>
                <a:cubicBezTo>
                  <a:pt x="0" y="316418"/>
                  <a:pt x="830" y="299814"/>
                  <a:pt x="2490" y="284634"/>
                </a:cubicBezTo>
                <a:cubicBezTo>
                  <a:pt x="4151" y="269453"/>
                  <a:pt x="6878" y="254984"/>
                  <a:pt x="10673" y="241227"/>
                </a:cubicBezTo>
                <a:cubicBezTo>
                  <a:pt x="14468" y="227470"/>
                  <a:pt x="19568" y="214187"/>
                  <a:pt x="25972" y="201378"/>
                </a:cubicBezTo>
                <a:cubicBezTo>
                  <a:pt x="32377" y="188570"/>
                  <a:pt x="40086" y="175524"/>
                  <a:pt x="49099" y="162241"/>
                </a:cubicBezTo>
                <a:lnTo>
                  <a:pt x="140182" y="26328"/>
                </a:lnTo>
                <a:cubicBezTo>
                  <a:pt x="143502" y="21585"/>
                  <a:pt x="146942" y="17552"/>
                  <a:pt x="150500" y="14232"/>
                </a:cubicBezTo>
                <a:cubicBezTo>
                  <a:pt x="154058" y="10911"/>
                  <a:pt x="158564" y="8183"/>
                  <a:pt x="164020" y="6048"/>
                </a:cubicBezTo>
                <a:cubicBezTo>
                  <a:pt x="169475" y="3914"/>
                  <a:pt x="175998" y="2372"/>
                  <a:pt x="183588" y="1423"/>
                </a:cubicBezTo>
                <a:cubicBezTo>
                  <a:pt x="191179" y="474"/>
                  <a:pt x="200429" y="0"/>
                  <a:pt x="211340" y="0"/>
                </a:cubicBezTo>
                <a:close/>
              </a:path>
            </a:pathLst>
          </a:custGeom>
          <a:solidFill>
            <a:schemeClr val="accent3"/>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600"/>
              </a:spcAft>
            </a:pPr>
            <a:endParaRPr lang="en-US" sz="11500" b="1" dirty="0">
              <a:solidFill>
                <a:schemeClr val="accent3"/>
              </a:solidFill>
            </a:endParaRPr>
          </a:p>
        </p:txBody>
      </p:sp>
      <p:sp>
        <p:nvSpPr>
          <p:cNvPr id="14" name="TextBox 13">
            <a:extLst>
              <a:ext uri="{FF2B5EF4-FFF2-40B4-BE49-F238E27FC236}">
                <a16:creationId xmlns:a16="http://schemas.microsoft.com/office/drawing/2014/main" id="{76FC7613-EC6C-9EFE-D02C-AD5E5C8730A5}"/>
              </a:ext>
            </a:extLst>
          </p:cNvPr>
          <p:cNvSpPr txBox="1"/>
          <p:nvPr userDrawn="1"/>
        </p:nvSpPr>
        <p:spPr>
          <a:xfrm>
            <a:off x="10972800" y="4767559"/>
            <a:ext cx="609601" cy="458271"/>
          </a:xfrm>
          <a:custGeom>
            <a:avLst/>
            <a:gdLst>
              <a:gd name="connsiteX0" fmla="*/ 456514 w 543327"/>
              <a:gd name="connsiteY0" fmla="*/ 0 h 408449"/>
              <a:gd name="connsiteX1" fmla="*/ 496363 w 543327"/>
              <a:gd name="connsiteY1" fmla="*/ 2490 h 408449"/>
              <a:gd name="connsiteX2" fmla="*/ 523047 w 543327"/>
              <a:gd name="connsiteY2" fmla="*/ 12808 h 408449"/>
              <a:gd name="connsiteX3" fmla="*/ 538346 w 543327"/>
              <a:gd name="connsiteY3" fmla="*/ 35223 h 408449"/>
              <a:gd name="connsiteX4" fmla="*/ 543327 w 543327"/>
              <a:gd name="connsiteY4" fmla="*/ 74005 h 408449"/>
              <a:gd name="connsiteX5" fmla="*/ 540837 w 543327"/>
              <a:gd name="connsiteY5" fmla="*/ 123816 h 408449"/>
              <a:gd name="connsiteX6" fmla="*/ 532654 w 543327"/>
              <a:gd name="connsiteY6" fmla="*/ 167222 h 408449"/>
              <a:gd name="connsiteX7" fmla="*/ 517710 w 543327"/>
              <a:gd name="connsiteY7" fmla="*/ 207071 h 408449"/>
              <a:gd name="connsiteX8" fmla="*/ 494228 w 543327"/>
              <a:gd name="connsiteY8" fmla="*/ 246208 h 408449"/>
              <a:gd name="connsiteX9" fmla="*/ 403145 w 543327"/>
              <a:gd name="connsiteY9" fmla="*/ 382121 h 408449"/>
              <a:gd name="connsiteX10" fmla="*/ 392827 w 543327"/>
              <a:gd name="connsiteY10" fmla="*/ 394218 h 408449"/>
              <a:gd name="connsiteX11" fmla="*/ 379307 w 543327"/>
              <a:gd name="connsiteY11" fmla="*/ 402401 h 408449"/>
              <a:gd name="connsiteX12" fmla="*/ 359738 w 543327"/>
              <a:gd name="connsiteY12" fmla="*/ 407026 h 408449"/>
              <a:gd name="connsiteX13" fmla="*/ 331987 w 543327"/>
              <a:gd name="connsiteY13" fmla="*/ 408449 h 408449"/>
              <a:gd name="connsiteX14" fmla="*/ 302100 w 543327"/>
              <a:gd name="connsiteY14" fmla="*/ 407026 h 408449"/>
              <a:gd name="connsiteX15" fmla="*/ 285378 w 543327"/>
              <a:gd name="connsiteY15" fmla="*/ 401689 h 408449"/>
              <a:gd name="connsiteX16" fmla="*/ 279685 w 543327"/>
              <a:gd name="connsiteY16" fmla="*/ 392083 h 408449"/>
              <a:gd name="connsiteX17" fmla="*/ 282176 w 543327"/>
              <a:gd name="connsiteY17" fmla="*/ 377851 h 408449"/>
              <a:gd name="connsiteX18" fmla="*/ 366143 w 543327"/>
              <a:gd name="connsiteY18" fmla="*/ 184300 h 408449"/>
              <a:gd name="connsiteX19" fmla="*/ 366143 w 543327"/>
              <a:gd name="connsiteY19" fmla="*/ 74005 h 408449"/>
              <a:gd name="connsiteX20" fmla="*/ 371480 w 543327"/>
              <a:gd name="connsiteY20" fmla="*/ 35223 h 408449"/>
              <a:gd name="connsiteX21" fmla="*/ 387490 w 543327"/>
              <a:gd name="connsiteY21" fmla="*/ 12808 h 408449"/>
              <a:gd name="connsiteX22" fmla="*/ 415598 w 543327"/>
              <a:gd name="connsiteY22" fmla="*/ 2490 h 408449"/>
              <a:gd name="connsiteX23" fmla="*/ 456514 w 543327"/>
              <a:gd name="connsiteY23" fmla="*/ 0 h 408449"/>
              <a:gd name="connsiteX24" fmla="*/ 177573 w 543327"/>
              <a:gd name="connsiteY24" fmla="*/ 0 h 408449"/>
              <a:gd name="connsiteX25" fmla="*/ 217422 w 543327"/>
              <a:gd name="connsiteY25" fmla="*/ 2490 h 408449"/>
              <a:gd name="connsiteX26" fmla="*/ 244106 w 543327"/>
              <a:gd name="connsiteY26" fmla="*/ 12808 h 408449"/>
              <a:gd name="connsiteX27" fmla="*/ 259405 w 543327"/>
              <a:gd name="connsiteY27" fmla="*/ 35223 h 408449"/>
              <a:gd name="connsiteX28" fmla="*/ 264386 w 543327"/>
              <a:gd name="connsiteY28" fmla="*/ 74005 h 408449"/>
              <a:gd name="connsiteX29" fmla="*/ 261896 w 543327"/>
              <a:gd name="connsiteY29" fmla="*/ 123816 h 408449"/>
              <a:gd name="connsiteX30" fmla="*/ 253713 w 543327"/>
              <a:gd name="connsiteY30" fmla="*/ 167222 h 408449"/>
              <a:gd name="connsiteX31" fmla="*/ 238413 w 543327"/>
              <a:gd name="connsiteY31" fmla="*/ 207071 h 408449"/>
              <a:gd name="connsiteX32" fmla="*/ 215287 w 543327"/>
              <a:gd name="connsiteY32" fmla="*/ 246208 h 408449"/>
              <a:gd name="connsiteX33" fmla="*/ 123493 w 543327"/>
              <a:gd name="connsiteY33" fmla="*/ 382121 h 408449"/>
              <a:gd name="connsiteX34" fmla="*/ 113530 w 543327"/>
              <a:gd name="connsiteY34" fmla="*/ 394218 h 408449"/>
              <a:gd name="connsiteX35" fmla="*/ 99654 w 543327"/>
              <a:gd name="connsiteY35" fmla="*/ 402401 h 408449"/>
              <a:gd name="connsiteX36" fmla="*/ 80442 w 543327"/>
              <a:gd name="connsiteY36" fmla="*/ 407026 h 408449"/>
              <a:gd name="connsiteX37" fmla="*/ 53046 w 543327"/>
              <a:gd name="connsiteY37" fmla="*/ 408449 h 408449"/>
              <a:gd name="connsiteX38" fmla="*/ 22803 w 543327"/>
              <a:gd name="connsiteY38" fmla="*/ 407026 h 408449"/>
              <a:gd name="connsiteX39" fmla="*/ 5725 w 543327"/>
              <a:gd name="connsiteY39" fmla="*/ 401689 h 408449"/>
              <a:gd name="connsiteX40" fmla="*/ 33 w 543327"/>
              <a:gd name="connsiteY40" fmla="*/ 392083 h 408449"/>
              <a:gd name="connsiteX41" fmla="*/ 3235 w 543327"/>
              <a:gd name="connsiteY41" fmla="*/ 377851 h 408449"/>
              <a:gd name="connsiteX42" fmla="*/ 87202 w 543327"/>
              <a:gd name="connsiteY42" fmla="*/ 184300 h 408449"/>
              <a:gd name="connsiteX43" fmla="*/ 87202 w 543327"/>
              <a:gd name="connsiteY43" fmla="*/ 74005 h 408449"/>
              <a:gd name="connsiteX44" fmla="*/ 92183 w 543327"/>
              <a:gd name="connsiteY44" fmla="*/ 35223 h 408449"/>
              <a:gd name="connsiteX45" fmla="*/ 108193 w 543327"/>
              <a:gd name="connsiteY45" fmla="*/ 12808 h 408449"/>
              <a:gd name="connsiteX46" fmla="*/ 136657 w 543327"/>
              <a:gd name="connsiteY46" fmla="*/ 2490 h 408449"/>
              <a:gd name="connsiteX47" fmla="*/ 177573 w 543327"/>
              <a:gd name="connsiteY47" fmla="*/ 0 h 408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43327" h="408449">
                <a:moveTo>
                  <a:pt x="456514" y="0"/>
                </a:moveTo>
                <a:cubicBezTo>
                  <a:pt x="472169" y="0"/>
                  <a:pt x="485452" y="830"/>
                  <a:pt x="496363" y="2490"/>
                </a:cubicBezTo>
                <a:cubicBezTo>
                  <a:pt x="507274" y="4151"/>
                  <a:pt x="516169" y="7590"/>
                  <a:pt x="523047" y="12808"/>
                </a:cubicBezTo>
                <a:cubicBezTo>
                  <a:pt x="529926" y="18027"/>
                  <a:pt x="535026" y="25498"/>
                  <a:pt x="538346" y="35223"/>
                </a:cubicBezTo>
                <a:cubicBezTo>
                  <a:pt x="541667" y="44948"/>
                  <a:pt x="543327" y="57875"/>
                  <a:pt x="543327" y="74005"/>
                </a:cubicBezTo>
                <a:cubicBezTo>
                  <a:pt x="543327" y="92031"/>
                  <a:pt x="542497" y="108635"/>
                  <a:pt x="540837" y="123816"/>
                </a:cubicBezTo>
                <a:cubicBezTo>
                  <a:pt x="539177" y="138996"/>
                  <a:pt x="536449" y="153465"/>
                  <a:pt x="532654" y="167222"/>
                </a:cubicBezTo>
                <a:cubicBezTo>
                  <a:pt x="528859" y="180980"/>
                  <a:pt x="523877" y="194262"/>
                  <a:pt x="517710" y="207071"/>
                </a:cubicBezTo>
                <a:cubicBezTo>
                  <a:pt x="511543" y="219879"/>
                  <a:pt x="503716" y="232925"/>
                  <a:pt x="494228" y="246208"/>
                </a:cubicBezTo>
                <a:lnTo>
                  <a:pt x="403145" y="382121"/>
                </a:lnTo>
                <a:cubicBezTo>
                  <a:pt x="399824" y="386865"/>
                  <a:pt x="396385" y="390897"/>
                  <a:pt x="392827" y="394218"/>
                </a:cubicBezTo>
                <a:cubicBezTo>
                  <a:pt x="389269" y="397538"/>
                  <a:pt x="384763" y="400266"/>
                  <a:pt x="379307" y="402401"/>
                </a:cubicBezTo>
                <a:cubicBezTo>
                  <a:pt x="373852" y="404536"/>
                  <a:pt x="367329" y="406077"/>
                  <a:pt x="359738" y="407026"/>
                </a:cubicBezTo>
                <a:cubicBezTo>
                  <a:pt x="352148" y="407975"/>
                  <a:pt x="342898" y="408449"/>
                  <a:pt x="331987" y="408449"/>
                </a:cubicBezTo>
                <a:cubicBezTo>
                  <a:pt x="319653" y="408449"/>
                  <a:pt x="309690" y="407975"/>
                  <a:pt x="302100" y="407026"/>
                </a:cubicBezTo>
                <a:cubicBezTo>
                  <a:pt x="294510" y="406077"/>
                  <a:pt x="288936" y="404299"/>
                  <a:pt x="285378" y="401689"/>
                </a:cubicBezTo>
                <a:cubicBezTo>
                  <a:pt x="281820" y="399080"/>
                  <a:pt x="279923" y="395878"/>
                  <a:pt x="279685" y="392083"/>
                </a:cubicBezTo>
                <a:cubicBezTo>
                  <a:pt x="279448" y="388288"/>
                  <a:pt x="280278" y="383544"/>
                  <a:pt x="282176" y="377851"/>
                </a:cubicBezTo>
                <a:lnTo>
                  <a:pt x="366143" y="184300"/>
                </a:lnTo>
                <a:lnTo>
                  <a:pt x="366143" y="74005"/>
                </a:lnTo>
                <a:cubicBezTo>
                  <a:pt x="366143" y="57875"/>
                  <a:pt x="367922" y="44948"/>
                  <a:pt x="371480" y="35223"/>
                </a:cubicBezTo>
                <a:cubicBezTo>
                  <a:pt x="375038" y="25498"/>
                  <a:pt x="380374" y="18027"/>
                  <a:pt x="387490" y="12808"/>
                </a:cubicBezTo>
                <a:cubicBezTo>
                  <a:pt x="394606" y="7590"/>
                  <a:pt x="403975" y="4151"/>
                  <a:pt x="415598" y="2490"/>
                </a:cubicBezTo>
                <a:cubicBezTo>
                  <a:pt x="427220" y="830"/>
                  <a:pt x="440859" y="0"/>
                  <a:pt x="456514" y="0"/>
                </a:cubicBezTo>
                <a:close/>
                <a:moveTo>
                  <a:pt x="177573" y="0"/>
                </a:moveTo>
                <a:cubicBezTo>
                  <a:pt x="193228" y="0"/>
                  <a:pt x="206511" y="830"/>
                  <a:pt x="217422" y="2490"/>
                </a:cubicBezTo>
                <a:cubicBezTo>
                  <a:pt x="228333" y="4151"/>
                  <a:pt x="237228" y="7590"/>
                  <a:pt x="244106" y="12808"/>
                </a:cubicBezTo>
                <a:cubicBezTo>
                  <a:pt x="250985" y="18027"/>
                  <a:pt x="256085" y="25498"/>
                  <a:pt x="259405" y="35223"/>
                </a:cubicBezTo>
                <a:cubicBezTo>
                  <a:pt x="262726" y="44948"/>
                  <a:pt x="264386" y="57875"/>
                  <a:pt x="264386" y="74005"/>
                </a:cubicBezTo>
                <a:cubicBezTo>
                  <a:pt x="264386" y="92031"/>
                  <a:pt x="263556" y="108635"/>
                  <a:pt x="261896" y="123816"/>
                </a:cubicBezTo>
                <a:cubicBezTo>
                  <a:pt x="260235" y="138996"/>
                  <a:pt x="257508" y="153465"/>
                  <a:pt x="253713" y="167222"/>
                </a:cubicBezTo>
                <a:cubicBezTo>
                  <a:pt x="249917" y="180980"/>
                  <a:pt x="244818" y="194262"/>
                  <a:pt x="238413" y="207071"/>
                </a:cubicBezTo>
                <a:cubicBezTo>
                  <a:pt x="232009" y="219879"/>
                  <a:pt x="224300" y="232925"/>
                  <a:pt x="215287" y="246208"/>
                </a:cubicBezTo>
                <a:lnTo>
                  <a:pt x="123493" y="382121"/>
                </a:lnTo>
                <a:cubicBezTo>
                  <a:pt x="120646" y="386865"/>
                  <a:pt x="117326" y="390897"/>
                  <a:pt x="113530" y="394218"/>
                </a:cubicBezTo>
                <a:cubicBezTo>
                  <a:pt x="109735" y="397538"/>
                  <a:pt x="105110" y="400266"/>
                  <a:pt x="99654" y="402401"/>
                </a:cubicBezTo>
                <a:cubicBezTo>
                  <a:pt x="94199" y="404536"/>
                  <a:pt x="87795" y="406077"/>
                  <a:pt x="80442" y="407026"/>
                </a:cubicBezTo>
                <a:cubicBezTo>
                  <a:pt x="73089" y="407975"/>
                  <a:pt x="63957" y="408449"/>
                  <a:pt x="53046" y="408449"/>
                </a:cubicBezTo>
                <a:cubicBezTo>
                  <a:pt x="40712" y="408449"/>
                  <a:pt x="30631" y="407975"/>
                  <a:pt x="22803" y="407026"/>
                </a:cubicBezTo>
                <a:cubicBezTo>
                  <a:pt x="14976" y="406077"/>
                  <a:pt x="9283" y="404299"/>
                  <a:pt x="5725" y="401689"/>
                </a:cubicBezTo>
                <a:cubicBezTo>
                  <a:pt x="2167" y="399080"/>
                  <a:pt x="270" y="395878"/>
                  <a:pt x="33" y="392083"/>
                </a:cubicBezTo>
                <a:cubicBezTo>
                  <a:pt x="-204" y="388288"/>
                  <a:pt x="863" y="383544"/>
                  <a:pt x="3235" y="377851"/>
                </a:cubicBezTo>
                <a:lnTo>
                  <a:pt x="87202" y="184300"/>
                </a:lnTo>
                <a:lnTo>
                  <a:pt x="87202" y="74005"/>
                </a:lnTo>
                <a:cubicBezTo>
                  <a:pt x="87202" y="57875"/>
                  <a:pt x="88862" y="44948"/>
                  <a:pt x="92183" y="35223"/>
                </a:cubicBezTo>
                <a:cubicBezTo>
                  <a:pt x="95504" y="25498"/>
                  <a:pt x="100841" y="18027"/>
                  <a:pt x="108193" y="12808"/>
                </a:cubicBezTo>
                <a:cubicBezTo>
                  <a:pt x="115547" y="7590"/>
                  <a:pt x="125034" y="4151"/>
                  <a:pt x="136657" y="2490"/>
                </a:cubicBezTo>
                <a:cubicBezTo>
                  <a:pt x="148279" y="830"/>
                  <a:pt x="161918" y="0"/>
                  <a:pt x="177573" y="0"/>
                </a:cubicBezTo>
                <a:close/>
              </a:path>
            </a:pathLst>
          </a:custGeom>
          <a:solidFill>
            <a:schemeClr val="accent3"/>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600"/>
              </a:spcAft>
            </a:pPr>
            <a:endParaRPr lang="en-US" sz="11500" b="1" dirty="0">
              <a:solidFill>
                <a:schemeClr val="accent3"/>
              </a:solidFill>
            </a:endParaRPr>
          </a:p>
        </p:txBody>
      </p:sp>
    </p:spTree>
    <p:custDataLst>
      <p:tags r:id="rId1"/>
    </p:custDataLst>
    <p:extLst>
      <p:ext uri="{BB962C8B-B14F-4D97-AF65-F5344CB8AC3E}">
        <p14:creationId xmlns:p14="http://schemas.microsoft.com/office/powerpoint/2010/main" val="32726362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END">
    <p:bg>
      <p:bgPr>
        <a:solidFill>
          <a:schemeClr val="tx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C22DA5D-EC7E-40C3-8862-3E3748AD6C3A}"/>
              </a:ext>
            </a:extLst>
          </p:cNvPr>
          <p:cNvSpPr txBox="1">
            <a:spLocks/>
          </p:cNvSpPr>
          <p:nvPr userDrawn="1"/>
        </p:nvSpPr>
        <p:spPr>
          <a:xfrm>
            <a:off x="1257304" y="769811"/>
            <a:ext cx="9677394" cy="5318379"/>
          </a:xfrm>
          <a:prstGeom prst="rect">
            <a:avLst/>
          </a:prstGeom>
        </p:spPr>
        <p:txBody>
          <a:bodyPr vert="horz" wrap="square" lIns="0" tIns="0" rIns="0" bIns="0" rtlCol="0" anchor="t">
            <a:spAutoFit/>
          </a:bodyPr>
          <a:lstStyle>
            <a:lvl1pPr algn="ctr" defTabSz="914400" rtl="0" eaLnBrk="1" latinLnBrk="0" hangingPunct="1">
              <a:lnSpc>
                <a:spcPct val="90000"/>
              </a:lnSpc>
              <a:spcBef>
                <a:spcPct val="0"/>
              </a:spcBef>
              <a:buNone/>
              <a:defRPr sz="6000" kern="1200">
                <a:solidFill>
                  <a:schemeClr val="bg1"/>
                </a:solidFill>
                <a:latin typeface="+mj-lt"/>
                <a:ea typeface="+mj-ea"/>
                <a:cs typeface="+mj-cs"/>
              </a:defRPr>
            </a:lvl1pPr>
          </a:lstStyle>
          <a:p>
            <a:pPr>
              <a:lnSpc>
                <a:spcPct val="90000"/>
              </a:lnSpc>
            </a:pPr>
            <a:r>
              <a:rPr lang="en-US" sz="9600" dirty="0"/>
              <a:t>Do not use layouts</a:t>
            </a:r>
            <a:br>
              <a:rPr lang="en-US" sz="9600" dirty="0"/>
            </a:br>
            <a:r>
              <a:rPr lang="en-US" sz="9600" dirty="0"/>
              <a:t>in this section appearing after this point. </a:t>
            </a:r>
          </a:p>
        </p:txBody>
      </p:sp>
      <p:sp>
        <p:nvSpPr>
          <p:cNvPr id="3" name="DO NOT DELETE (BRANDIN)">
            <a:extLst>
              <a:ext uri="{FF2B5EF4-FFF2-40B4-BE49-F238E27FC236}">
                <a16:creationId xmlns:a16="http://schemas.microsoft.com/office/drawing/2014/main" id="{67A6BD22-A0FD-E747-A45C-6A8FB5227CDB}"/>
              </a:ext>
            </a:extLst>
          </p:cNvPr>
          <p:cNvSpPr/>
          <p:nvPr userDrawn="1"/>
        </p:nvSpPr>
        <p:spPr>
          <a:xfrm>
            <a:off x="152400" y="15240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20000"/>
              </a:lnSpc>
              <a:spcAft>
                <a:spcPts val="600"/>
              </a:spcAft>
            </a:pPr>
            <a:endParaRPr lang="en-US" dirty="0" err="1"/>
          </a:p>
        </p:txBody>
      </p:sp>
    </p:spTree>
    <p:custDataLst>
      <p:custData r:id="rId1"/>
      <p:tags r:id="rId2"/>
    </p:custDataLst>
    <p:extLst>
      <p:ext uri="{BB962C8B-B14F-4D97-AF65-F5344CB8AC3E}">
        <p14:creationId xmlns:p14="http://schemas.microsoft.com/office/powerpoint/2010/main" val="17355334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Image and 3 Points">
    <p:spTree>
      <p:nvGrpSpPr>
        <p:cNvPr id="1" name=""/>
        <p:cNvGrpSpPr/>
        <p:nvPr/>
      </p:nvGrpSpPr>
      <p:grpSpPr>
        <a:xfrm>
          <a:off x="0" y="0"/>
          <a:ext cx="0" cy="0"/>
          <a:chOff x="0" y="0"/>
          <a:chExt cx="0" cy="0"/>
        </a:xfrm>
      </p:grpSpPr>
      <p:sp>
        <p:nvSpPr>
          <p:cNvPr id="14" name="Text Placeholder 96">
            <a:extLst>
              <a:ext uri="{FF2B5EF4-FFF2-40B4-BE49-F238E27FC236}">
                <a16:creationId xmlns:a16="http://schemas.microsoft.com/office/drawing/2014/main" id="{EC615CB5-4947-47D0-B400-A69B3468C41A}"/>
              </a:ext>
            </a:extLst>
          </p:cNvPr>
          <p:cNvSpPr>
            <a:spLocks noGrp="1"/>
          </p:cNvSpPr>
          <p:nvPr>
            <p:ph type="body" sz="quarter" idx="111" hasCustomPrompt="1"/>
          </p:nvPr>
        </p:nvSpPr>
        <p:spPr>
          <a:xfrm>
            <a:off x="4876800" y="5541963"/>
            <a:ext cx="6705599" cy="657225"/>
          </a:xfrm>
        </p:spPr>
        <p:txBody>
          <a:bodyPr lIns="0" tIns="0" rIns="0" bIns="0" anchor="b" anchorCtr="0">
            <a:noAutofit/>
          </a:bodyPr>
          <a:lstStyle>
            <a:lvl1pPr>
              <a:lnSpc>
                <a:spcPct val="100000"/>
              </a:lnSpc>
              <a:spcAft>
                <a:spcPts val="300"/>
              </a:spcAft>
              <a:buNone/>
              <a:defRPr sz="800"/>
            </a:lvl1pPr>
          </a:lstStyle>
          <a:p>
            <a:pPr lvl="0"/>
            <a:r>
              <a:rPr lang="en-US" dirty="0"/>
              <a:t>Footnotes</a:t>
            </a:r>
          </a:p>
        </p:txBody>
      </p:sp>
      <p:sp>
        <p:nvSpPr>
          <p:cNvPr id="3" name="Date Placeholder 2">
            <a:extLst>
              <a:ext uri="{FF2B5EF4-FFF2-40B4-BE49-F238E27FC236}">
                <a16:creationId xmlns:a16="http://schemas.microsoft.com/office/drawing/2014/main" id="{8EDCC698-5F0A-4A1C-B64E-2817FBBBC11A}"/>
              </a:ext>
            </a:extLst>
          </p:cNvPr>
          <p:cNvSpPr>
            <a:spLocks noGrp="1"/>
          </p:cNvSpPr>
          <p:nvPr>
            <p:ph type="dt" sz="half" idx="10"/>
          </p:nvPr>
        </p:nvSpPr>
        <p:spPr/>
        <p:txBody>
          <a:bodyPr/>
          <a:lstStyle>
            <a:lvl1pPr>
              <a:lnSpc>
                <a:spcPct val="100000"/>
              </a:lnSpc>
              <a:defRPr/>
            </a:lvl1pPr>
          </a:lstStyle>
          <a:p>
            <a:endParaRPr lang="en-GB"/>
          </a:p>
        </p:txBody>
      </p:sp>
      <p:sp>
        <p:nvSpPr>
          <p:cNvPr id="13" name="Picture Placeholder 13">
            <a:extLst>
              <a:ext uri="{FF2B5EF4-FFF2-40B4-BE49-F238E27FC236}">
                <a16:creationId xmlns:a16="http://schemas.microsoft.com/office/drawing/2014/main" id="{40B35679-83CF-4DE2-BCA6-286802F65026}"/>
              </a:ext>
            </a:extLst>
          </p:cNvPr>
          <p:cNvSpPr>
            <a:spLocks noGrp="1"/>
          </p:cNvSpPr>
          <p:nvPr>
            <p:ph type="pic" sz="quarter" idx="20" hasCustomPrompt="1"/>
          </p:nvPr>
        </p:nvSpPr>
        <p:spPr>
          <a:xfrm>
            <a:off x="1" y="0"/>
            <a:ext cx="4267199" cy="6858000"/>
          </a:xfrm>
          <a:prstGeom prst="rect">
            <a:avLst/>
          </a:prstGeom>
          <a:solidFill>
            <a:schemeClr val="bg2">
              <a:lumMod val="40000"/>
              <a:lumOff val="60000"/>
            </a:schemeClr>
          </a:solidFill>
        </p:spPr>
        <p:txBody>
          <a:bodyPr vert="horz" wrap="square" lIns="396000" tIns="612000" rIns="576000" bIns="1368000" rtlCol="0" anchor="ctr" anchorCtr="0">
            <a:noAutofit/>
          </a:bodyPr>
          <a:lstStyle>
            <a:lvl1pPr marL="0" indent="0" algn="l">
              <a:lnSpc>
                <a:spcPct val="100000"/>
              </a:lnSpc>
              <a:spcAft>
                <a:spcPts val="0"/>
              </a:spcAft>
              <a:buNone/>
              <a:defRPr lang="en-US" sz="1600" b="1" dirty="0"/>
            </a:lvl1pPr>
          </a:lstStyle>
          <a:p>
            <a:r>
              <a:rPr lang="en-US" dirty="0"/>
              <a:t>_____________________________</a:t>
            </a:r>
            <a:br>
              <a:rPr lang="en-US" dirty="0"/>
            </a:br>
            <a:br>
              <a:rPr lang="en-US" dirty="0"/>
            </a:br>
            <a:r>
              <a:rPr lang="en-US" dirty="0"/>
              <a:t>To add a brand image here:</a:t>
            </a:r>
            <a:br>
              <a:rPr lang="en-US" dirty="0"/>
            </a:br>
            <a:r>
              <a:rPr lang="en-US" dirty="0"/>
              <a:t>Select this placeholder and click </a:t>
            </a:r>
            <a:br>
              <a:rPr lang="en-US" dirty="0"/>
            </a:br>
            <a:r>
              <a:rPr lang="en-US" dirty="0"/>
              <a:t>Brand Pictures in </a:t>
            </a:r>
            <a:r>
              <a:rPr lang="en-US" dirty="0" err="1"/>
              <a:t>BrandIn</a:t>
            </a:r>
            <a:r>
              <a:rPr lang="en-US" dirty="0"/>
              <a:t>.</a:t>
            </a:r>
            <a:br>
              <a:rPr lang="en-US" dirty="0"/>
            </a:br>
            <a:br>
              <a:rPr lang="en-US" dirty="0"/>
            </a:br>
            <a:r>
              <a:rPr lang="en-US" dirty="0"/>
              <a:t>Clicking the icon will insert an </a:t>
            </a:r>
            <a:br>
              <a:rPr lang="en-US" dirty="0"/>
            </a:br>
            <a:r>
              <a:rPr lang="en-US" dirty="0"/>
              <a:t>image from your own files.</a:t>
            </a:r>
            <a:br>
              <a:rPr lang="en-US" dirty="0"/>
            </a:br>
            <a:br>
              <a:rPr lang="en-US" dirty="0"/>
            </a:br>
            <a:br>
              <a:rPr lang="en-US" dirty="0"/>
            </a:br>
            <a:br>
              <a:rPr lang="en-US" dirty="0"/>
            </a:br>
            <a:r>
              <a:rPr lang="en-US" dirty="0"/>
              <a:t>The image can then be scaled </a:t>
            </a:r>
            <a:br>
              <a:rPr lang="en-US" dirty="0"/>
            </a:br>
            <a:r>
              <a:rPr lang="en-US" dirty="0"/>
              <a:t>within the frame by using the </a:t>
            </a:r>
            <a:br>
              <a:rPr lang="en-US" dirty="0"/>
            </a:br>
            <a:r>
              <a:rPr lang="en-US" dirty="0"/>
              <a:t>Crop feature in the Picture Format</a:t>
            </a:r>
            <a:br>
              <a:rPr lang="en-US" dirty="0"/>
            </a:br>
            <a:r>
              <a:rPr lang="en-US" dirty="0"/>
              <a:t>tab of the ribbon.</a:t>
            </a:r>
            <a:br>
              <a:rPr lang="en-US" dirty="0"/>
            </a:br>
            <a:r>
              <a:rPr lang="en-US" dirty="0"/>
              <a:t>_____________________________</a:t>
            </a:r>
          </a:p>
        </p:txBody>
      </p:sp>
      <p:sp>
        <p:nvSpPr>
          <p:cNvPr id="6" name="Text Placeholder 5">
            <a:extLst>
              <a:ext uri="{FF2B5EF4-FFF2-40B4-BE49-F238E27FC236}">
                <a16:creationId xmlns:a16="http://schemas.microsoft.com/office/drawing/2014/main" id="{4F2560C9-DF52-45CA-87E0-E0A1940555F6}"/>
              </a:ext>
            </a:extLst>
          </p:cNvPr>
          <p:cNvSpPr>
            <a:spLocks noGrp="1"/>
          </p:cNvSpPr>
          <p:nvPr>
            <p:ph type="body" sz="quarter" idx="23" hasCustomPrompt="1"/>
          </p:nvPr>
        </p:nvSpPr>
        <p:spPr>
          <a:xfrm>
            <a:off x="5791200" y="1922060"/>
            <a:ext cx="5791198" cy="576000"/>
          </a:xfrm>
        </p:spPr>
        <p:txBody>
          <a:bodyPr vert="horz" lIns="0" tIns="0" rIns="0" bIns="0" rtlCol="0" anchor="ctr" anchorCtr="0">
            <a:noAutofit/>
          </a:bodyPr>
          <a:lstStyle>
            <a:lvl1pPr marL="0" indent="0">
              <a:lnSpc>
                <a:spcPct val="100000"/>
              </a:lnSpc>
              <a:buNone/>
              <a:defRPr lang="en-US" dirty="0"/>
            </a:lvl1pPr>
          </a:lstStyle>
          <a:p>
            <a:pPr lvl="0"/>
            <a:r>
              <a:rPr lang="en-US" dirty="0"/>
              <a:t>Click to add item</a:t>
            </a:r>
          </a:p>
        </p:txBody>
      </p:sp>
      <p:sp>
        <p:nvSpPr>
          <p:cNvPr id="5" name="Slide Number Placeholder 4">
            <a:extLst>
              <a:ext uri="{FF2B5EF4-FFF2-40B4-BE49-F238E27FC236}">
                <a16:creationId xmlns:a16="http://schemas.microsoft.com/office/drawing/2014/main" id="{3D99530C-C25D-41F5-8CBD-274088C900B1}"/>
              </a:ext>
            </a:extLst>
          </p:cNvPr>
          <p:cNvSpPr>
            <a:spLocks noGrp="1"/>
          </p:cNvSpPr>
          <p:nvPr>
            <p:ph type="sldNum" sz="quarter" idx="12"/>
          </p:nvPr>
        </p:nvSpPr>
        <p:spPr/>
        <p:txBody>
          <a:bodyPr/>
          <a:lstStyle>
            <a:lvl1pPr>
              <a:lnSpc>
                <a:spcPct val="100000"/>
              </a:lnSpc>
              <a:defRPr>
                <a:solidFill>
                  <a:schemeClr val="bg1"/>
                </a:solidFill>
              </a:defRPr>
            </a:lvl1pPr>
          </a:lstStyle>
          <a:p>
            <a:fld id="{F8E47D07-9D1E-4FE9-B31A-2F5863681021}" type="slidenum">
              <a:rPr lang="en-GB" smtClean="0"/>
              <a:pPr/>
              <a:t>‹#›</a:t>
            </a:fld>
            <a:endParaRPr lang="en-GB"/>
          </a:p>
        </p:txBody>
      </p:sp>
      <p:sp>
        <p:nvSpPr>
          <p:cNvPr id="20" name="Text Placeholder 5">
            <a:extLst>
              <a:ext uri="{FF2B5EF4-FFF2-40B4-BE49-F238E27FC236}">
                <a16:creationId xmlns:a16="http://schemas.microsoft.com/office/drawing/2014/main" id="{E73010FE-DD71-4076-8A5D-D08E5CA3F634}"/>
              </a:ext>
            </a:extLst>
          </p:cNvPr>
          <p:cNvSpPr>
            <a:spLocks noGrp="1"/>
          </p:cNvSpPr>
          <p:nvPr>
            <p:ph type="body" sz="quarter" idx="24" hasCustomPrompt="1"/>
          </p:nvPr>
        </p:nvSpPr>
        <p:spPr>
          <a:xfrm>
            <a:off x="5791200" y="3141000"/>
            <a:ext cx="5791198" cy="576000"/>
          </a:xfrm>
        </p:spPr>
        <p:txBody>
          <a:bodyPr vert="horz" lIns="0" tIns="0" rIns="0" bIns="0" rtlCol="0" anchor="ctr" anchorCtr="0">
            <a:noAutofit/>
          </a:bodyPr>
          <a:lstStyle>
            <a:lvl1pPr marL="0" indent="0">
              <a:lnSpc>
                <a:spcPct val="100000"/>
              </a:lnSpc>
              <a:buNone/>
              <a:defRPr lang="en-US" dirty="0"/>
            </a:lvl1pPr>
          </a:lstStyle>
          <a:p>
            <a:pPr lvl="0"/>
            <a:r>
              <a:rPr lang="en-US" dirty="0"/>
              <a:t>Click to add item</a:t>
            </a:r>
          </a:p>
        </p:txBody>
      </p:sp>
      <p:sp>
        <p:nvSpPr>
          <p:cNvPr id="21" name="Text Placeholder 5">
            <a:extLst>
              <a:ext uri="{FF2B5EF4-FFF2-40B4-BE49-F238E27FC236}">
                <a16:creationId xmlns:a16="http://schemas.microsoft.com/office/drawing/2014/main" id="{34A02FB3-913D-4DFD-A345-FDDE4BA12BBD}"/>
              </a:ext>
            </a:extLst>
          </p:cNvPr>
          <p:cNvSpPr>
            <a:spLocks noGrp="1"/>
          </p:cNvSpPr>
          <p:nvPr>
            <p:ph type="body" sz="quarter" idx="25" hasCustomPrompt="1"/>
          </p:nvPr>
        </p:nvSpPr>
        <p:spPr>
          <a:xfrm>
            <a:off x="5791200" y="4357201"/>
            <a:ext cx="5791198" cy="576000"/>
          </a:xfrm>
        </p:spPr>
        <p:txBody>
          <a:bodyPr vert="horz" lIns="0" tIns="0" rIns="0" bIns="0" rtlCol="0" anchor="ctr" anchorCtr="0">
            <a:noAutofit/>
          </a:bodyPr>
          <a:lstStyle>
            <a:lvl1pPr marL="0" indent="0">
              <a:lnSpc>
                <a:spcPct val="100000"/>
              </a:lnSpc>
              <a:buNone/>
              <a:defRPr lang="en-US" dirty="0"/>
            </a:lvl1pPr>
          </a:lstStyle>
          <a:p>
            <a:pPr lvl="0"/>
            <a:r>
              <a:rPr lang="en-US"/>
              <a:t>Click to add item</a:t>
            </a:r>
          </a:p>
        </p:txBody>
      </p:sp>
      <p:sp>
        <p:nvSpPr>
          <p:cNvPr id="8" name="Text Placeholder 7">
            <a:extLst>
              <a:ext uri="{FF2B5EF4-FFF2-40B4-BE49-F238E27FC236}">
                <a16:creationId xmlns:a16="http://schemas.microsoft.com/office/drawing/2014/main" id="{BED2D347-F52F-43C1-87F8-DDC9498C0F38}"/>
              </a:ext>
            </a:extLst>
          </p:cNvPr>
          <p:cNvSpPr>
            <a:spLocks noGrp="1"/>
          </p:cNvSpPr>
          <p:nvPr>
            <p:ph type="body" sz="quarter" idx="26" hasCustomPrompt="1"/>
          </p:nvPr>
        </p:nvSpPr>
        <p:spPr>
          <a:xfrm>
            <a:off x="4876800" y="1906500"/>
            <a:ext cx="609599" cy="609599"/>
          </a:xfrm>
          <a:prstGeom prst="ellipse">
            <a:avLst/>
          </a:prstGeom>
          <a:solidFill>
            <a:schemeClr val="accent1"/>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a:t>
            </a:r>
          </a:p>
        </p:txBody>
      </p:sp>
      <p:sp>
        <p:nvSpPr>
          <p:cNvPr id="16" name="Text Placeholder 7">
            <a:extLst>
              <a:ext uri="{FF2B5EF4-FFF2-40B4-BE49-F238E27FC236}">
                <a16:creationId xmlns:a16="http://schemas.microsoft.com/office/drawing/2014/main" id="{4A674ED9-5FA4-4FE1-86F0-863ECF4F5C27}"/>
              </a:ext>
            </a:extLst>
          </p:cNvPr>
          <p:cNvSpPr>
            <a:spLocks noGrp="1"/>
          </p:cNvSpPr>
          <p:nvPr>
            <p:ph type="body" sz="quarter" idx="27" hasCustomPrompt="1"/>
          </p:nvPr>
        </p:nvSpPr>
        <p:spPr>
          <a:xfrm>
            <a:off x="4876800" y="3124201"/>
            <a:ext cx="609599" cy="609599"/>
          </a:xfrm>
          <a:prstGeom prst="ellipse">
            <a:avLst/>
          </a:prstGeom>
          <a:solidFill>
            <a:schemeClr val="accent3"/>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a:t>
            </a:r>
          </a:p>
        </p:txBody>
      </p:sp>
      <p:sp>
        <p:nvSpPr>
          <p:cNvPr id="22" name="Text Placeholder 7">
            <a:extLst>
              <a:ext uri="{FF2B5EF4-FFF2-40B4-BE49-F238E27FC236}">
                <a16:creationId xmlns:a16="http://schemas.microsoft.com/office/drawing/2014/main" id="{DC1651B7-FA29-4E69-8977-501BC13BB59B}"/>
              </a:ext>
            </a:extLst>
          </p:cNvPr>
          <p:cNvSpPr>
            <a:spLocks noGrp="1"/>
          </p:cNvSpPr>
          <p:nvPr>
            <p:ph type="body" sz="quarter" idx="28" hasCustomPrompt="1"/>
          </p:nvPr>
        </p:nvSpPr>
        <p:spPr>
          <a:xfrm>
            <a:off x="4876800" y="4340402"/>
            <a:ext cx="609599" cy="609599"/>
          </a:xfrm>
          <a:prstGeom prst="ellipse">
            <a:avLst/>
          </a:prstGeom>
          <a:solidFill>
            <a:schemeClr val="tx1"/>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a:t>
            </a:r>
          </a:p>
        </p:txBody>
      </p:sp>
      <p:sp>
        <p:nvSpPr>
          <p:cNvPr id="4" name="Title 3">
            <a:extLst>
              <a:ext uri="{FF2B5EF4-FFF2-40B4-BE49-F238E27FC236}">
                <a16:creationId xmlns:a16="http://schemas.microsoft.com/office/drawing/2014/main" id="{2B653712-A247-D64C-1DBA-F05D2671FA4D}"/>
              </a:ext>
            </a:extLst>
          </p:cNvPr>
          <p:cNvSpPr>
            <a:spLocks noGrp="1"/>
          </p:cNvSpPr>
          <p:nvPr>
            <p:ph type="title" hasCustomPrompt="1"/>
          </p:nvPr>
        </p:nvSpPr>
        <p:spPr>
          <a:xfrm>
            <a:off x="4876800" y="401638"/>
            <a:ext cx="6705599" cy="914400"/>
          </a:xfrm>
        </p:spPr>
        <p:txBody>
          <a:bodyPr/>
          <a:lstStyle/>
          <a:p>
            <a:r>
              <a:rPr lang="en-US" dirty="0"/>
              <a:t>Click to enter title here</a:t>
            </a:r>
          </a:p>
        </p:txBody>
      </p:sp>
    </p:spTree>
    <p:custDataLst>
      <p:tags r:id="rId1"/>
    </p:custDataLst>
    <p:extLst>
      <p:ext uri="{BB962C8B-B14F-4D97-AF65-F5344CB8AC3E}">
        <p14:creationId xmlns:p14="http://schemas.microsoft.com/office/powerpoint/2010/main" val="192402426"/>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Image and 4 Points">
    <p:spTree>
      <p:nvGrpSpPr>
        <p:cNvPr id="1" name=""/>
        <p:cNvGrpSpPr/>
        <p:nvPr/>
      </p:nvGrpSpPr>
      <p:grpSpPr>
        <a:xfrm>
          <a:off x="0" y="0"/>
          <a:ext cx="0" cy="0"/>
          <a:chOff x="0" y="0"/>
          <a:chExt cx="0" cy="0"/>
        </a:xfrm>
      </p:grpSpPr>
      <p:sp>
        <p:nvSpPr>
          <p:cNvPr id="15" name="Text Placeholder 96">
            <a:extLst>
              <a:ext uri="{FF2B5EF4-FFF2-40B4-BE49-F238E27FC236}">
                <a16:creationId xmlns:a16="http://schemas.microsoft.com/office/drawing/2014/main" id="{EA0CACC8-E0A6-4BD0-B30E-E2F76A3686F9}"/>
              </a:ext>
            </a:extLst>
          </p:cNvPr>
          <p:cNvSpPr>
            <a:spLocks noGrp="1"/>
          </p:cNvSpPr>
          <p:nvPr>
            <p:ph type="body" sz="quarter" idx="111" hasCustomPrompt="1"/>
          </p:nvPr>
        </p:nvSpPr>
        <p:spPr>
          <a:xfrm>
            <a:off x="4876800" y="5539988"/>
            <a:ext cx="6705600" cy="657225"/>
          </a:xfrm>
        </p:spPr>
        <p:txBody>
          <a:bodyPr lIns="0" tIns="0" rIns="0" bIns="0" anchor="b" anchorCtr="0">
            <a:noAutofit/>
          </a:bodyPr>
          <a:lstStyle>
            <a:lvl1pPr>
              <a:lnSpc>
                <a:spcPct val="100000"/>
              </a:lnSpc>
              <a:spcAft>
                <a:spcPts val="300"/>
              </a:spcAft>
              <a:buNone/>
              <a:defRPr sz="800"/>
            </a:lvl1pPr>
          </a:lstStyle>
          <a:p>
            <a:pPr lvl="0"/>
            <a:r>
              <a:rPr lang="en-US" dirty="0"/>
              <a:t>Footnotes</a:t>
            </a:r>
          </a:p>
        </p:txBody>
      </p:sp>
      <p:sp>
        <p:nvSpPr>
          <p:cNvPr id="3" name="Date Placeholder 2">
            <a:extLst>
              <a:ext uri="{FF2B5EF4-FFF2-40B4-BE49-F238E27FC236}">
                <a16:creationId xmlns:a16="http://schemas.microsoft.com/office/drawing/2014/main" id="{8EDCC698-5F0A-4A1C-B64E-2817FBBBC11A}"/>
              </a:ext>
            </a:extLst>
          </p:cNvPr>
          <p:cNvSpPr>
            <a:spLocks noGrp="1"/>
          </p:cNvSpPr>
          <p:nvPr>
            <p:ph type="dt" sz="half" idx="10"/>
          </p:nvPr>
        </p:nvSpPr>
        <p:spPr/>
        <p:txBody>
          <a:bodyPr/>
          <a:lstStyle>
            <a:lvl1pPr>
              <a:lnSpc>
                <a:spcPct val="100000"/>
              </a:lnSpc>
              <a:defRPr/>
            </a:lvl1pPr>
          </a:lstStyle>
          <a:p>
            <a:endParaRPr lang="en-GB"/>
          </a:p>
        </p:txBody>
      </p:sp>
      <p:sp>
        <p:nvSpPr>
          <p:cNvPr id="17" name="Picture Placeholder 13">
            <a:extLst>
              <a:ext uri="{FF2B5EF4-FFF2-40B4-BE49-F238E27FC236}">
                <a16:creationId xmlns:a16="http://schemas.microsoft.com/office/drawing/2014/main" id="{3DA75641-709C-423B-B1F0-AD4EF905E59B}"/>
              </a:ext>
            </a:extLst>
          </p:cNvPr>
          <p:cNvSpPr>
            <a:spLocks noGrp="1"/>
          </p:cNvSpPr>
          <p:nvPr>
            <p:ph type="pic" sz="quarter" idx="20" hasCustomPrompt="1"/>
          </p:nvPr>
        </p:nvSpPr>
        <p:spPr>
          <a:xfrm>
            <a:off x="1" y="0"/>
            <a:ext cx="4267199" cy="6858000"/>
          </a:xfrm>
          <a:prstGeom prst="rect">
            <a:avLst/>
          </a:prstGeom>
          <a:solidFill>
            <a:schemeClr val="bg2">
              <a:lumMod val="40000"/>
              <a:lumOff val="60000"/>
            </a:schemeClr>
          </a:solidFill>
        </p:spPr>
        <p:txBody>
          <a:bodyPr vert="horz" wrap="square" lIns="396000" tIns="612000" rIns="576000" bIns="1368000" rtlCol="0" anchor="ctr" anchorCtr="0">
            <a:noAutofit/>
          </a:bodyPr>
          <a:lstStyle>
            <a:lvl1pPr marL="0" indent="0" algn="l">
              <a:lnSpc>
                <a:spcPct val="100000"/>
              </a:lnSpc>
              <a:spcAft>
                <a:spcPts val="0"/>
              </a:spcAft>
              <a:buNone/>
              <a:defRPr lang="en-US" sz="1600" b="1" dirty="0"/>
            </a:lvl1pPr>
          </a:lstStyle>
          <a:p>
            <a:r>
              <a:rPr lang="en-US" dirty="0"/>
              <a:t>_____________________________</a:t>
            </a:r>
            <a:br>
              <a:rPr lang="en-US" dirty="0"/>
            </a:br>
            <a:br>
              <a:rPr lang="en-US" dirty="0"/>
            </a:br>
            <a:r>
              <a:rPr lang="en-US" dirty="0"/>
              <a:t>To add a brand image here:</a:t>
            </a:r>
            <a:br>
              <a:rPr lang="en-US" dirty="0"/>
            </a:br>
            <a:r>
              <a:rPr lang="en-US" dirty="0"/>
              <a:t>Select this placeholder and click </a:t>
            </a:r>
            <a:br>
              <a:rPr lang="en-US" dirty="0"/>
            </a:br>
            <a:r>
              <a:rPr lang="en-US" dirty="0"/>
              <a:t>Brand Pictures in </a:t>
            </a:r>
            <a:r>
              <a:rPr lang="en-US" dirty="0" err="1"/>
              <a:t>BrandIn</a:t>
            </a:r>
            <a:r>
              <a:rPr lang="en-US" dirty="0"/>
              <a:t>.</a:t>
            </a:r>
            <a:br>
              <a:rPr lang="en-US" dirty="0"/>
            </a:br>
            <a:br>
              <a:rPr lang="en-US" dirty="0"/>
            </a:br>
            <a:r>
              <a:rPr lang="en-US" dirty="0"/>
              <a:t>Clicking the icon will insert an </a:t>
            </a:r>
            <a:br>
              <a:rPr lang="en-US" dirty="0"/>
            </a:br>
            <a:r>
              <a:rPr lang="en-US" dirty="0"/>
              <a:t>image from your own files.</a:t>
            </a:r>
            <a:br>
              <a:rPr lang="en-US" dirty="0"/>
            </a:br>
            <a:br>
              <a:rPr lang="en-US" dirty="0"/>
            </a:br>
            <a:br>
              <a:rPr lang="en-US" dirty="0"/>
            </a:br>
            <a:br>
              <a:rPr lang="en-US" dirty="0"/>
            </a:br>
            <a:r>
              <a:rPr lang="en-US" dirty="0"/>
              <a:t>The image can then be scaled </a:t>
            </a:r>
            <a:br>
              <a:rPr lang="en-US" dirty="0"/>
            </a:br>
            <a:r>
              <a:rPr lang="en-US" dirty="0"/>
              <a:t>within the frame by using the </a:t>
            </a:r>
            <a:br>
              <a:rPr lang="en-US" dirty="0"/>
            </a:br>
            <a:r>
              <a:rPr lang="en-US" dirty="0"/>
              <a:t>Crop feature in the Picture Format</a:t>
            </a:r>
            <a:br>
              <a:rPr lang="en-US" dirty="0"/>
            </a:br>
            <a:r>
              <a:rPr lang="en-US" dirty="0"/>
              <a:t>tab of the ribbon.</a:t>
            </a:r>
            <a:br>
              <a:rPr lang="en-US" dirty="0"/>
            </a:br>
            <a:r>
              <a:rPr lang="en-US" dirty="0"/>
              <a:t>_____________________________</a:t>
            </a:r>
          </a:p>
        </p:txBody>
      </p:sp>
      <p:sp>
        <p:nvSpPr>
          <p:cNvPr id="6" name="Text Placeholder 5">
            <a:extLst>
              <a:ext uri="{FF2B5EF4-FFF2-40B4-BE49-F238E27FC236}">
                <a16:creationId xmlns:a16="http://schemas.microsoft.com/office/drawing/2014/main" id="{4F2560C9-DF52-45CA-87E0-E0A1940555F6}"/>
              </a:ext>
            </a:extLst>
          </p:cNvPr>
          <p:cNvSpPr>
            <a:spLocks noGrp="1"/>
          </p:cNvSpPr>
          <p:nvPr>
            <p:ph type="body" sz="quarter" idx="23" hasCustomPrompt="1"/>
          </p:nvPr>
        </p:nvSpPr>
        <p:spPr>
          <a:xfrm>
            <a:off x="5791200" y="1768551"/>
            <a:ext cx="5791200" cy="576000"/>
          </a:xfrm>
        </p:spPr>
        <p:txBody>
          <a:bodyPr vert="horz" lIns="0" tIns="0" rIns="0" bIns="0" rtlCol="0" anchor="ctr" anchorCtr="0">
            <a:noAutofit/>
          </a:bodyPr>
          <a:lstStyle>
            <a:lvl1pPr marL="0" indent="0">
              <a:lnSpc>
                <a:spcPct val="100000"/>
              </a:lnSpc>
              <a:buNone/>
              <a:defRPr lang="en-US" dirty="0"/>
            </a:lvl1pPr>
          </a:lstStyle>
          <a:p>
            <a:pPr lvl="0"/>
            <a:r>
              <a:rPr lang="en-US" dirty="0"/>
              <a:t>Click to add item</a:t>
            </a:r>
          </a:p>
        </p:txBody>
      </p:sp>
      <p:sp>
        <p:nvSpPr>
          <p:cNvPr id="5" name="Slide Number Placeholder 4">
            <a:extLst>
              <a:ext uri="{FF2B5EF4-FFF2-40B4-BE49-F238E27FC236}">
                <a16:creationId xmlns:a16="http://schemas.microsoft.com/office/drawing/2014/main" id="{3D99530C-C25D-41F5-8CBD-274088C900B1}"/>
              </a:ext>
            </a:extLst>
          </p:cNvPr>
          <p:cNvSpPr>
            <a:spLocks noGrp="1"/>
          </p:cNvSpPr>
          <p:nvPr>
            <p:ph type="sldNum" sz="quarter" idx="12"/>
          </p:nvPr>
        </p:nvSpPr>
        <p:spPr/>
        <p:txBody>
          <a:bodyPr/>
          <a:lstStyle>
            <a:lvl1pPr>
              <a:lnSpc>
                <a:spcPct val="100000"/>
              </a:lnSpc>
              <a:defRPr>
                <a:solidFill>
                  <a:schemeClr val="bg1"/>
                </a:solidFill>
              </a:defRPr>
            </a:lvl1pPr>
          </a:lstStyle>
          <a:p>
            <a:fld id="{F8E47D07-9D1E-4FE9-B31A-2F5863681021}" type="slidenum">
              <a:rPr lang="en-GB" smtClean="0"/>
              <a:pPr/>
              <a:t>‹#›</a:t>
            </a:fld>
            <a:endParaRPr lang="en-GB"/>
          </a:p>
        </p:txBody>
      </p:sp>
      <p:sp>
        <p:nvSpPr>
          <p:cNvPr id="20" name="Text Placeholder 5">
            <a:extLst>
              <a:ext uri="{FF2B5EF4-FFF2-40B4-BE49-F238E27FC236}">
                <a16:creationId xmlns:a16="http://schemas.microsoft.com/office/drawing/2014/main" id="{E73010FE-DD71-4076-8A5D-D08E5CA3F634}"/>
              </a:ext>
            </a:extLst>
          </p:cNvPr>
          <p:cNvSpPr>
            <a:spLocks noGrp="1"/>
          </p:cNvSpPr>
          <p:nvPr>
            <p:ph type="body" sz="quarter" idx="24" hasCustomPrompt="1"/>
          </p:nvPr>
        </p:nvSpPr>
        <p:spPr>
          <a:xfrm>
            <a:off x="5791200" y="2685286"/>
            <a:ext cx="5791200" cy="576000"/>
          </a:xfrm>
        </p:spPr>
        <p:txBody>
          <a:bodyPr vert="horz" lIns="0" tIns="0" rIns="0" bIns="0" rtlCol="0" anchor="ctr" anchorCtr="0">
            <a:noAutofit/>
          </a:bodyPr>
          <a:lstStyle>
            <a:lvl1pPr marL="0" indent="0">
              <a:lnSpc>
                <a:spcPct val="100000"/>
              </a:lnSpc>
              <a:buNone/>
              <a:defRPr lang="en-US" dirty="0"/>
            </a:lvl1pPr>
          </a:lstStyle>
          <a:p>
            <a:pPr lvl="0"/>
            <a:r>
              <a:rPr lang="en-US" dirty="0"/>
              <a:t>Click to add item</a:t>
            </a:r>
          </a:p>
        </p:txBody>
      </p:sp>
      <p:sp>
        <p:nvSpPr>
          <p:cNvPr id="21" name="Text Placeholder 5">
            <a:extLst>
              <a:ext uri="{FF2B5EF4-FFF2-40B4-BE49-F238E27FC236}">
                <a16:creationId xmlns:a16="http://schemas.microsoft.com/office/drawing/2014/main" id="{34A02FB3-913D-4DFD-A345-FDDE4BA12BBD}"/>
              </a:ext>
            </a:extLst>
          </p:cNvPr>
          <p:cNvSpPr>
            <a:spLocks noGrp="1"/>
          </p:cNvSpPr>
          <p:nvPr>
            <p:ph type="body" sz="quarter" idx="25" hasCustomPrompt="1"/>
          </p:nvPr>
        </p:nvSpPr>
        <p:spPr>
          <a:xfrm>
            <a:off x="5791200" y="3598200"/>
            <a:ext cx="5791200" cy="576000"/>
          </a:xfrm>
        </p:spPr>
        <p:txBody>
          <a:bodyPr vert="horz" lIns="0" tIns="0" rIns="0" bIns="0" rtlCol="0" anchor="ctr" anchorCtr="0">
            <a:noAutofit/>
          </a:bodyPr>
          <a:lstStyle>
            <a:lvl1pPr marL="0" indent="0">
              <a:lnSpc>
                <a:spcPct val="100000"/>
              </a:lnSpc>
              <a:buNone/>
              <a:defRPr lang="en-US" dirty="0"/>
            </a:lvl1pPr>
          </a:lstStyle>
          <a:p>
            <a:pPr lvl="0"/>
            <a:r>
              <a:rPr lang="en-US"/>
              <a:t>Click to add item</a:t>
            </a:r>
          </a:p>
        </p:txBody>
      </p:sp>
      <p:sp>
        <p:nvSpPr>
          <p:cNvPr id="29" name="Text Placeholder 5">
            <a:extLst>
              <a:ext uri="{FF2B5EF4-FFF2-40B4-BE49-F238E27FC236}">
                <a16:creationId xmlns:a16="http://schemas.microsoft.com/office/drawing/2014/main" id="{E6F61F16-916C-41D6-93C0-D26547A831E4}"/>
              </a:ext>
            </a:extLst>
          </p:cNvPr>
          <p:cNvSpPr>
            <a:spLocks noGrp="1"/>
          </p:cNvSpPr>
          <p:nvPr>
            <p:ph type="body" sz="quarter" idx="27" hasCustomPrompt="1"/>
          </p:nvPr>
        </p:nvSpPr>
        <p:spPr>
          <a:xfrm>
            <a:off x="5791200" y="4512600"/>
            <a:ext cx="5791200" cy="576000"/>
          </a:xfrm>
        </p:spPr>
        <p:txBody>
          <a:bodyPr vert="horz" lIns="0" tIns="0" rIns="0" bIns="0" rtlCol="0" anchor="ctr" anchorCtr="0">
            <a:noAutofit/>
          </a:bodyPr>
          <a:lstStyle>
            <a:lvl1pPr marL="0" indent="0">
              <a:lnSpc>
                <a:spcPct val="100000"/>
              </a:lnSpc>
              <a:buNone/>
              <a:defRPr lang="en-US" dirty="0"/>
            </a:lvl1pPr>
          </a:lstStyle>
          <a:p>
            <a:pPr lvl="0"/>
            <a:r>
              <a:rPr lang="en-US" dirty="0"/>
              <a:t>Click to add item</a:t>
            </a:r>
          </a:p>
        </p:txBody>
      </p:sp>
      <p:sp>
        <p:nvSpPr>
          <p:cNvPr id="16" name="Text Placeholder 7">
            <a:extLst>
              <a:ext uri="{FF2B5EF4-FFF2-40B4-BE49-F238E27FC236}">
                <a16:creationId xmlns:a16="http://schemas.microsoft.com/office/drawing/2014/main" id="{A405DB1E-6924-443C-A8B8-FFCED6D04408}"/>
              </a:ext>
            </a:extLst>
          </p:cNvPr>
          <p:cNvSpPr>
            <a:spLocks noGrp="1"/>
          </p:cNvSpPr>
          <p:nvPr>
            <p:ph type="body" sz="quarter" idx="28" hasCustomPrompt="1"/>
          </p:nvPr>
        </p:nvSpPr>
        <p:spPr>
          <a:xfrm>
            <a:off x="4876800" y="1751751"/>
            <a:ext cx="609600" cy="609600"/>
          </a:xfrm>
          <a:prstGeom prst="ellipse">
            <a:avLst/>
          </a:prstGeom>
          <a:solidFill>
            <a:schemeClr val="accent1"/>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a:t>
            </a:r>
          </a:p>
        </p:txBody>
      </p:sp>
      <p:sp>
        <p:nvSpPr>
          <p:cNvPr id="22" name="Text Placeholder 7">
            <a:extLst>
              <a:ext uri="{FF2B5EF4-FFF2-40B4-BE49-F238E27FC236}">
                <a16:creationId xmlns:a16="http://schemas.microsoft.com/office/drawing/2014/main" id="{7620A9FC-75F4-4534-8E23-737EFB4DB02B}"/>
              </a:ext>
            </a:extLst>
          </p:cNvPr>
          <p:cNvSpPr>
            <a:spLocks noGrp="1"/>
          </p:cNvSpPr>
          <p:nvPr>
            <p:ph type="body" sz="quarter" idx="29" hasCustomPrompt="1"/>
          </p:nvPr>
        </p:nvSpPr>
        <p:spPr>
          <a:xfrm>
            <a:off x="4876800" y="2668486"/>
            <a:ext cx="609600" cy="609600"/>
          </a:xfrm>
          <a:prstGeom prst="ellipse">
            <a:avLst/>
          </a:prstGeom>
          <a:solidFill>
            <a:schemeClr val="accent3"/>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a:t>
            </a:r>
          </a:p>
        </p:txBody>
      </p:sp>
      <p:sp>
        <p:nvSpPr>
          <p:cNvPr id="23" name="Text Placeholder 7">
            <a:extLst>
              <a:ext uri="{FF2B5EF4-FFF2-40B4-BE49-F238E27FC236}">
                <a16:creationId xmlns:a16="http://schemas.microsoft.com/office/drawing/2014/main" id="{D0C7DB09-B358-4330-A556-6A32306FB6FF}"/>
              </a:ext>
            </a:extLst>
          </p:cNvPr>
          <p:cNvSpPr>
            <a:spLocks noGrp="1"/>
          </p:cNvSpPr>
          <p:nvPr>
            <p:ph type="body" sz="quarter" idx="30" hasCustomPrompt="1"/>
          </p:nvPr>
        </p:nvSpPr>
        <p:spPr>
          <a:xfrm>
            <a:off x="4876800" y="3581400"/>
            <a:ext cx="609600" cy="609600"/>
          </a:xfrm>
          <a:prstGeom prst="ellipse">
            <a:avLst/>
          </a:prstGeom>
          <a:solidFill>
            <a:schemeClr val="tx1"/>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a:t>
            </a:r>
          </a:p>
        </p:txBody>
      </p:sp>
      <p:sp>
        <p:nvSpPr>
          <p:cNvPr id="24" name="Text Placeholder 7">
            <a:extLst>
              <a:ext uri="{FF2B5EF4-FFF2-40B4-BE49-F238E27FC236}">
                <a16:creationId xmlns:a16="http://schemas.microsoft.com/office/drawing/2014/main" id="{D7F83E1A-C572-414D-B749-C4B0072E45A8}"/>
              </a:ext>
            </a:extLst>
          </p:cNvPr>
          <p:cNvSpPr>
            <a:spLocks noGrp="1"/>
          </p:cNvSpPr>
          <p:nvPr>
            <p:ph type="body" sz="quarter" idx="31" hasCustomPrompt="1"/>
          </p:nvPr>
        </p:nvSpPr>
        <p:spPr>
          <a:xfrm>
            <a:off x="4876800" y="4495800"/>
            <a:ext cx="609600" cy="609600"/>
          </a:xfrm>
          <a:prstGeom prst="ellipse">
            <a:avLst/>
          </a:prstGeom>
          <a:solidFill>
            <a:srgbClr val="D8DFDE"/>
          </a:solidFill>
        </p:spPr>
        <p:txBody>
          <a:bodyPr wrap="none" bIns="0" anchor="ctr" anchorCtr="0">
            <a:normAutofit/>
          </a:bodyPr>
          <a:lstStyle>
            <a:lvl1pPr marL="0" indent="0" algn="ctr">
              <a:lnSpc>
                <a:spcPct val="100000"/>
              </a:lnSpc>
              <a:buNone/>
              <a:defRPr sz="3200" b="0">
                <a:solidFill>
                  <a:schemeClr val="tx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a:t>
            </a:r>
          </a:p>
        </p:txBody>
      </p:sp>
      <p:sp>
        <p:nvSpPr>
          <p:cNvPr id="4" name="Title 3">
            <a:extLst>
              <a:ext uri="{FF2B5EF4-FFF2-40B4-BE49-F238E27FC236}">
                <a16:creationId xmlns:a16="http://schemas.microsoft.com/office/drawing/2014/main" id="{E2A47C52-FB27-86CD-F04A-AE8DE1BB813A}"/>
              </a:ext>
            </a:extLst>
          </p:cNvPr>
          <p:cNvSpPr>
            <a:spLocks noGrp="1"/>
          </p:cNvSpPr>
          <p:nvPr>
            <p:ph type="title" hasCustomPrompt="1"/>
          </p:nvPr>
        </p:nvSpPr>
        <p:spPr>
          <a:xfrm>
            <a:off x="4876800" y="401638"/>
            <a:ext cx="6705599" cy="914400"/>
          </a:xfrm>
        </p:spPr>
        <p:txBody>
          <a:bodyPr/>
          <a:lstStyle/>
          <a:p>
            <a:r>
              <a:rPr lang="en-US" dirty="0"/>
              <a:t>Click to enter title here</a:t>
            </a:r>
          </a:p>
        </p:txBody>
      </p:sp>
    </p:spTree>
    <p:custDataLst>
      <p:tags r:id="rId1"/>
    </p:custDataLst>
    <p:extLst>
      <p:ext uri="{BB962C8B-B14F-4D97-AF65-F5344CB8AC3E}">
        <p14:creationId xmlns:p14="http://schemas.microsoft.com/office/powerpoint/2010/main" val="4164970692"/>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Image and 5 Points">
    <p:spTree>
      <p:nvGrpSpPr>
        <p:cNvPr id="1" name=""/>
        <p:cNvGrpSpPr/>
        <p:nvPr/>
      </p:nvGrpSpPr>
      <p:grpSpPr>
        <a:xfrm>
          <a:off x="0" y="0"/>
          <a:ext cx="0" cy="0"/>
          <a:chOff x="0" y="0"/>
          <a:chExt cx="0" cy="0"/>
        </a:xfrm>
      </p:grpSpPr>
      <p:sp>
        <p:nvSpPr>
          <p:cNvPr id="18" name="Text Placeholder 96">
            <a:extLst>
              <a:ext uri="{FF2B5EF4-FFF2-40B4-BE49-F238E27FC236}">
                <a16:creationId xmlns:a16="http://schemas.microsoft.com/office/drawing/2014/main" id="{5F6A1124-9F09-4D7A-B563-659BB17D0B1A}"/>
              </a:ext>
            </a:extLst>
          </p:cNvPr>
          <p:cNvSpPr>
            <a:spLocks noGrp="1"/>
          </p:cNvSpPr>
          <p:nvPr>
            <p:ph type="body" sz="quarter" idx="111" hasCustomPrompt="1"/>
          </p:nvPr>
        </p:nvSpPr>
        <p:spPr>
          <a:xfrm>
            <a:off x="4876799" y="5541963"/>
            <a:ext cx="6705601" cy="657225"/>
          </a:xfrm>
        </p:spPr>
        <p:txBody>
          <a:bodyPr lIns="0" tIns="0" rIns="0" bIns="0" anchor="b" anchorCtr="0">
            <a:noAutofit/>
          </a:bodyPr>
          <a:lstStyle>
            <a:lvl1pPr>
              <a:lnSpc>
                <a:spcPct val="100000"/>
              </a:lnSpc>
              <a:spcAft>
                <a:spcPts val="300"/>
              </a:spcAft>
              <a:buNone/>
              <a:defRPr sz="800"/>
            </a:lvl1pPr>
          </a:lstStyle>
          <a:p>
            <a:pPr lvl="0"/>
            <a:r>
              <a:rPr lang="en-US" dirty="0"/>
              <a:t>Footnotes</a:t>
            </a:r>
          </a:p>
        </p:txBody>
      </p:sp>
      <p:sp>
        <p:nvSpPr>
          <p:cNvPr id="3" name="Date Placeholder 2">
            <a:extLst>
              <a:ext uri="{FF2B5EF4-FFF2-40B4-BE49-F238E27FC236}">
                <a16:creationId xmlns:a16="http://schemas.microsoft.com/office/drawing/2014/main" id="{8EDCC698-5F0A-4A1C-B64E-2817FBBBC11A}"/>
              </a:ext>
            </a:extLst>
          </p:cNvPr>
          <p:cNvSpPr>
            <a:spLocks noGrp="1"/>
          </p:cNvSpPr>
          <p:nvPr>
            <p:ph type="dt" sz="half" idx="10"/>
          </p:nvPr>
        </p:nvSpPr>
        <p:spPr/>
        <p:txBody>
          <a:bodyPr/>
          <a:lstStyle>
            <a:lvl1pPr>
              <a:lnSpc>
                <a:spcPct val="100000"/>
              </a:lnSpc>
              <a:defRPr/>
            </a:lvl1pPr>
          </a:lstStyle>
          <a:p>
            <a:endParaRPr lang="en-GB"/>
          </a:p>
        </p:txBody>
      </p:sp>
      <p:sp>
        <p:nvSpPr>
          <p:cNvPr id="17" name="Picture Placeholder 13">
            <a:extLst>
              <a:ext uri="{FF2B5EF4-FFF2-40B4-BE49-F238E27FC236}">
                <a16:creationId xmlns:a16="http://schemas.microsoft.com/office/drawing/2014/main" id="{606F2FD5-F128-4C4F-BF0A-3F6CBBABE385}"/>
              </a:ext>
            </a:extLst>
          </p:cNvPr>
          <p:cNvSpPr>
            <a:spLocks noGrp="1"/>
          </p:cNvSpPr>
          <p:nvPr>
            <p:ph type="pic" sz="quarter" idx="20" hasCustomPrompt="1"/>
          </p:nvPr>
        </p:nvSpPr>
        <p:spPr>
          <a:xfrm>
            <a:off x="1" y="0"/>
            <a:ext cx="4267199" cy="6858000"/>
          </a:xfrm>
          <a:prstGeom prst="rect">
            <a:avLst/>
          </a:prstGeom>
          <a:solidFill>
            <a:schemeClr val="bg2">
              <a:lumMod val="40000"/>
              <a:lumOff val="60000"/>
            </a:schemeClr>
          </a:solidFill>
        </p:spPr>
        <p:txBody>
          <a:bodyPr vert="horz" wrap="square" lIns="396000" tIns="612000" rIns="576000" bIns="1368000" rtlCol="0" anchor="ctr" anchorCtr="0">
            <a:noAutofit/>
          </a:bodyPr>
          <a:lstStyle>
            <a:lvl1pPr marL="0" indent="0" algn="l">
              <a:lnSpc>
                <a:spcPct val="100000"/>
              </a:lnSpc>
              <a:spcAft>
                <a:spcPts val="0"/>
              </a:spcAft>
              <a:buNone/>
              <a:defRPr lang="en-US" sz="1600" b="1" dirty="0"/>
            </a:lvl1pPr>
          </a:lstStyle>
          <a:p>
            <a:r>
              <a:rPr lang="en-US" dirty="0"/>
              <a:t>_____________________________</a:t>
            </a:r>
            <a:br>
              <a:rPr lang="en-US" dirty="0"/>
            </a:br>
            <a:br>
              <a:rPr lang="en-US" dirty="0"/>
            </a:br>
            <a:r>
              <a:rPr lang="en-US" dirty="0"/>
              <a:t>To add a brand image here:</a:t>
            </a:r>
            <a:br>
              <a:rPr lang="en-US" dirty="0"/>
            </a:br>
            <a:r>
              <a:rPr lang="en-US" dirty="0"/>
              <a:t>Select this placeholder and click </a:t>
            </a:r>
            <a:br>
              <a:rPr lang="en-US" dirty="0"/>
            </a:br>
            <a:r>
              <a:rPr lang="en-US" dirty="0"/>
              <a:t>Brand Pictures in </a:t>
            </a:r>
            <a:r>
              <a:rPr lang="en-US" dirty="0" err="1"/>
              <a:t>BrandIn</a:t>
            </a:r>
            <a:r>
              <a:rPr lang="en-US" dirty="0"/>
              <a:t>.</a:t>
            </a:r>
            <a:br>
              <a:rPr lang="en-US" dirty="0"/>
            </a:br>
            <a:br>
              <a:rPr lang="en-US" dirty="0"/>
            </a:br>
            <a:r>
              <a:rPr lang="en-US" dirty="0"/>
              <a:t>Clicking the icon will insert an </a:t>
            </a:r>
            <a:br>
              <a:rPr lang="en-US" dirty="0"/>
            </a:br>
            <a:r>
              <a:rPr lang="en-US" dirty="0"/>
              <a:t>image from your own files.</a:t>
            </a:r>
            <a:br>
              <a:rPr lang="en-US" dirty="0"/>
            </a:br>
            <a:br>
              <a:rPr lang="en-US" dirty="0"/>
            </a:br>
            <a:br>
              <a:rPr lang="en-US" dirty="0"/>
            </a:br>
            <a:br>
              <a:rPr lang="en-US" dirty="0"/>
            </a:br>
            <a:r>
              <a:rPr lang="en-US" dirty="0"/>
              <a:t>The image can then be scaled </a:t>
            </a:r>
            <a:br>
              <a:rPr lang="en-US" dirty="0"/>
            </a:br>
            <a:r>
              <a:rPr lang="en-US" dirty="0"/>
              <a:t>within the frame by using the </a:t>
            </a:r>
            <a:br>
              <a:rPr lang="en-US" dirty="0"/>
            </a:br>
            <a:r>
              <a:rPr lang="en-US" dirty="0"/>
              <a:t>Crop feature in the Picture Format</a:t>
            </a:r>
            <a:br>
              <a:rPr lang="en-US" dirty="0"/>
            </a:br>
            <a:r>
              <a:rPr lang="en-US" dirty="0"/>
              <a:t>tab of the ribbon.</a:t>
            </a:r>
            <a:br>
              <a:rPr lang="en-US" dirty="0"/>
            </a:br>
            <a:r>
              <a:rPr lang="en-US" dirty="0"/>
              <a:t>_____________________________</a:t>
            </a:r>
          </a:p>
        </p:txBody>
      </p:sp>
      <p:sp>
        <p:nvSpPr>
          <p:cNvPr id="6" name="Text Placeholder 5">
            <a:extLst>
              <a:ext uri="{FF2B5EF4-FFF2-40B4-BE49-F238E27FC236}">
                <a16:creationId xmlns:a16="http://schemas.microsoft.com/office/drawing/2014/main" id="{4F2560C9-DF52-45CA-87E0-E0A1940555F6}"/>
              </a:ext>
            </a:extLst>
          </p:cNvPr>
          <p:cNvSpPr>
            <a:spLocks noGrp="1"/>
          </p:cNvSpPr>
          <p:nvPr>
            <p:ph type="body" sz="quarter" idx="23" hasCustomPrompt="1"/>
          </p:nvPr>
        </p:nvSpPr>
        <p:spPr>
          <a:xfrm>
            <a:off x="5791200" y="1614113"/>
            <a:ext cx="5791199" cy="576000"/>
          </a:xfrm>
        </p:spPr>
        <p:txBody>
          <a:bodyPr bIns="0" anchor="ctr" anchorCtr="0"/>
          <a:lstStyle>
            <a:lvl1pPr marL="0" indent="0">
              <a:lnSpc>
                <a:spcPct val="100000"/>
              </a:lnSpc>
              <a:buNone/>
              <a:defRPr/>
            </a:lvl1pPr>
          </a:lstStyle>
          <a:p>
            <a:pPr lvl="0"/>
            <a:r>
              <a:rPr lang="en-US" dirty="0"/>
              <a:t>Click to add item</a:t>
            </a:r>
          </a:p>
        </p:txBody>
      </p:sp>
      <p:sp>
        <p:nvSpPr>
          <p:cNvPr id="5" name="Slide Number Placeholder 4">
            <a:extLst>
              <a:ext uri="{FF2B5EF4-FFF2-40B4-BE49-F238E27FC236}">
                <a16:creationId xmlns:a16="http://schemas.microsoft.com/office/drawing/2014/main" id="{3D99530C-C25D-41F5-8CBD-274088C900B1}"/>
              </a:ext>
            </a:extLst>
          </p:cNvPr>
          <p:cNvSpPr>
            <a:spLocks noGrp="1"/>
          </p:cNvSpPr>
          <p:nvPr>
            <p:ph type="sldNum" sz="quarter" idx="12"/>
          </p:nvPr>
        </p:nvSpPr>
        <p:spPr/>
        <p:txBody>
          <a:bodyPr/>
          <a:lstStyle>
            <a:lvl1pPr>
              <a:lnSpc>
                <a:spcPct val="100000"/>
              </a:lnSpc>
              <a:defRPr>
                <a:solidFill>
                  <a:schemeClr val="bg1"/>
                </a:solidFill>
              </a:defRPr>
            </a:lvl1pPr>
          </a:lstStyle>
          <a:p>
            <a:fld id="{F8E47D07-9D1E-4FE9-B31A-2F5863681021}" type="slidenum">
              <a:rPr lang="en-GB" smtClean="0"/>
              <a:pPr/>
              <a:t>‹#›</a:t>
            </a:fld>
            <a:endParaRPr lang="en-GB"/>
          </a:p>
        </p:txBody>
      </p:sp>
      <p:sp>
        <p:nvSpPr>
          <p:cNvPr id="20" name="Text Placeholder 5">
            <a:extLst>
              <a:ext uri="{FF2B5EF4-FFF2-40B4-BE49-F238E27FC236}">
                <a16:creationId xmlns:a16="http://schemas.microsoft.com/office/drawing/2014/main" id="{E73010FE-DD71-4076-8A5D-D08E5CA3F634}"/>
              </a:ext>
            </a:extLst>
          </p:cNvPr>
          <p:cNvSpPr>
            <a:spLocks noGrp="1"/>
          </p:cNvSpPr>
          <p:nvPr>
            <p:ph type="body" sz="quarter" idx="24" hasCustomPrompt="1"/>
          </p:nvPr>
        </p:nvSpPr>
        <p:spPr>
          <a:xfrm>
            <a:off x="5791200" y="2377735"/>
            <a:ext cx="5791199" cy="576000"/>
          </a:xfrm>
        </p:spPr>
        <p:txBody>
          <a:bodyPr bIns="0" anchor="ctr" anchorCtr="0"/>
          <a:lstStyle>
            <a:lvl1pPr marL="0" indent="0">
              <a:lnSpc>
                <a:spcPct val="100000"/>
              </a:lnSpc>
              <a:buNone/>
              <a:defRPr/>
            </a:lvl1pPr>
          </a:lstStyle>
          <a:p>
            <a:pPr lvl="0"/>
            <a:r>
              <a:rPr lang="en-US"/>
              <a:t>Click to add item</a:t>
            </a:r>
          </a:p>
        </p:txBody>
      </p:sp>
      <p:sp>
        <p:nvSpPr>
          <p:cNvPr id="21" name="Text Placeholder 5">
            <a:extLst>
              <a:ext uri="{FF2B5EF4-FFF2-40B4-BE49-F238E27FC236}">
                <a16:creationId xmlns:a16="http://schemas.microsoft.com/office/drawing/2014/main" id="{34A02FB3-913D-4DFD-A345-FDDE4BA12BBD}"/>
              </a:ext>
            </a:extLst>
          </p:cNvPr>
          <p:cNvSpPr>
            <a:spLocks noGrp="1"/>
          </p:cNvSpPr>
          <p:nvPr>
            <p:ph type="body" sz="quarter" idx="25" hasCustomPrompt="1"/>
          </p:nvPr>
        </p:nvSpPr>
        <p:spPr>
          <a:xfrm>
            <a:off x="5791200" y="3141357"/>
            <a:ext cx="5791199" cy="576000"/>
          </a:xfrm>
        </p:spPr>
        <p:txBody>
          <a:bodyPr bIns="0" anchor="ctr" anchorCtr="0"/>
          <a:lstStyle>
            <a:lvl1pPr marL="0" indent="0">
              <a:lnSpc>
                <a:spcPct val="100000"/>
              </a:lnSpc>
              <a:buNone/>
              <a:defRPr/>
            </a:lvl1pPr>
          </a:lstStyle>
          <a:p>
            <a:pPr lvl="0"/>
            <a:r>
              <a:rPr lang="en-US" dirty="0"/>
              <a:t>Click to add item</a:t>
            </a:r>
          </a:p>
        </p:txBody>
      </p:sp>
      <p:sp>
        <p:nvSpPr>
          <p:cNvPr id="29" name="Text Placeholder 5">
            <a:extLst>
              <a:ext uri="{FF2B5EF4-FFF2-40B4-BE49-F238E27FC236}">
                <a16:creationId xmlns:a16="http://schemas.microsoft.com/office/drawing/2014/main" id="{E6F61F16-916C-41D6-93C0-D26547A831E4}"/>
              </a:ext>
            </a:extLst>
          </p:cNvPr>
          <p:cNvSpPr>
            <a:spLocks noGrp="1"/>
          </p:cNvSpPr>
          <p:nvPr>
            <p:ph type="body" sz="quarter" idx="27" hasCustomPrompt="1"/>
          </p:nvPr>
        </p:nvSpPr>
        <p:spPr>
          <a:xfrm>
            <a:off x="5791200" y="3904979"/>
            <a:ext cx="5791199" cy="576000"/>
          </a:xfrm>
        </p:spPr>
        <p:txBody>
          <a:bodyPr bIns="0" anchor="ctr" anchorCtr="0"/>
          <a:lstStyle>
            <a:lvl1pPr marL="0" indent="0">
              <a:lnSpc>
                <a:spcPct val="100000"/>
              </a:lnSpc>
              <a:buNone/>
              <a:defRPr/>
            </a:lvl1pPr>
          </a:lstStyle>
          <a:p>
            <a:pPr lvl="0"/>
            <a:r>
              <a:rPr lang="en-US" dirty="0"/>
              <a:t>Click to add item</a:t>
            </a:r>
          </a:p>
        </p:txBody>
      </p:sp>
      <p:sp>
        <p:nvSpPr>
          <p:cNvPr id="16" name="Text Placeholder 5">
            <a:extLst>
              <a:ext uri="{FF2B5EF4-FFF2-40B4-BE49-F238E27FC236}">
                <a16:creationId xmlns:a16="http://schemas.microsoft.com/office/drawing/2014/main" id="{5E299348-94D5-4256-BE1F-91C31CCEE98F}"/>
              </a:ext>
            </a:extLst>
          </p:cNvPr>
          <p:cNvSpPr>
            <a:spLocks noGrp="1"/>
          </p:cNvSpPr>
          <p:nvPr>
            <p:ph type="body" sz="quarter" idx="28" hasCustomPrompt="1"/>
          </p:nvPr>
        </p:nvSpPr>
        <p:spPr>
          <a:xfrm>
            <a:off x="5791200" y="4668603"/>
            <a:ext cx="5791199" cy="576000"/>
          </a:xfrm>
        </p:spPr>
        <p:txBody>
          <a:bodyPr bIns="0" anchor="ctr" anchorCtr="0"/>
          <a:lstStyle>
            <a:lvl1pPr marL="0" indent="0">
              <a:lnSpc>
                <a:spcPct val="100000"/>
              </a:lnSpc>
              <a:buNone/>
              <a:defRPr/>
            </a:lvl1pPr>
          </a:lstStyle>
          <a:p>
            <a:pPr lvl="0"/>
            <a:r>
              <a:rPr lang="en-US"/>
              <a:t>Click to add item</a:t>
            </a:r>
          </a:p>
        </p:txBody>
      </p:sp>
      <p:sp>
        <p:nvSpPr>
          <p:cNvPr id="23" name="Text Placeholder 7">
            <a:extLst>
              <a:ext uri="{FF2B5EF4-FFF2-40B4-BE49-F238E27FC236}">
                <a16:creationId xmlns:a16="http://schemas.microsoft.com/office/drawing/2014/main" id="{FFA643F8-1A02-4F8A-A364-9AE565DF5EAA}"/>
              </a:ext>
            </a:extLst>
          </p:cNvPr>
          <p:cNvSpPr>
            <a:spLocks noGrp="1"/>
          </p:cNvSpPr>
          <p:nvPr>
            <p:ph type="body" sz="quarter" idx="30" hasCustomPrompt="1"/>
          </p:nvPr>
        </p:nvSpPr>
        <p:spPr>
          <a:xfrm>
            <a:off x="4876800" y="1597313"/>
            <a:ext cx="609600" cy="609600"/>
          </a:xfrm>
          <a:prstGeom prst="ellipse">
            <a:avLst/>
          </a:prstGeom>
          <a:solidFill>
            <a:schemeClr val="accent2"/>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a:t>
            </a:r>
          </a:p>
        </p:txBody>
      </p:sp>
      <p:sp>
        <p:nvSpPr>
          <p:cNvPr id="24" name="Text Placeholder 7">
            <a:extLst>
              <a:ext uri="{FF2B5EF4-FFF2-40B4-BE49-F238E27FC236}">
                <a16:creationId xmlns:a16="http://schemas.microsoft.com/office/drawing/2014/main" id="{13713115-FE34-4B39-AFA3-10C746337489}"/>
              </a:ext>
            </a:extLst>
          </p:cNvPr>
          <p:cNvSpPr>
            <a:spLocks noGrp="1"/>
          </p:cNvSpPr>
          <p:nvPr>
            <p:ph type="body" sz="quarter" idx="31" hasCustomPrompt="1"/>
          </p:nvPr>
        </p:nvSpPr>
        <p:spPr>
          <a:xfrm>
            <a:off x="4876800" y="2358570"/>
            <a:ext cx="609600" cy="609600"/>
          </a:xfrm>
          <a:prstGeom prst="ellipse">
            <a:avLst/>
          </a:prstGeom>
          <a:solidFill>
            <a:schemeClr val="accent1"/>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25" name="Text Placeholder 7">
            <a:extLst>
              <a:ext uri="{FF2B5EF4-FFF2-40B4-BE49-F238E27FC236}">
                <a16:creationId xmlns:a16="http://schemas.microsoft.com/office/drawing/2014/main" id="{CCE34AE4-68D5-46DB-AD84-2C32865C63DA}"/>
              </a:ext>
            </a:extLst>
          </p:cNvPr>
          <p:cNvSpPr>
            <a:spLocks noGrp="1"/>
          </p:cNvSpPr>
          <p:nvPr>
            <p:ph type="body" sz="quarter" idx="32" hasCustomPrompt="1"/>
          </p:nvPr>
        </p:nvSpPr>
        <p:spPr>
          <a:xfrm>
            <a:off x="4876800" y="3122063"/>
            <a:ext cx="609600" cy="609600"/>
          </a:xfrm>
          <a:prstGeom prst="ellipse">
            <a:avLst/>
          </a:prstGeom>
          <a:solidFill>
            <a:schemeClr val="accent3"/>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26" name="Text Placeholder 7">
            <a:extLst>
              <a:ext uri="{FF2B5EF4-FFF2-40B4-BE49-F238E27FC236}">
                <a16:creationId xmlns:a16="http://schemas.microsoft.com/office/drawing/2014/main" id="{47AC357D-474A-4C79-9824-ECFF8F3FFD43}"/>
              </a:ext>
            </a:extLst>
          </p:cNvPr>
          <p:cNvSpPr>
            <a:spLocks noGrp="1"/>
          </p:cNvSpPr>
          <p:nvPr>
            <p:ph type="body" sz="quarter" idx="33" hasCustomPrompt="1"/>
          </p:nvPr>
        </p:nvSpPr>
        <p:spPr>
          <a:xfrm>
            <a:off x="4876800" y="3883320"/>
            <a:ext cx="609600" cy="609600"/>
          </a:xfrm>
          <a:prstGeom prst="ellipse">
            <a:avLst/>
          </a:prstGeom>
          <a:solidFill>
            <a:schemeClr val="tx1"/>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27" name="Text Placeholder 7">
            <a:extLst>
              <a:ext uri="{FF2B5EF4-FFF2-40B4-BE49-F238E27FC236}">
                <a16:creationId xmlns:a16="http://schemas.microsoft.com/office/drawing/2014/main" id="{95DEB97F-2B12-42B1-94DB-0EF97C477C0A}"/>
              </a:ext>
            </a:extLst>
          </p:cNvPr>
          <p:cNvSpPr>
            <a:spLocks noGrp="1"/>
          </p:cNvSpPr>
          <p:nvPr>
            <p:ph type="body" sz="quarter" idx="34" hasCustomPrompt="1"/>
          </p:nvPr>
        </p:nvSpPr>
        <p:spPr>
          <a:xfrm>
            <a:off x="4876800" y="4651803"/>
            <a:ext cx="609600" cy="609600"/>
          </a:xfrm>
          <a:prstGeom prst="ellipse">
            <a:avLst/>
          </a:prstGeom>
          <a:solidFill>
            <a:srgbClr val="D8DFDE"/>
          </a:solidFill>
        </p:spPr>
        <p:txBody>
          <a:bodyPr wrap="none" bIns="0" anchor="ctr" anchorCtr="0">
            <a:normAutofit/>
          </a:bodyPr>
          <a:lstStyle>
            <a:lvl1pPr marL="0" indent="0" algn="ctr">
              <a:lnSpc>
                <a:spcPct val="100000"/>
              </a:lnSpc>
              <a:buNone/>
              <a:defRPr sz="3200" b="0">
                <a:solidFill>
                  <a:schemeClr val="tx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8" name="Title 7">
            <a:extLst>
              <a:ext uri="{FF2B5EF4-FFF2-40B4-BE49-F238E27FC236}">
                <a16:creationId xmlns:a16="http://schemas.microsoft.com/office/drawing/2014/main" id="{198B9145-89B6-BF4B-242D-0153106E7C42}"/>
              </a:ext>
            </a:extLst>
          </p:cNvPr>
          <p:cNvSpPr>
            <a:spLocks noGrp="1"/>
          </p:cNvSpPr>
          <p:nvPr>
            <p:ph type="title" hasCustomPrompt="1"/>
          </p:nvPr>
        </p:nvSpPr>
        <p:spPr>
          <a:xfrm>
            <a:off x="4876800" y="401638"/>
            <a:ext cx="6705599" cy="914400"/>
          </a:xfrm>
        </p:spPr>
        <p:txBody>
          <a:bodyPr/>
          <a:lstStyle/>
          <a:p>
            <a:r>
              <a:rPr lang="en-US" dirty="0"/>
              <a:t>Click to enter title here</a:t>
            </a:r>
          </a:p>
        </p:txBody>
      </p:sp>
    </p:spTree>
    <p:custDataLst>
      <p:tags r:id="rId1"/>
    </p:custDataLst>
    <p:extLst>
      <p:ext uri="{BB962C8B-B14F-4D97-AF65-F5344CB8AC3E}">
        <p14:creationId xmlns:p14="http://schemas.microsoft.com/office/powerpoint/2010/main" val="678234065"/>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0 Point List">
    <p:spTree>
      <p:nvGrpSpPr>
        <p:cNvPr id="1" name=""/>
        <p:cNvGrpSpPr/>
        <p:nvPr/>
      </p:nvGrpSpPr>
      <p:grpSpPr>
        <a:xfrm>
          <a:off x="0" y="0"/>
          <a:ext cx="0" cy="0"/>
          <a:chOff x="0" y="0"/>
          <a:chExt cx="0" cy="0"/>
        </a:xfrm>
      </p:grpSpPr>
      <p:sp>
        <p:nvSpPr>
          <p:cNvPr id="26" name="Text Placeholder 96">
            <a:extLst>
              <a:ext uri="{FF2B5EF4-FFF2-40B4-BE49-F238E27FC236}">
                <a16:creationId xmlns:a16="http://schemas.microsoft.com/office/drawing/2014/main" id="{0AEE188C-F765-43DC-982D-6659ECB23541}"/>
              </a:ext>
            </a:extLst>
          </p:cNvPr>
          <p:cNvSpPr>
            <a:spLocks noGrp="1"/>
          </p:cNvSpPr>
          <p:nvPr>
            <p:ph type="body" sz="quarter" idx="111" hasCustomPrompt="1"/>
          </p:nvPr>
        </p:nvSpPr>
        <p:spPr>
          <a:xfrm>
            <a:off x="609600" y="6200775"/>
            <a:ext cx="9753600" cy="657225"/>
          </a:xfrm>
        </p:spPr>
        <p:txBody>
          <a:bodyPr lIns="0" tIns="0" rIns="0" bIns="72000" anchor="b" anchorCtr="0">
            <a:noAutofit/>
          </a:bodyPr>
          <a:lstStyle>
            <a:lvl1pPr>
              <a:lnSpc>
                <a:spcPct val="100000"/>
              </a:lnSpc>
              <a:spcAft>
                <a:spcPts val="300"/>
              </a:spcAft>
              <a:buNone/>
              <a:defRPr sz="800"/>
            </a:lvl1pPr>
          </a:lstStyle>
          <a:p>
            <a:pPr lvl="0"/>
            <a:r>
              <a:rPr lang="en-US" dirty="0"/>
              <a:t>Footnotes</a:t>
            </a:r>
          </a:p>
        </p:txBody>
      </p:sp>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lvl1pPr>
              <a:lnSpc>
                <a:spcPct val="100000"/>
              </a:lnSpc>
              <a:defRPr/>
            </a:lvl1pPr>
          </a:lstStyle>
          <a:p>
            <a:endParaRPr lang="en-GB"/>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9" name="Text Placeholder 5">
            <a:extLst>
              <a:ext uri="{FF2B5EF4-FFF2-40B4-BE49-F238E27FC236}">
                <a16:creationId xmlns:a16="http://schemas.microsoft.com/office/drawing/2014/main" id="{4389D6A8-8E5C-4277-8893-0A9C0794314D}"/>
              </a:ext>
            </a:extLst>
          </p:cNvPr>
          <p:cNvSpPr>
            <a:spLocks noGrp="1"/>
          </p:cNvSpPr>
          <p:nvPr>
            <p:ph type="body" sz="quarter" idx="23" hasCustomPrompt="1"/>
          </p:nvPr>
        </p:nvSpPr>
        <p:spPr>
          <a:xfrm>
            <a:off x="1524001" y="1702276"/>
            <a:ext cx="3962399" cy="618672"/>
          </a:xfrm>
        </p:spPr>
        <p:txBody>
          <a:bodyPr bIns="0" anchor="ctr" anchorCtr="0"/>
          <a:lstStyle>
            <a:lvl1pPr marL="0" indent="0">
              <a:lnSpc>
                <a:spcPct val="100000"/>
              </a:lnSpc>
              <a:buNone/>
              <a:defRPr/>
            </a:lvl1pPr>
          </a:lstStyle>
          <a:p>
            <a:pPr lvl="0"/>
            <a:r>
              <a:rPr lang="en-US" dirty="0"/>
              <a:t>Click to add item</a:t>
            </a:r>
          </a:p>
        </p:txBody>
      </p:sp>
      <p:sp>
        <p:nvSpPr>
          <p:cNvPr id="14" name="Text Placeholder 5">
            <a:extLst>
              <a:ext uri="{FF2B5EF4-FFF2-40B4-BE49-F238E27FC236}">
                <a16:creationId xmlns:a16="http://schemas.microsoft.com/office/drawing/2014/main" id="{BA874EA9-D333-4FE9-8140-0BC9274C4675}"/>
              </a:ext>
            </a:extLst>
          </p:cNvPr>
          <p:cNvSpPr>
            <a:spLocks noGrp="1"/>
          </p:cNvSpPr>
          <p:nvPr>
            <p:ph type="body" sz="quarter" idx="24" hasCustomPrompt="1"/>
          </p:nvPr>
        </p:nvSpPr>
        <p:spPr>
          <a:xfrm>
            <a:off x="1524001" y="2613773"/>
            <a:ext cx="3962399" cy="618672"/>
          </a:xfrm>
        </p:spPr>
        <p:txBody>
          <a:bodyPr bIns="0" anchor="ctr" anchorCtr="0"/>
          <a:lstStyle>
            <a:lvl1pPr marL="0" indent="0">
              <a:lnSpc>
                <a:spcPct val="100000"/>
              </a:lnSpc>
              <a:buNone/>
              <a:defRPr/>
            </a:lvl1pPr>
          </a:lstStyle>
          <a:p>
            <a:pPr lvl="0"/>
            <a:r>
              <a:rPr lang="en-US"/>
              <a:t>Click to add item</a:t>
            </a:r>
          </a:p>
        </p:txBody>
      </p:sp>
      <p:sp>
        <p:nvSpPr>
          <p:cNvPr id="15" name="Text Placeholder 5">
            <a:extLst>
              <a:ext uri="{FF2B5EF4-FFF2-40B4-BE49-F238E27FC236}">
                <a16:creationId xmlns:a16="http://schemas.microsoft.com/office/drawing/2014/main" id="{05478868-AD6E-4BF2-A5D5-4419F0FE3D71}"/>
              </a:ext>
            </a:extLst>
          </p:cNvPr>
          <p:cNvSpPr>
            <a:spLocks noGrp="1"/>
          </p:cNvSpPr>
          <p:nvPr>
            <p:ph type="body" sz="quarter" idx="25" hasCustomPrompt="1"/>
          </p:nvPr>
        </p:nvSpPr>
        <p:spPr>
          <a:xfrm>
            <a:off x="1524001" y="3525270"/>
            <a:ext cx="3962399" cy="618672"/>
          </a:xfrm>
        </p:spPr>
        <p:txBody>
          <a:bodyPr bIns="0" anchor="ctr" anchorCtr="0"/>
          <a:lstStyle>
            <a:lvl1pPr marL="0" indent="0">
              <a:lnSpc>
                <a:spcPct val="100000"/>
              </a:lnSpc>
              <a:buNone/>
              <a:defRPr/>
            </a:lvl1pPr>
          </a:lstStyle>
          <a:p>
            <a:pPr lvl="0"/>
            <a:r>
              <a:rPr lang="en-US"/>
              <a:t>Click to add item</a:t>
            </a:r>
          </a:p>
        </p:txBody>
      </p:sp>
      <p:sp>
        <p:nvSpPr>
          <p:cNvPr id="17" name="Text Placeholder 5">
            <a:extLst>
              <a:ext uri="{FF2B5EF4-FFF2-40B4-BE49-F238E27FC236}">
                <a16:creationId xmlns:a16="http://schemas.microsoft.com/office/drawing/2014/main" id="{DB341191-B235-4FEE-8692-7439683F4931}"/>
              </a:ext>
            </a:extLst>
          </p:cNvPr>
          <p:cNvSpPr>
            <a:spLocks noGrp="1"/>
          </p:cNvSpPr>
          <p:nvPr>
            <p:ph type="body" sz="quarter" idx="27" hasCustomPrompt="1"/>
          </p:nvPr>
        </p:nvSpPr>
        <p:spPr>
          <a:xfrm>
            <a:off x="1524001" y="4436767"/>
            <a:ext cx="3962399" cy="618672"/>
          </a:xfrm>
        </p:spPr>
        <p:txBody>
          <a:bodyPr bIns="0" anchor="ctr" anchorCtr="0"/>
          <a:lstStyle>
            <a:lvl1pPr marL="0" indent="0">
              <a:lnSpc>
                <a:spcPct val="100000"/>
              </a:lnSpc>
              <a:buNone/>
              <a:defRPr/>
            </a:lvl1pPr>
          </a:lstStyle>
          <a:p>
            <a:pPr lvl="0"/>
            <a:r>
              <a:rPr lang="en-US"/>
              <a:t>Click to add item</a:t>
            </a:r>
          </a:p>
        </p:txBody>
      </p:sp>
      <p:sp>
        <p:nvSpPr>
          <p:cNvPr id="18" name="Text Placeholder 5">
            <a:extLst>
              <a:ext uri="{FF2B5EF4-FFF2-40B4-BE49-F238E27FC236}">
                <a16:creationId xmlns:a16="http://schemas.microsoft.com/office/drawing/2014/main" id="{22EA25F2-ECC7-41D2-B459-804B882ADE72}"/>
              </a:ext>
            </a:extLst>
          </p:cNvPr>
          <p:cNvSpPr>
            <a:spLocks noGrp="1"/>
          </p:cNvSpPr>
          <p:nvPr>
            <p:ph type="body" sz="quarter" idx="28" hasCustomPrompt="1"/>
          </p:nvPr>
        </p:nvSpPr>
        <p:spPr>
          <a:xfrm>
            <a:off x="1524001" y="5348264"/>
            <a:ext cx="3962399" cy="618672"/>
          </a:xfrm>
        </p:spPr>
        <p:txBody>
          <a:bodyPr bIns="0" anchor="ctr" anchorCtr="0"/>
          <a:lstStyle>
            <a:lvl1pPr marL="0" indent="0">
              <a:lnSpc>
                <a:spcPct val="100000"/>
              </a:lnSpc>
              <a:buNone/>
              <a:defRPr/>
            </a:lvl1pPr>
          </a:lstStyle>
          <a:p>
            <a:pPr lvl="0"/>
            <a:r>
              <a:rPr lang="en-US"/>
              <a:t>Click to add item</a:t>
            </a:r>
          </a:p>
        </p:txBody>
      </p:sp>
      <p:sp>
        <p:nvSpPr>
          <p:cNvPr id="20" name="Text Placeholder 5">
            <a:extLst>
              <a:ext uri="{FF2B5EF4-FFF2-40B4-BE49-F238E27FC236}">
                <a16:creationId xmlns:a16="http://schemas.microsoft.com/office/drawing/2014/main" id="{731393DB-8371-4387-A8EC-2615FF130DFD}"/>
              </a:ext>
            </a:extLst>
          </p:cNvPr>
          <p:cNvSpPr>
            <a:spLocks noGrp="1"/>
          </p:cNvSpPr>
          <p:nvPr>
            <p:ph type="body" sz="quarter" idx="30" hasCustomPrompt="1"/>
          </p:nvPr>
        </p:nvSpPr>
        <p:spPr>
          <a:xfrm>
            <a:off x="7619999" y="1702276"/>
            <a:ext cx="3962399" cy="618672"/>
          </a:xfrm>
        </p:spPr>
        <p:txBody>
          <a:bodyPr bIns="0" anchor="ctr" anchorCtr="0"/>
          <a:lstStyle>
            <a:lvl1pPr marL="0" indent="0">
              <a:lnSpc>
                <a:spcPct val="100000"/>
              </a:lnSpc>
              <a:buNone/>
              <a:defRPr/>
            </a:lvl1pPr>
          </a:lstStyle>
          <a:p>
            <a:pPr lvl="0"/>
            <a:r>
              <a:rPr lang="en-US" dirty="0"/>
              <a:t>Click to add item</a:t>
            </a:r>
          </a:p>
        </p:txBody>
      </p:sp>
      <p:sp>
        <p:nvSpPr>
          <p:cNvPr id="24" name="Text Placeholder 5">
            <a:extLst>
              <a:ext uri="{FF2B5EF4-FFF2-40B4-BE49-F238E27FC236}">
                <a16:creationId xmlns:a16="http://schemas.microsoft.com/office/drawing/2014/main" id="{99783B38-5869-4574-94FE-E400012AFADB}"/>
              </a:ext>
            </a:extLst>
          </p:cNvPr>
          <p:cNvSpPr>
            <a:spLocks noGrp="1"/>
          </p:cNvSpPr>
          <p:nvPr>
            <p:ph type="body" sz="quarter" idx="34" hasCustomPrompt="1"/>
          </p:nvPr>
        </p:nvSpPr>
        <p:spPr>
          <a:xfrm>
            <a:off x="7619999" y="2613773"/>
            <a:ext cx="3962399" cy="618672"/>
          </a:xfrm>
        </p:spPr>
        <p:txBody>
          <a:bodyPr bIns="0" anchor="ctr" anchorCtr="0"/>
          <a:lstStyle>
            <a:lvl1pPr marL="0" indent="0">
              <a:lnSpc>
                <a:spcPct val="100000"/>
              </a:lnSpc>
              <a:buNone/>
              <a:defRPr/>
            </a:lvl1pPr>
          </a:lstStyle>
          <a:p>
            <a:pPr lvl="0"/>
            <a:r>
              <a:rPr lang="en-US"/>
              <a:t>Click to add item</a:t>
            </a:r>
          </a:p>
        </p:txBody>
      </p:sp>
      <p:sp>
        <p:nvSpPr>
          <p:cNvPr id="25" name="Text Placeholder 5">
            <a:extLst>
              <a:ext uri="{FF2B5EF4-FFF2-40B4-BE49-F238E27FC236}">
                <a16:creationId xmlns:a16="http://schemas.microsoft.com/office/drawing/2014/main" id="{45568D9C-380F-4EA2-A943-1561234300F9}"/>
              </a:ext>
            </a:extLst>
          </p:cNvPr>
          <p:cNvSpPr>
            <a:spLocks noGrp="1"/>
          </p:cNvSpPr>
          <p:nvPr>
            <p:ph type="body" sz="quarter" idx="35" hasCustomPrompt="1"/>
          </p:nvPr>
        </p:nvSpPr>
        <p:spPr>
          <a:xfrm>
            <a:off x="7619999" y="3525270"/>
            <a:ext cx="3962399" cy="618672"/>
          </a:xfrm>
        </p:spPr>
        <p:txBody>
          <a:bodyPr bIns="0" anchor="ctr" anchorCtr="0"/>
          <a:lstStyle>
            <a:lvl1pPr marL="0" indent="0">
              <a:lnSpc>
                <a:spcPct val="100000"/>
              </a:lnSpc>
              <a:buNone/>
              <a:defRPr/>
            </a:lvl1pPr>
          </a:lstStyle>
          <a:p>
            <a:pPr lvl="0"/>
            <a:r>
              <a:rPr lang="en-US"/>
              <a:t>Click to add item</a:t>
            </a:r>
          </a:p>
        </p:txBody>
      </p:sp>
      <p:sp>
        <p:nvSpPr>
          <p:cNvPr id="27" name="Text Placeholder 5">
            <a:extLst>
              <a:ext uri="{FF2B5EF4-FFF2-40B4-BE49-F238E27FC236}">
                <a16:creationId xmlns:a16="http://schemas.microsoft.com/office/drawing/2014/main" id="{AF94A476-3E40-44D5-849D-9149AE38EFEF}"/>
              </a:ext>
            </a:extLst>
          </p:cNvPr>
          <p:cNvSpPr>
            <a:spLocks noGrp="1"/>
          </p:cNvSpPr>
          <p:nvPr>
            <p:ph type="body" sz="quarter" idx="37" hasCustomPrompt="1"/>
          </p:nvPr>
        </p:nvSpPr>
        <p:spPr>
          <a:xfrm>
            <a:off x="7619999" y="4436767"/>
            <a:ext cx="3962399" cy="618672"/>
          </a:xfrm>
        </p:spPr>
        <p:txBody>
          <a:bodyPr bIns="0" anchor="ctr" anchorCtr="0"/>
          <a:lstStyle>
            <a:lvl1pPr marL="0" indent="0">
              <a:lnSpc>
                <a:spcPct val="100000"/>
              </a:lnSpc>
              <a:buNone/>
              <a:defRPr/>
            </a:lvl1pPr>
          </a:lstStyle>
          <a:p>
            <a:pPr lvl="0"/>
            <a:r>
              <a:rPr lang="en-US"/>
              <a:t>Click to add item</a:t>
            </a:r>
          </a:p>
        </p:txBody>
      </p:sp>
      <p:sp>
        <p:nvSpPr>
          <p:cNvPr id="28" name="Text Placeholder 5">
            <a:extLst>
              <a:ext uri="{FF2B5EF4-FFF2-40B4-BE49-F238E27FC236}">
                <a16:creationId xmlns:a16="http://schemas.microsoft.com/office/drawing/2014/main" id="{CD4BA337-FE74-4504-AED8-E2CC58C5919F}"/>
              </a:ext>
            </a:extLst>
          </p:cNvPr>
          <p:cNvSpPr>
            <a:spLocks noGrp="1"/>
          </p:cNvSpPr>
          <p:nvPr>
            <p:ph type="body" sz="quarter" idx="38" hasCustomPrompt="1"/>
          </p:nvPr>
        </p:nvSpPr>
        <p:spPr>
          <a:xfrm>
            <a:off x="7619999" y="5348264"/>
            <a:ext cx="3962399" cy="618672"/>
          </a:xfrm>
        </p:spPr>
        <p:txBody>
          <a:bodyPr bIns="0" anchor="ctr" anchorCtr="0"/>
          <a:lstStyle>
            <a:lvl1pPr marL="0" indent="0">
              <a:lnSpc>
                <a:spcPct val="100000"/>
              </a:lnSpc>
              <a:buNone/>
              <a:defRPr/>
            </a:lvl1pPr>
          </a:lstStyle>
          <a:p>
            <a:pPr lvl="0"/>
            <a:r>
              <a:rPr lang="en-US" dirty="0"/>
              <a:t>Click to add item</a:t>
            </a:r>
          </a:p>
        </p:txBody>
      </p:sp>
      <p:sp>
        <p:nvSpPr>
          <p:cNvPr id="30" name="Text Placeholder 7">
            <a:extLst>
              <a:ext uri="{FF2B5EF4-FFF2-40B4-BE49-F238E27FC236}">
                <a16:creationId xmlns:a16="http://schemas.microsoft.com/office/drawing/2014/main" id="{5C4498E7-85C7-4EBC-8FD5-08BDE47C7D69}"/>
              </a:ext>
            </a:extLst>
          </p:cNvPr>
          <p:cNvSpPr>
            <a:spLocks noGrp="1"/>
          </p:cNvSpPr>
          <p:nvPr>
            <p:ph type="body" sz="quarter" idx="40" hasCustomPrompt="1"/>
          </p:nvPr>
        </p:nvSpPr>
        <p:spPr>
          <a:xfrm>
            <a:off x="609600" y="1706812"/>
            <a:ext cx="609600" cy="609600"/>
          </a:xfrm>
          <a:prstGeom prst="ellipse">
            <a:avLst/>
          </a:prstGeom>
          <a:solidFill>
            <a:schemeClr val="accent2"/>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a:t>
            </a:r>
          </a:p>
        </p:txBody>
      </p:sp>
      <p:sp>
        <p:nvSpPr>
          <p:cNvPr id="31" name="Text Placeholder 7">
            <a:extLst>
              <a:ext uri="{FF2B5EF4-FFF2-40B4-BE49-F238E27FC236}">
                <a16:creationId xmlns:a16="http://schemas.microsoft.com/office/drawing/2014/main" id="{59993301-BB5C-4073-82B0-2E2A86C582BF}"/>
              </a:ext>
            </a:extLst>
          </p:cNvPr>
          <p:cNvSpPr>
            <a:spLocks noGrp="1"/>
          </p:cNvSpPr>
          <p:nvPr>
            <p:ph type="body" sz="quarter" idx="41" hasCustomPrompt="1"/>
          </p:nvPr>
        </p:nvSpPr>
        <p:spPr>
          <a:xfrm>
            <a:off x="609600" y="2619443"/>
            <a:ext cx="609600" cy="609600"/>
          </a:xfrm>
          <a:prstGeom prst="ellipse">
            <a:avLst/>
          </a:prstGeom>
          <a:solidFill>
            <a:schemeClr val="accent1"/>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a:t>
            </a:r>
          </a:p>
        </p:txBody>
      </p:sp>
      <p:sp>
        <p:nvSpPr>
          <p:cNvPr id="32" name="Text Placeholder 7">
            <a:extLst>
              <a:ext uri="{FF2B5EF4-FFF2-40B4-BE49-F238E27FC236}">
                <a16:creationId xmlns:a16="http://schemas.microsoft.com/office/drawing/2014/main" id="{867C4299-E81F-47CC-8EFA-DE7F90F2AE46}"/>
              </a:ext>
            </a:extLst>
          </p:cNvPr>
          <p:cNvSpPr>
            <a:spLocks noGrp="1"/>
          </p:cNvSpPr>
          <p:nvPr>
            <p:ph type="body" sz="quarter" idx="42" hasCustomPrompt="1"/>
          </p:nvPr>
        </p:nvSpPr>
        <p:spPr>
          <a:xfrm>
            <a:off x="609600" y="3532074"/>
            <a:ext cx="609600" cy="609600"/>
          </a:xfrm>
          <a:prstGeom prst="ellipse">
            <a:avLst/>
          </a:prstGeom>
          <a:solidFill>
            <a:schemeClr val="accent3"/>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a:t>
            </a:r>
          </a:p>
        </p:txBody>
      </p:sp>
      <p:sp>
        <p:nvSpPr>
          <p:cNvPr id="33" name="Text Placeholder 7">
            <a:extLst>
              <a:ext uri="{FF2B5EF4-FFF2-40B4-BE49-F238E27FC236}">
                <a16:creationId xmlns:a16="http://schemas.microsoft.com/office/drawing/2014/main" id="{DF92FE5A-57F1-4CA6-B785-65C9290E4C57}"/>
              </a:ext>
            </a:extLst>
          </p:cNvPr>
          <p:cNvSpPr>
            <a:spLocks noGrp="1"/>
          </p:cNvSpPr>
          <p:nvPr>
            <p:ph type="body" sz="quarter" idx="43" hasCustomPrompt="1"/>
          </p:nvPr>
        </p:nvSpPr>
        <p:spPr>
          <a:xfrm>
            <a:off x="609600" y="4444705"/>
            <a:ext cx="609600" cy="609600"/>
          </a:xfrm>
          <a:prstGeom prst="ellipse">
            <a:avLst/>
          </a:prstGeom>
          <a:solidFill>
            <a:schemeClr val="tx1"/>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a:t>
            </a:r>
          </a:p>
        </p:txBody>
      </p:sp>
      <p:sp>
        <p:nvSpPr>
          <p:cNvPr id="34" name="Text Placeholder 7">
            <a:extLst>
              <a:ext uri="{FF2B5EF4-FFF2-40B4-BE49-F238E27FC236}">
                <a16:creationId xmlns:a16="http://schemas.microsoft.com/office/drawing/2014/main" id="{4C3D325C-591F-418A-8501-373F5B47CED9}"/>
              </a:ext>
            </a:extLst>
          </p:cNvPr>
          <p:cNvSpPr>
            <a:spLocks noGrp="1"/>
          </p:cNvSpPr>
          <p:nvPr>
            <p:ph type="body" sz="quarter" idx="44" hasCustomPrompt="1"/>
          </p:nvPr>
        </p:nvSpPr>
        <p:spPr>
          <a:xfrm>
            <a:off x="609600" y="5357336"/>
            <a:ext cx="609600" cy="609600"/>
          </a:xfrm>
          <a:prstGeom prst="ellipse">
            <a:avLst/>
          </a:prstGeom>
          <a:solidFill>
            <a:srgbClr val="D8DFDE"/>
          </a:solidFill>
        </p:spPr>
        <p:txBody>
          <a:bodyPr wrap="none" bIns="0" anchor="ctr" anchorCtr="0">
            <a:normAutofit/>
          </a:bodyPr>
          <a:lstStyle>
            <a:lvl1pPr marL="0" indent="0" algn="ctr">
              <a:lnSpc>
                <a:spcPct val="100000"/>
              </a:lnSpc>
              <a:buNone/>
              <a:defRPr sz="3200" b="0">
                <a:solidFill>
                  <a:schemeClr val="tx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a:t>
            </a:r>
          </a:p>
        </p:txBody>
      </p:sp>
      <p:sp>
        <p:nvSpPr>
          <p:cNvPr id="35" name="Text Placeholder 7">
            <a:extLst>
              <a:ext uri="{FF2B5EF4-FFF2-40B4-BE49-F238E27FC236}">
                <a16:creationId xmlns:a16="http://schemas.microsoft.com/office/drawing/2014/main" id="{DBE959E3-A230-4A45-A44D-0D2600F04D7D}"/>
              </a:ext>
            </a:extLst>
          </p:cNvPr>
          <p:cNvSpPr>
            <a:spLocks noGrp="1"/>
          </p:cNvSpPr>
          <p:nvPr>
            <p:ph type="body" sz="quarter" idx="45" hasCustomPrompt="1"/>
          </p:nvPr>
        </p:nvSpPr>
        <p:spPr>
          <a:xfrm>
            <a:off x="6705600" y="1706812"/>
            <a:ext cx="609600" cy="609600"/>
          </a:xfrm>
          <a:prstGeom prst="ellipse">
            <a:avLst/>
          </a:prstGeom>
          <a:solidFill>
            <a:schemeClr val="accent2"/>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6" name="Text Placeholder 7">
            <a:extLst>
              <a:ext uri="{FF2B5EF4-FFF2-40B4-BE49-F238E27FC236}">
                <a16:creationId xmlns:a16="http://schemas.microsoft.com/office/drawing/2014/main" id="{9230A569-D2BE-47C9-B23B-242F9BCE4D3B}"/>
              </a:ext>
            </a:extLst>
          </p:cNvPr>
          <p:cNvSpPr>
            <a:spLocks noGrp="1"/>
          </p:cNvSpPr>
          <p:nvPr>
            <p:ph type="body" sz="quarter" idx="46" hasCustomPrompt="1"/>
          </p:nvPr>
        </p:nvSpPr>
        <p:spPr>
          <a:xfrm>
            <a:off x="6705600" y="2619443"/>
            <a:ext cx="609600" cy="609600"/>
          </a:xfrm>
          <a:prstGeom prst="ellipse">
            <a:avLst/>
          </a:prstGeom>
          <a:solidFill>
            <a:schemeClr val="accent1"/>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7" name="Text Placeholder 7">
            <a:extLst>
              <a:ext uri="{FF2B5EF4-FFF2-40B4-BE49-F238E27FC236}">
                <a16:creationId xmlns:a16="http://schemas.microsoft.com/office/drawing/2014/main" id="{739DA513-4AAC-49D0-8CF4-9D051E2AF092}"/>
              </a:ext>
            </a:extLst>
          </p:cNvPr>
          <p:cNvSpPr>
            <a:spLocks noGrp="1"/>
          </p:cNvSpPr>
          <p:nvPr>
            <p:ph type="body" sz="quarter" idx="47" hasCustomPrompt="1"/>
          </p:nvPr>
        </p:nvSpPr>
        <p:spPr>
          <a:xfrm>
            <a:off x="6705600" y="3532074"/>
            <a:ext cx="609600" cy="609600"/>
          </a:xfrm>
          <a:prstGeom prst="ellipse">
            <a:avLst/>
          </a:prstGeom>
          <a:solidFill>
            <a:schemeClr val="accent3"/>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8" name="Text Placeholder 7">
            <a:extLst>
              <a:ext uri="{FF2B5EF4-FFF2-40B4-BE49-F238E27FC236}">
                <a16:creationId xmlns:a16="http://schemas.microsoft.com/office/drawing/2014/main" id="{937A5709-9C0F-4D22-8682-F42BE67C6E01}"/>
              </a:ext>
            </a:extLst>
          </p:cNvPr>
          <p:cNvSpPr>
            <a:spLocks noGrp="1"/>
          </p:cNvSpPr>
          <p:nvPr>
            <p:ph type="body" sz="quarter" idx="48" hasCustomPrompt="1"/>
          </p:nvPr>
        </p:nvSpPr>
        <p:spPr>
          <a:xfrm>
            <a:off x="6705600" y="4444705"/>
            <a:ext cx="609600" cy="609600"/>
          </a:xfrm>
          <a:prstGeom prst="ellipse">
            <a:avLst/>
          </a:prstGeom>
          <a:solidFill>
            <a:schemeClr val="tx1"/>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9" name="Text Placeholder 7">
            <a:extLst>
              <a:ext uri="{FF2B5EF4-FFF2-40B4-BE49-F238E27FC236}">
                <a16:creationId xmlns:a16="http://schemas.microsoft.com/office/drawing/2014/main" id="{E7ECA727-3B31-4369-859E-288CA12C15DF}"/>
              </a:ext>
            </a:extLst>
          </p:cNvPr>
          <p:cNvSpPr>
            <a:spLocks noGrp="1"/>
          </p:cNvSpPr>
          <p:nvPr>
            <p:ph type="body" sz="quarter" idx="49" hasCustomPrompt="1"/>
          </p:nvPr>
        </p:nvSpPr>
        <p:spPr>
          <a:xfrm>
            <a:off x="6705600" y="5357336"/>
            <a:ext cx="609600" cy="609600"/>
          </a:xfrm>
          <a:prstGeom prst="ellipse">
            <a:avLst/>
          </a:prstGeom>
          <a:solidFill>
            <a:srgbClr val="D8DFDE"/>
          </a:solidFill>
        </p:spPr>
        <p:txBody>
          <a:bodyPr wrap="none" bIns="0" anchor="ctr" anchorCtr="0">
            <a:normAutofit/>
          </a:bodyPr>
          <a:lstStyle>
            <a:lvl1pPr marL="0" indent="0" algn="ctr">
              <a:lnSpc>
                <a:spcPct val="100000"/>
              </a:lnSpc>
              <a:buNone/>
              <a:defRPr sz="3200" b="0">
                <a:solidFill>
                  <a:schemeClr val="tx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 name="Title 2">
            <a:extLst>
              <a:ext uri="{FF2B5EF4-FFF2-40B4-BE49-F238E27FC236}">
                <a16:creationId xmlns:a16="http://schemas.microsoft.com/office/drawing/2014/main" id="{E0F8C46D-1CDC-84FE-8F70-284EF7D57C41}"/>
              </a:ext>
            </a:extLst>
          </p:cNvPr>
          <p:cNvSpPr>
            <a:spLocks noGrp="1"/>
          </p:cNvSpPr>
          <p:nvPr>
            <p:ph type="title" hasCustomPrompt="1"/>
          </p:nvPr>
        </p:nvSpPr>
        <p:spPr>
          <a:xfrm>
            <a:off x="609600" y="401638"/>
            <a:ext cx="10972799" cy="914400"/>
          </a:xfrm>
        </p:spPr>
        <p:txBody>
          <a:bodyPr/>
          <a:lstStyle/>
          <a:p>
            <a:r>
              <a:rPr lang="en-US" dirty="0"/>
              <a:t>Click to enter title here</a:t>
            </a:r>
          </a:p>
        </p:txBody>
      </p:sp>
    </p:spTree>
    <p:custDataLst>
      <p:tags r:id="rId1"/>
    </p:custDataLst>
    <p:extLst>
      <p:ext uri="{BB962C8B-B14F-4D97-AF65-F5344CB8AC3E}">
        <p14:creationId xmlns:p14="http://schemas.microsoft.com/office/powerpoint/2010/main" val="1649503152"/>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5 Point List">
    <p:spTree>
      <p:nvGrpSpPr>
        <p:cNvPr id="1" name=""/>
        <p:cNvGrpSpPr/>
        <p:nvPr/>
      </p:nvGrpSpPr>
      <p:grpSpPr>
        <a:xfrm>
          <a:off x="0" y="0"/>
          <a:ext cx="0" cy="0"/>
          <a:chOff x="0" y="0"/>
          <a:chExt cx="0" cy="0"/>
        </a:xfrm>
      </p:grpSpPr>
      <p:sp>
        <p:nvSpPr>
          <p:cNvPr id="97" name="Text Placeholder 96">
            <a:extLst>
              <a:ext uri="{FF2B5EF4-FFF2-40B4-BE49-F238E27FC236}">
                <a16:creationId xmlns:a16="http://schemas.microsoft.com/office/drawing/2014/main" id="{14348663-4319-4C79-B6B2-A03D4D4B5FE5}"/>
              </a:ext>
            </a:extLst>
          </p:cNvPr>
          <p:cNvSpPr>
            <a:spLocks noGrp="1"/>
          </p:cNvSpPr>
          <p:nvPr>
            <p:ph type="body" sz="quarter" idx="111" hasCustomPrompt="1"/>
          </p:nvPr>
        </p:nvSpPr>
        <p:spPr>
          <a:xfrm>
            <a:off x="609600" y="6200775"/>
            <a:ext cx="9753600" cy="657225"/>
          </a:xfrm>
        </p:spPr>
        <p:txBody>
          <a:bodyPr bIns="72000" anchor="b" anchorCtr="0">
            <a:noAutofit/>
          </a:bodyPr>
          <a:lstStyle>
            <a:lvl1pPr>
              <a:lnSpc>
                <a:spcPct val="100000"/>
              </a:lnSpc>
              <a:spcAft>
                <a:spcPts val="300"/>
              </a:spcAft>
              <a:buNone/>
              <a:defRPr sz="800"/>
            </a:lvl1pPr>
          </a:lstStyle>
          <a:p>
            <a:pPr lvl="0"/>
            <a:r>
              <a:rPr lang="en-US" dirty="0"/>
              <a:t>Footnotes</a:t>
            </a:r>
          </a:p>
        </p:txBody>
      </p:sp>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lvl1pPr>
              <a:lnSpc>
                <a:spcPct val="100000"/>
              </a:lnSpc>
              <a:defRPr/>
            </a:lvl1pPr>
          </a:lstStyle>
          <a:p>
            <a:endParaRPr lang="en-GB"/>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9" name="Text Placeholder 5">
            <a:extLst>
              <a:ext uri="{FF2B5EF4-FFF2-40B4-BE49-F238E27FC236}">
                <a16:creationId xmlns:a16="http://schemas.microsoft.com/office/drawing/2014/main" id="{4389D6A8-8E5C-4277-8893-0A9C0794314D}"/>
              </a:ext>
            </a:extLst>
          </p:cNvPr>
          <p:cNvSpPr>
            <a:spLocks noGrp="1"/>
          </p:cNvSpPr>
          <p:nvPr>
            <p:ph type="body" sz="quarter" idx="23" hasCustomPrompt="1"/>
          </p:nvPr>
        </p:nvSpPr>
        <p:spPr>
          <a:xfrm>
            <a:off x="1371600" y="1706812"/>
            <a:ext cx="2692115" cy="609600"/>
          </a:xfrm>
        </p:spPr>
        <p:txBody>
          <a:bodyPr bIns="0" anchor="ctr" anchorCtr="0"/>
          <a:lstStyle>
            <a:lvl1pPr marL="0" indent="0">
              <a:lnSpc>
                <a:spcPct val="100000"/>
              </a:lnSpc>
              <a:buNone/>
              <a:defRPr/>
            </a:lvl1pPr>
          </a:lstStyle>
          <a:p>
            <a:pPr lvl="0"/>
            <a:r>
              <a:rPr lang="en-US" dirty="0"/>
              <a:t>Click to add item</a:t>
            </a:r>
          </a:p>
        </p:txBody>
      </p:sp>
      <p:sp>
        <p:nvSpPr>
          <p:cNvPr id="14" name="Text Placeholder 5">
            <a:extLst>
              <a:ext uri="{FF2B5EF4-FFF2-40B4-BE49-F238E27FC236}">
                <a16:creationId xmlns:a16="http://schemas.microsoft.com/office/drawing/2014/main" id="{BA874EA9-D333-4FE9-8140-0BC9274C4675}"/>
              </a:ext>
            </a:extLst>
          </p:cNvPr>
          <p:cNvSpPr>
            <a:spLocks noGrp="1"/>
          </p:cNvSpPr>
          <p:nvPr>
            <p:ph type="body" sz="quarter" idx="24" hasCustomPrompt="1"/>
          </p:nvPr>
        </p:nvSpPr>
        <p:spPr>
          <a:xfrm>
            <a:off x="1371600" y="2619443"/>
            <a:ext cx="2692115" cy="609600"/>
          </a:xfrm>
        </p:spPr>
        <p:txBody>
          <a:bodyPr bIns="0" anchor="ctr" anchorCtr="0"/>
          <a:lstStyle>
            <a:lvl1pPr marL="0" indent="0">
              <a:lnSpc>
                <a:spcPct val="100000"/>
              </a:lnSpc>
              <a:buNone/>
              <a:defRPr/>
            </a:lvl1pPr>
          </a:lstStyle>
          <a:p>
            <a:pPr lvl="0"/>
            <a:r>
              <a:rPr lang="en-US"/>
              <a:t>Click to add item</a:t>
            </a:r>
          </a:p>
        </p:txBody>
      </p:sp>
      <p:sp>
        <p:nvSpPr>
          <p:cNvPr id="15" name="Text Placeholder 5">
            <a:extLst>
              <a:ext uri="{FF2B5EF4-FFF2-40B4-BE49-F238E27FC236}">
                <a16:creationId xmlns:a16="http://schemas.microsoft.com/office/drawing/2014/main" id="{05478868-AD6E-4BF2-A5D5-4419F0FE3D71}"/>
              </a:ext>
            </a:extLst>
          </p:cNvPr>
          <p:cNvSpPr>
            <a:spLocks noGrp="1"/>
          </p:cNvSpPr>
          <p:nvPr>
            <p:ph type="body" sz="quarter" idx="25" hasCustomPrompt="1"/>
          </p:nvPr>
        </p:nvSpPr>
        <p:spPr>
          <a:xfrm>
            <a:off x="1371600" y="3532074"/>
            <a:ext cx="2692115" cy="609600"/>
          </a:xfrm>
        </p:spPr>
        <p:txBody>
          <a:bodyPr bIns="0" anchor="ctr" anchorCtr="0"/>
          <a:lstStyle>
            <a:lvl1pPr marL="0" indent="0">
              <a:lnSpc>
                <a:spcPct val="100000"/>
              </a:lnSpc>
              <a:buNone/>
              <a:defRPr/>
            </a:lvl1pPr>
          </a:lstStyle>
          <a:p>
            <a:pPr lvl="0"/>
            <a:r>
              <a:rPr lang="en-US"/>
              <a:t>Click to add item</a:t>
            </a:r>
          </a:p>
        </p:txBody>
      </p:sp>
      <p:sp>
        <p:nvSpPr>
          <p:cNvPr id="17" name="Text Placeholder 5">
            <a:extLst>
              <a:ext uri="{FF2B5EF4-FFF2-40B4-BE49-F238E27FC236}">
                <a16:creationId xmlns:a16="http://schemas.microsoft.com/office/drawing/2014/main" id="{DB341191-B235-4FEE-8692-7439683F4931}"/>
              </a:ext>
            </a:extLst>
          </p:cNvPr>
          <p:cNvSpPr>
            <a:spLocks noGrp="1"/>
          </p:cNvSpPr>
          <p:nvPr>
            <p:ph type="body" sz="quarter" idx="27" hasCustomPrompt="1"/>
          </p:nvPr>
        </p:nvSpPr>
        <p:spPr>
          <a:xfrm>
            <a:off x="1371600" y="4444705"/>
            <a:ext cx="2692115" cy="609600"/>
          </a:xfrm>
        </p:spPr>
        <p:txBody>
          <a:bodyPr bIns="0" anchor="ctr" anchorCtr="0"/>
          <a:lstStyle>
            <a:lvl1pPr marL="0" indent="0">
              <a:lnSpc>
                <a:spcPct val="100000"/>
              </a:lnSpc>
              <a:buNone/>
              <a:defRPr/>
            </a:lvl1pPr>
          </a:lstStyle>
          <a:p>
            <a:pPr lvl="0"/>
            <a:r>
              <a:rPr lang="en-US"/>
              <a:t>Click to add item</a:t>
            </a:r>
          </a:p>
        </p:txBody>
      </p:sp>
      <p:sp>
        <p:nvSpPr>
          <p:cNvPr id="18" name="Text Placeholder 5">
            <a:extLst>
              <a:ext uri="{FF2B5EF4-FFF2-40B4-BE49-F238E27FC236}">
                <a16:creationId xmlns:a16="http://schemas.microsoft.com/office/drawing/2014/main" id="{22EA25F2-ECC7-41D2-B459-804B882ADE72}"/>
              </a:ext>
            </a:extLst>
          </p:cNvPr>
          <p:cNvSpPr>
            <a:spLocks noGrp="1"/>
          </p:cNvSpPr>
          <p:nvPr>
            <p:ph type="body" sz="quarter" idx="28" hasCustomPrompt="1"/>
          </p:nvPr>
        </p:nvSpPr>
        <p:spPr>
          <a:xfrm>
            <a:off x="1371600" y="5357336"/>
            <a:ext cx="2692115" cy="609600"/>
          </a:xfrm>
        </p:spPr>
        <p:txBody>
          <a:bodyPr bIns="0" anchor="ctr" anchorCtr="0"/>
          <a:lstStyle>
            <a:lvl1pPr marL="0" indent="0">
              <a:lnSpc>
                <a:spcPct val="100000"/>
              </a:lnSpc>
              <a:buNone/>
              <a:defRPr/>
            </a:lvl1pPr>
          </a:lstStyle>
          <a:p>
            <a:pPr lvl="0"/>
            <a:r>
              <a:rPr lang="en-US"/>
              <a:t>Click to add item</a:t>
            </a:r>
          </a:p>
        </p:txBody>
      </p:sp>
      <p:sp>
        <p:nvSpPr>
          <p:cNvPr id="20" name="Text Placeholder 5">
            <a:extLst>
              <a:ext uri="{FF2B5EF4-FFF2-40B4-BE49-F238E27FC236}">
                <a16:creationId xmlns:a16="http://schemas.microsoft.com/office/drawing/2014/main" id="{731393DB-8371-4387-A8EC-2615FF130DFD}"/>
              </a:ext>
            </a:extLst>
          </p:cNvPr>
          <p:cNvSpPr>
            <a:spLocks noGrp="1"/>
          </p:cNvSpPr>
          <p:nvPr>
            <p:ph type="body" sz="quarter" idx="30" hasCustomPrompt="1"/>
          </p:nvPr>
        </p:nvSpPr>
        <p:spPr>
          <a:xfrm>
            <a:off x="5133083" y="1706812"/>
            <a:ext cx="2692115" cy="609600"/>
          </a:xfrm>
        </p:spPr>
        <p:txBody>
          <a:bodyPr bIns="0" anchor="ctr" anchorCtr="0"/>
          <a:lstStyle>
            <a:lvl1pPr marL="0" indent="0">
              <a:lnSpc>
                <a:spcPct val="100000"/>
              </a:lnSpc>
              <a:buNone/>
              <a:defRPr/>
            </a:lvl1pPr>
          </a:lstStyle>
          <a:p>
            <a:pPr lvl="0"/>
            <a:r>
              <a:rPr lang="en-US" dirty="0"/>
              <a:t>Click to add item</a:t>
            </a:r>
          </a:p>
        </p:txBody>
      </p:sp>
      <p:sp>
        <p:nvSpPr>
          <p:cNvPr id="24" name="Text Placeholder 5">
            <a:extLst>
              <a:ext uri="{FF2B5EF4-FFF2-40B4-BE49-F238E27FC236}">
                <a16:creationId xmlns:a16="http://schemas.microsoft.com/office/drawing/2014/main" id="{99783B38-5869-4574-94FE-E400012AFADB}"/>
              </a:ext>
            </a:extLst>
          </p:cNvPr>
          <p:cNvSpPr>
            <a:spLocks noGrp="1"/>
          </p:cNvSpPr>
          <p:nvPr>
            <p:ph type="body" sz="quarter" idx="34" hasCustomPrompt="1"/>
          </p:nvPr>
        </p:nvSpPr>
        <p:spPr>
          <a:xfrm>
            <a:off x="5133083" y="2619443"/>
            <a:ext cx="2692115" cy="609600"/>
          </a:xfrm>
        </p:spPr>
        <p:txBody>
          <a:bodyPr bIns="0" anchor="ctr" anchorCtr="0"/>
          <a:lstStyle>
            <a:lvl1pPr marL="0" indent="0">
              <a:lnSpc>
                <a:spcPct val="100000"/>
              </a:lnSpc>
              <a:buNone/>
              <a:defRPr/>
            </a:lvl1pPr>
          </a:lstStyle>
          <a:p>
            <a:pPr lvl="0"/>
            <a:r>
              <a:rPr lang="en-US"/>
              <a:t>Click to add item</a:t>
            </a:r>
          </a:p>
        </p:txBody>
      </p:sp>
      <p:sp>
        <p:nvSpPr>
          <p:cNvPr id="25" name="Text Placeholder 5">
            <a:extLst>
              <a:ext uri="{FF2B5EF4-FFF2-40B4-BE49-F238E27FC236}">
                <a16:creationId xmlns:a16="http://schemas.microsoft.com/office/drawing/2014/main" id="{45568D9C-380F-4EA2-A943-1561234300F9}"/>
              </a:ext>
            </a:extLst>
          </p:cNvPr>
          <p:cNvSpPr>
            <a:spLocks noGrp="1"/>
          </p:cNvSpPr>
          <p:nvPr>
            <p:ph type="body" sz="quarter" idx="35" hasCustomPrompt="1"/>
          </p:nvPr>
        </p:nvSpPr>
        <p:spPr>
          <a:xfrm>
            <a:off x="5133083" y="3532074"/>
            <a:ext cx="2692115" cy="609600"/>
          </a:xfrm>
        </p:spPr>
        <p:txBody>
          <a:bodyPr bIns="0" anchor="ctr" anchorCtr="0"/>
          <a:lstStyle>
            <a:lvl1pPr marL="0" indent="0">
              <a:lnSpc>
                <a:spcPct val="100000"/>
              </a:lnSpc>
              <a:buNone/>
              <a:defRPr/>
            </a:lvl1pPr>
          </a:lstStyle>
          <a:p>
            <a:pPr lvl="0"/>
            <a:r>
              <a:rPr lang="en-US"/>
              <a:t>Click to add item</a:t>
            </a:r>
          </a:p>
        </p:txBody>
      </p:sp>
      <p:sp>
        <p:nvSpPr>
          <p:cNvPr id="27" name="Text Placeholder 5">
            <a:extLst>
              <a:ext uri="{FF2B5EF4-FFF2-40B4-BE49-F238E27FC236}">
                <a16:creationId xmlns:a16="http://schemas.microsoft.com/office/drawing/2014/main" id="{AF94A476-3E40-44D5-849D-9149AE38EFEF}"/>
              </a:ext>
            </a:extLst>
          </p:cNvPr>
          <p:cNvSpPr>
            <a:spLocks noGrp="1"/>
          </p:cNvSpPr>
          <p:nvPr>
            <p:ph type="body" sz="quarter" idx="37" hasCustomPrompt="1"/>
          </p:nvPr>
        </p:nvSpPr>
        <p:spPr>
          <a:xfrm>
            <a:off x="5133083" y="4444705"/>
            <a:ext cx="2692115" cy="609600"/>
          </a:xfrm>
        </p:spPr>
        <p:txBody>
          <a:bodyPr bIns="0" anchor="ctr" anchorCtr="0"/>
          <a:lstStyle>
            <a:lvl1pPr marL="0" indent="0">
              <a:lnSpc>
                <a:spcPct val="100000"/>
              </a:lnSpc>
              <a:buNone/>
              <a:defRPr/>
            </a:lvl1pPr>
          </a:lstStyle>
          <a:p>
            <a:pPr lvl="0"/>
            <a:r>
              <a:rPr lang="en-US"/>
              <a:t>Click to add item</a:t>
            </a:r>
          </a:p>
        </p:txBody>
      </p:sp>
      <p:sp>
        <p:nvSpPr>
          <p:cNvPr id="28" name="Text Placeholder 5">
            <a:extLst>
              <a:ext uri="{FF2B5EF4-FFF2-40B4-BE49-F238E27FC236}">
                <a16:creationId xmlns:a16="http://schemas.microsoft.com/office/drawing/2014/main" id="{CD4BA337-FE74-4504-AED8-E2CC58C5919F}"/>
              </a:ext>
            </a:extLst>
          </p:cNvPr>
          <p:cNvSpPr>
            <a:spLocks noGrp="1"/>
          </p:cNvSpPr>
          <p:nvPr>
            <p:ph type="body" sz="quarter" idx="38" hasCustomPrompt="1"/>
          </p:nvPr>
        </p:nvSpPr>
        <p:spPr>
          <a:xfrm>
            <a:off x="5205740" y="5357336"/>
            <a:ext cx="2692115" cy="609600"/>
          </a:xfrm>
        </p:spPr>
        <p:txBody>
          <a:bodyPr bIns="0" anchor="ctr" anchorCtr="0"/>
          <a:lstStyle>
            <a:lvl1pPr marL="0" indent="0">
              <a:lnSpc>
                <a:spcPct val="100000"/>
              </a:lnSpc>
              <a:buNone/>
              <a:defRPr/>
            </a:lvl1pPr>
          </a:lstStyle>
          <a:p>
            <a:pPr lvl="0"/>
            <a:r>
              <a:rPr lang="en-US" dirty="0"/>
              <a:t>Click to add item</a:t>
            </a:r>
          </a:p>
        </p:txBody>
      </p:sp>
      <p:sp>
        <p:nvSpPr>
          <p:cNvPr id="30" name="Text Placeholder 7">
            <a:extLst>
              <a:ext uri="{FF2B5EF4-FFF2-40B4-BE49-F238E27FC236}">
                <a16:creationId xmlns:a16="http://schemas.microsoft.com/office/drawing/2014/main" id="{5C4498E7-85C7-4EBC-8FD5-08BDE47C7D69}"/>
              </a:ext>
            </a:extLst>
          </p:cNvPr>
          <p:cNvSpPr>
            <a:spLocks noGrp="1"/>
          </p:cNvSpPr>
          <p:nvPr>
            <p:ph type="body" sz="quarter" idx="40" hasCustomPrompt="1"/>
          </p:nvPr>
        </p:nvSpPr>
        <p:spPr>
          <a:xfrm>
            <a:off x="609600" y="1706812"/>
            <a:ext cx="609600" cy="609600"/>
          </a:xfrm>
          <a:prstGeom prst="ellipse">
            <a:avLst/>
          </a:prstGeom>
          <a:solidFill>
            <a:schemeClr val="accent2"/>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a:t>
            </a:r>
          </a:p>
        </p:txBody>
      </p:sp>
      <p:sp>
        <p:nvSpPr>
          <p:cNvPr id="31" name="Text Placeholder 7">
            <a:extLst>
              <a:ext uri="{FF2B5EF4-FFF2-40B4-BE49-F238E27FC236}">
                <a16:creationId xmlns:a16="http://schemas.microsoft.com/office/drawing/2014/main" id="{59993301-BB5C-4073-82B0-2E2A86C582BF}"/>
              </a:ext>
            </a:extLst>
          </p:cNvPr>
          <p:cNvSpPr>
            <a:spLocks noGrp="1"/>
          </p:cNvSpPr>
          <p:nvPr>
            <p:ph type="body" sz="quarter" idx="41" hasCustomPrompt="1"/>
          </p:nvPr>
        </p:nvSpPr>
        <p:spPr>
          <a:xfrm>
            <a:off x="609600" y="2619443"/>
            <a:ext cx="609600" cy="609600"/>
          </a:xfrm>
          <a:prstGeom prst="ellipse">
            <a:avLst/>
          </a:prstGeom>
          <a:solidFill>
            <a:schemeClr val="accent1"/>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2" name="Text Placeholder 7">
            <a:extLst>
              <a:ext uri="{FF2B5EF4-FFF2-40B4-BE49-F238E27FC236}">
                <a16:creationId xmlns:a16="http://schemas.microsoft.com/office/drawing/2014/main" id="{867C4299-E81F-47CC-8EFA-DE7F90F2AE46}"/>
              </a:ext>
            </a:extLst>
          </p:cNvPr>
          <p:cNvSpPr>
            <a:spLocks noGrp="1"/>
          </p:cNvSpPr>
          <p:nvPr>
            <p:ph type="body" sz="quarter" idx="42" hasCustomPrompt="1"/>
          </p:nvPr>
        </p:nvSpPr>
        <p:spPr>
          <a:xfrm>
            <a:off x="609600" y="3532074"/>
            <a:ext cx="609600" cy="609600"/>
          </a:xfrm>
          <a:prstGeom prst="ellipse">
            <a:avLst/>
          </a:prstGeom>
          <a:solidFill>
            <a:schemeClr val="accent3"/>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a:t>
            </a:r>
          </a:p>
        </p:txBody>
      </p:sp>
      <p:sp>
        <p:nvSpPr>
          <p:cNvPr id="33" name="Text Placeholder 7">
            <a:extLst>
              <a:ext uri="{FF2B5EF4-FFF2-40B4-BE49-F238E27FC236}">
                <a16:creationId xmlns:a16="http://schemas.microsoft.com/office/drawing/2014/main" id="{DF92FE5A-57F1-4CA6-B785-65C9290E4C57}"/>
              </a:ext>
            </a:extLst>
          </p:cNvPr>
          <p:cNvSpPr>
            <a:spLocks noGrp="1"/>
          </p:cNvSpPr>
          <p:nvPr>
            <p:ph type="body" sz="quarter" idx="43" hasCustomPrompt="1"/>
          </p:nvPr>
        </p:nvSpPr>
        <p:spPr>
          <a:xfrm>
            <a:off x="609600" y="4444705"/>
            <a:ext cx="609600" cy="609600"/>
          </a:xfrm>
          <a:prstGeom prst="ellipse">
            <a:avLst/>
          </a:prstGeom>
          <a:solidFill>
            <a:schemeClr val="tx1"/>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a:t>
            </a:r>
          </a:p>
        </p:txBody>
      </p:sp>
      <p:sp>
        <p:nvSpPr>
          <p:cNvPr id="34" name="Text Placeholder 7">
            <a:extLst>
              <a:ext uri="{FF2B5EF4-FFF2-40B4-BE49-F238E27FC236}">
                <a16:creationId xmlns:a16="http://schemas.microsoft.com/office/drawing/2014/main" id="{4C3D325C-591F-418A-8501-373F5B47CED9}"/>
              </a:ext>
            </a:extLst>
          </p:cNvPr>
          <p:cNvSpPr>
            <a:spLocks noGrp="1"/>
          </p:cNvSpPr>
          <p:nvPr>
            <p:ph type="body" sz="quarter" idx="44" hasCustomPrompt="1"/>
          </p:nvPr>
        </p:nvSpPr>
        <p:spPr>
          <a:xfrm>
            <a:off x="609600" y="5357336"/>
            <a:ext cx="609600" cy="609600"/>
          </a:xfrm>
          <a:prstGeom prst="ellipse">
            <a:avLst/>
          </a:prstGeom>
          <a:solidFill>
            <a:srgbClr val="D8DFDE"/>
          </a:solidFill>
        </p:spPr>
        <p:txBody>
          <a:bodyPr wrap="none" bIns="0" anchor="ctr" anchorCtr="0">
            <a:normAutofit/>
          </a:bodyPr>
          <a:lstStyle>
            <a:lvl1pPr marL="0" indent="0" algn="ctr">
              <a:lnSpc>
                <a:spcPct val="100000"/>
              </a:lnSpc>
              <a:buNone/>
              <a:defRPr sz="3200" b="0">
                <a:solidFill>
                  <a:schemeClr val="tx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a:t>
            </a:r>
          </a:p>
        </p:txBody>
      </p:sp>
      <p:sp>
        <p:nvSpPr>
          <p:cNvPr id="35" name="Text Placeholder 7">
            <a:extLst>
              <a:ext uri="{FF2B5EF4-FFF2-40B4-BE49-F238E27FC236}">
                <a16:creationId xmlns:a16="http://schemas.microsoft.com/office/drawing/2014/main" id="{DBE959E3-A230-4A45-A44D-0D2600F04D7D}"/>
              </a:ext>
            </a:extLst>
          </p:cNvPr>
          <p:cNvSpPr>
            <a:spLocks noGrp="1"/>
          </p:cNvSpPr>
          <p:nvPr>
            <p:ph type="body" sz="quarter" idx="45" hasCustomPrompt="1"/>
          </p:nvPr>
        </p:nvSpPr>
        <p:spPr>
          <a:xfrm>
            <a:off x="4371082" y="1706812"/>
            <a:ext cx="609600" cy="609600"/>
          </a:xfrm>
          <a:prstGeom prst="ellipse">
            <a:avLst/>
          </a:prstGeom>
          <a:solidFill>
            <a:schemeClr val="accent2"/>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a:t>
            </a:r>
          </a:p>
        </p:txBody>
      </p:sp>
      <p:sp>
        <p:nvSpPr>
          <p:cNvPr id="36" name="Text Placeholder 7">
            <a:extLst>
              <a:ext uri="{FF2B5EF4-FFF2-40B4-BE49-F238E27FC236}">
                <a16:creationId xmlns:a16="http://schemas.microsoft.com/office/drawing/2014/main" id="{9230A569-D2BE-47C9-B23B-242F9BCE4D3B}"/>
              </a:ext>
            </a:extLst>
          </p:cNvPr>
          <p:cNvSpPr>
            <a:spLocks noGrp="1"/>
          </p:cNvSpPr>
          <p:nvPr>
            <p:ph type="body" sz="quarter" idx="46" hasCustomPrompt="1"/>
          </p:nvPr>
        </p:nvSpPr>
        <p:spPr>
          <a:xfrm>
            <a:off x="4371082" y="2619443"/>
            <a:ext cx="609600" cy="609600"/>
          </a:xfrm>
          <a:prstGeom prst="ellipse">
            <a:avLst/>
          </a:prstGeom>
          <a:solidFill>
            <a:schemeClr val="accent1"/>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7" name="Text Placeholder 7">
            <a:extLst>
              <a:ext uri="{FF2B5EF4-FFF2-40B4-BE49-F238E27FC236}">
                <a16:creationId xmlns:a16="http://schemas.microsoft.com/office/drawing/2014/main" id="{739DA513-4AAC-49D0-8CF4-9D051E2AF092}"/>
              </a:ext>
            </a:extLst>
          </p:cNvPr>
          <p:cNvSpPr>
            <a:spLocks noGrp="1"/>
          </p:cNvSpPr>
          <p:nvPr>
            <p:ph type="body" sz="quarter" idx="47" hasCustomPrompt="1"/>
          </p:nvPr>
        </p:nvSpPr>
        <p:spPr>
          <a:xfrm>
            <a:off x="4371082" y="3532074"/>
            <a:ext cx="609600" cy="609600"/>
          </a:xfrm>
          <a:prstGeom prst="ellipse">
            <a:avLst/>
          </a:prstGeom>
          <a:solidFill>
            <a:schemeClr val="accent3"/>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a:t>
            </a:r>
          </a:p>
        </p:txBody>
      </p:sp>
      <p:sp>
        <p:nvSpPr>
          <p:cNvPr id="38" name="Text Placeholder 7">
            <a:extLst>
              <a:ext uri="{FF2B5EF4-FFF2-40B4-BE49-F238E27FC236}">
                <a16:creationId xmlns:a16="http://schemas.microsoft.com/office/drawing/2014/main" id="{937A5709-9C0F-4D22-8682-F42BE67C6E01}"/>
              </a:ext>
            </a:extLst>
          </p:cNvPr>
          <p:cNvSpPr>
            <a:spLocks noGrp="1"/>
          </p:cNvSpPr>
          <p:nvPr>
            <p:ph type="body" sz="quarter" idx="48" hasCustomPrompt="1"/>
          </p:nvPr>
        </p:nvSpPr>
        <p:spPr>
          <a:xfrm>
            <a:off x="4371082" y="4444705"/>
            <a:ext cx="609600" cy="609600"/>
          </a:xfrm>
          <a:prstGeom prst="ellipse">
            <a:avLst/>
          </a:prstGeom>
          <a:solidFill>
            <a:schemeClr val="tx1"/>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9" name="Text Placeholder 7">
            <a:extLst>
              <a:ext uri="{FF2B5EF4-FFF2-40B4-BE49-F238E27FC236}">
                <a16:creationId xmlns:a16="http://schemas.microsoft.com/office/drawing/2014/main" id="{E7ECA727-3B31-4369-859E-288CA12C15DF}"/>
              </a:ext>
            </a:extLst>
          </p:cNvPr>
          <p:cNvSpPr>
            <a:spLocks noGrp="1"/>
          </p:cNvSpPr>
          <p:nvPr>
            <p:ph type="body" sz="quarter" idx="49" hasCustomPrompt="1"/>
          </p:nvPr>
        </p:nvSpPr>
        <p:spPr>
          <a:xfrm>
            <a:off x="4371082" y="5357336"/>
            <a:ext cx="609600" cy="609600"/>
          </a:xfrm>
          <a:prstGeom prst="ellipse">
            <a:avLst/>
          </a:prstGeom>
          <a:solidFill>
            <a:srgbClr val="D8DFDE"/>
          </a:solidFill>
        </p:spPr>
        <p:txBody>
          <a:bodyPr wrap="none" bIns="0" anchor="ctr" anchorCtr="0">
            <a:normAutofit/>
          </a:bodyPr>
          <a:lstStyle>
            <a:lvl1pPr marL="0" indent="0" algn="ctr">
              <a:lnSpc>
                <a:spcPct val="100000"/>
              </a:lnSpc>
              <a:buNone/>
              <a:defRPr sz="3200" b="0">
                <a:solidFill>
                  <a:schemeClr val="tx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26" name="Text Placeholder 7">
            <a:extLst>
              <a:ext uri="{FF2B5EF4-FFF2-40B4-BE49-F238E27FC236}">
                <a16:creationId xmlns:a16="http://schemas.microsoft.com/office/drawing/2014/main" id="{966D5D0B-8507-41D4-B07A-4D81EA4DF8DD}"/>
              </a:ext>
            </a:extLst>
          </p:cNvPr>
          <p:cNvSpPr>
            <a:spLocks noGrp="1"/>
          </p:cNvSpPr>
          <p:nvPr>
            <p:ph type="body" sz="quarter" idx="51" hasCustomPrompt="1"/>
          </p:nvPr>
        </p:nvSpPr>
        <p:spPr>
          <a:xfrm>
            <a:off x="8127431" y="1706812"/>
            <a:ext cx="609600" cy="609600"/>
          </a:xfrm>
          <a:prstGeom prst="ellipse">
            <a:avLst/>
          </a:prstGeom>
          <a:solidFill>
            <a:schemeClr val="accent2"/>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a:t>
            </a:r>
          </a:p>
        </p:txBody>
      </p:sp>
      <p:sp>
        <p:nvSpPr>
          <p:cNvPr id="29" name="Text Placeholder 5">
            <a:extLst>
              <a:ext uri="{FF2B5EF4-FFF2-40B4-BE49-F238E27FC236}">
                <a16:creationId xmlns:a16="http://schemas.microsoft.com/office/drawing/2014/main" id="{96AA8459-802A-4E1F-B3C2-5F7D48D6176C}"/>
              </a:ext>
            </a:extLst>
          </p:cNvPr>
          <p:cNvSpPr>
            <a:spLocks noGrp="1"/>
          </p:cNvSpPr>
          <p:nvPr>
            <p:ph type="body" sz="quarter" idx="52" hasCustomPrompt="1"/>
          </p:nvPr>
        </p:nvSpPr>
        <p:spPr>
          <a:xfrm>
            <a:off x="8889432" y="1706812"/>
            <a:ext cx="2692115" cy="609600"/>
          </a:xfrm>
        </p:spPr>
        <p:txBody>
          <a:bodyPr bIns="0" anchor="ctr" anchorCtr="0"/>
          <a:lstStyle>
            <a:lvl1pPr marL="0" indent="0">
              <a:lnSpc>
                <a:spcPct val="100000"/>
              </a:lnSpc>
              <a:buNone/>
              <a:defRPr/>
            </a:lvl1pPr>
          </a:lstStyle>
          <a:p>
            <a:pPr lvl="0"/>
            <a:r>
              <a:rPr lang="en-US" dirty="0"/>
              <a:t>Click to add item</a:t>
            </a:r>
          </a:p>
        </p:txBody>
      </p:sp>
      <p:sp>
        <p:nvSpPr>
          <p:cNvPr id="40" name="Text Placeholder 7">
            <a:extLst>
              <a:ext uri="{FF2B5EF4-FFF2-40B4-BE49-F238E27FC236}">
                <a16:creationId xmlns:a16="http://schemas.microsoft.com/office/drawing/2014/main" id="{EB072082-F611-45F4-9707-131025E1592D}"/>
              </a:ext>
            </a:extLst>
          </p:cNvPr>
          <p:cNvSpPr>
            <a:spLocks noGrp="1"/>
          </p:cNvSpPr>
          <p:nvPr>
            <p:ph type="body" sz="quarter" idx="53" hasCustomPrompt="1"/>
          </p:nvPr>
        </p:nvSpPr>
        <p:spPr>
          <a:xfrm>
            <a:off x="8127431" y="2619443"/>
            <a:ext cx="609600" cy="609600"/>
          </a:xfrm>
          <a:prstGeom prst="ellipse">
            <a:avLst/>
          </a:prstGeom>
          <a:solidFill>
            <a:schemeClr val="accent1"/>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41" name="Text Placeholder 5">
            <a:extLst>
              <a:ext uri="{FF2B5EF4-FFF2-40B4-BE49-F238E27FC236}">
                <a16:creationId xmlns:a16="http://schemas.microsoft.com/office/drawing/2014/main" id="{BA81CD7D-79E5-4A02-918A-AA4E603045FA}"/>
              </a:ext>
            </a:extLst>
          </p:cNvPr>
          <p:cNvSpPr>
            <a:spLocks noGrp="1"/>
          </p:cNvSpPr>
          <p:nvPr>
            <p:ph type="body" sz="quarter" idx="54" hasCustomPrompt="1"/>
          </p:nvPr>
        </p:nvSpPr>
        <p:spPr>
          <a:xfrm>
            <a:off x="8889432" y="2619443"/>
            <a:ext cx="2692115" cy="609600"/>
          </a:xfrm>
        </p:spPr>
        <p:txBody>
          <a:bodyPr bIns="0" anchor="ctr" anchorCtr="0"/>
          <a:lstStyle>
            <a:lvl1pPr marL="0" indent="0">
              <a:lnSpc>
                <a:spcPct val="100000"/>
              </a:lnSpc>
              <a:buNone/>
              <a:defRPr/>
            </a:lvl1pPr>
          </a:lstStyle>
          <a:p>
            <a:pPr lvl="0"/>
            <a:r>
              <a:rPr lang="en-US"/>
              <a:t>Click to add item</a:t>
            </a:r>
          </a:p>
        </p:txBody>
      </p:sp>
      <p:sp>
        <p:nvSpPr>
          <p:cNvPr id="42" name="Text Placeholder 7">
            <a:extLst>
              <a:ext uri="{FF2B5EF4-FFF2-40B4-BE49-F238E27FC236}">
                <a16:creationId xmlns:a16="http://schemas.microsoft.com/office/drawing/2014/main" id="{17C86CC8-847B-4B3C-896A-7251C4063555}"/>
              </a:ext>
            </a:extLst>
          </p:cNvPr>
          <p:cNvSpPr>
            <a:spLocks noGrp="1"/>
          </p:cNvSpPr>
          <p:nvPr>
            <p:ph type="body" sz="quarter" idx="55" hasCustomPrompt="1"/>
          </p:nvPr>
        </p:nvSpPr>
        <p:spPr>
          <a:xfrm>
            <a:off x="8127431" y="3532074"/>
            <a:ext cx="609600" cy="609600"/>
          </a:xfrm>
          <a:prstGeom prst="ellipse">
            <a:avLst/>
          </a:prstGeom>
          <a:solidFill>
            <a:schemeClr val="accent3"/>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43" name="Text Placeholder 5">
            <a:extLst>
              <a:ext uri="{FF2B5EF4-FFF2-40B4-BE49-F238E27FC236}">
                <a16:creationId xmlns:a16="http://schemas.microsoft.com/office/drawing/2014/main" id="{3E23F247-51F4-4A6E-96AF-5D5EA047E631}"/>
              </a:ext>
            </a:extLst>
          </p:cNvPr>
          <p:cNvSpPr>
            <a:spLocks noGrp="1"/>
          </p:cNvSpPr>
          <p:nvPr>
            <p:ph type="body" sz="quarter" idx="56" hasCustomPrompt="1"/>
          </p:nvPr>
        </p:nvSpPr>
        <p:spPr>
          <a:xfrm>
            <a:off x="8889432" y="3532074"/>
            <a:ext cx="2692115" cy="609600"/>
          </a:xfrm>
        </p:spPr>
        <p:txBody>
          <a:bodyPr bIns="0" anchor="ctr" anchorCtr="0"/>
          <a:lstStyle>
            <a:lvl1pPr marL="0" indent="0">
              <a:lnSpc>
                <a:spcPct val="100000"/>
              </a:lnSpc>
              <a:buNone/>
              <a:defRPr/>
            </a:lvl1pPr>
          </a:lstStyle>
          <a:p>
            <a:pPr lvl="0"/>
            <a:r>
              <a:rPr lang="en-US"/>
              <a:t>Click to add item</a:t>
            </a:r>
          </a:p>
        </p:txBody>
      </p:sp>
      <p:sp>
        <p:nvSpPr>
          <p:cNvPr id="44" name="Text Placeholder 7">
            <a:extLst>
              <a:ext uri="{FF2B5EF4-FFF2-40B4-BE49-F238E27FC236}">
                <a16:creationId xmlns:a16="http://schemas.microsoft.com/office/drawing/2014/main" id="{E9973869-3F65-4CBC-AE60-4DB14F89BC28}"/>
              </a:ext>
            </a:extLst>
          </p:cNvPr>
          <p:cNvSpPr>
            <a:spLocks noGrp="1"/>
          </p:cNvSpPr>
          <p:nvPr>
            <p:ph type="body" sz="quarter" idx="57" hasCustomPrompt="1"/>
          </p:nvPr>
        </p:nvSpPr>
        <p:spPr>
          <a:xfrm>
            <a:off x="8127431" y="4444705"/>
            <a:ext cx="609600" cy="609600"/>
          </a:xfrm>
          <a:prstGeom prst="ellipse">
            <a:avLst/>
          </a:prstGeom>
          <a:solidFill>
            <a:schemeClr val="tx1"/>
          </a:solidFill>
        </p:spPr>
        <p:txBody>
          <a:bodyPr wrap="none" bIns="0" anchor="ctr" anchorCtr="0">
            <a:normAutofit/>
          </a:bodyPr>
          <a:lstStyle>
            <a:lvl1pPr marL="0" indent="0" algn="ctr">
              <a:lnSpc>
                <a:spcPct val="100000"/>
              </a:lnSpc>
              <a:buNone/>
              <a:defRPr sz="3200" b="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45" name="Text Placeholder 5">
            <a:extLst>
              <a:ext uri="{FF2B5EF4-FFF2-40B4-BE49-F238E27FC236}">
                <a16:creationId xmlns:a16="http://schemas.microsoft.com/office/drawing/2014/main" id="{D77C0CF7-146D-42B3-A853-A86442F48822}"/>
              </a:ext>
            </a:extLst>
          </p:cNvPr>
          <p:cNvSpPr>
            <a:spLocks noGrp="1"/>
          </p:cNvSpPr>
          <p:nvPr>
            <p:ph type="body" sz="quarter" idx="58" hasCustomPrompt="1"/>
          </p:nvPr>
        </p:nvSpPr>
        <p:spPr>
          <a:xfrm>
            <a:off x="8889432" y="4444705"/>
            <a:ext cx="2692115" cy="609600"/>
          </a:xfrm>
        </p:spPr>
        <p:txBody>
          <a:bodyPr bIns="0" anchor="ctr" anchorCtr="0"/>
          <a:lstStyle>
            <a:lvl1pPr marL="0" indent="0">
              <a:lnSpc>
                <a:spcPct val="100000"/>
              </a:lnSpc>
              <a:buNone/>
              <a:defRPr/>
            </a:lvl1pPr>
          </a:lstStyle>
          <a:p>
            <a:pPr lvl="0"/>
            <a:r>
              <a:rPr lang="en-US"/>
              <a:t>Click to add item</a:t>
            </a:r>
          </a:p>
        </p:txBody>
      </p:sp>
      <p:sp>
        <p:nvSpPr>
          <p:cNvPr id="46" name="Text Placeholder 7">
            <a:extLst>
              <a:ext uri="{FF2B5EF4-FFF2-40B4-BE49-F238E27FC236}">
                <a16:creationId xmlns:a16="http://schemas.microsoft.com/office/drawing/2014/main" id="{BCA8B1CC-0D3D-4149-8BBC-DCA9258CD404}"/>
              </a:ext>
            </a:extLst>
          </p:cNvPr>
          <p:cNvSpPr>
            <a:spLocks noGrp="1"/>
          </p:cNvSpPr>
          <p:nvPr>
            <p:ph type="body" sz="quarter" idx="59" hasCustomPrompt="1"/>
          </p:nvPr>
        </p:nvSpPr>
        <p:spPr>
          <a:xfrm>
            <a:off x="8127431" y="5357336"/>
            <a:ext cx="609600" cy="609600"/>
          </a:xfrm>
          <a:prstGeom prst="ellipse">
            <a:avLst/>
          </a:prstGeom>
          <a:solidFill>
            <a:srgbClr val="D8DFDE"/>
          </a:solidFill>
        </p:spPr>
        <p:txBody>
          <a:bodyPr wrap="none" bIns="0" anchor="ctr" anchorCtr="0">
            <a:normAutofit/>
          </a:bodyPr>
          <a:lstStyle>
            <a:lvl1pPr marL="0" indent="0" algn="ctr">
              <a:lnSpc>
                <a:spcPct val="100000"/>
              </a:lnSpc>
              <a:buNone/>
              <a:defRPr sz="3200" b="0">
                <a:solidFill>
                  <a:schemeClr val="tx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47" name="Text Placeholder 5">
            <a:extLst>
              <a:ext uri="{FF2B5EF4-FFF2-40B4-BE49-F238E27FC236}">
                <a16:creationId xmlns:a16="http://schemas.microsoft.com/office/drawing/2014/main" id="{9ED415F2-FE91-45A2-90CA-FD24FBE2066E}"/>
              </a:ext>
            </a:extLst>
          </p:cNvPr>
          <p:cNvSpPr>
            <a:spLocks noGrp="1"/>
          </p:cNvSpPr>
          <p:nvPr>
            <p:ph type="body" sz="quarter" idx="60" hasCustomPrompt="1"/>
          </p:nvPr>
        </p:nvSpPr>
        <p:spPr>
          <a:xfrm>
            <a:off x="8889432" y="5357336"/>
            <a:ext cx="2692115" cy="609600"/>
          </a:xfrm>
        </p:spPr>
        <p:txBody>
          <a:bodyPr bIns="0" anchor="ctr" anchorCtr="0"/>
          <a:lstStyle>
            <a:lvl1pPr marL="0" indent="0">
              <a:lnSpc>
                <a:spcPct val="100000"/>
              </a:lnSpc>
              <a:buNone/>
              <a:defRPr/>
            </a:lvl1pPr>
          </a:lstStyle>
          <a:p>
            <a:pPr lvl="0"/>
            <a:r>
              <a:rPr lang="en-US" dirty="0"/>
              <a:t>Click to add item</a:t>
            </a:r>
          </a:p>
        </p:txBody>
      </p:sp>
      <p:sp>
        <p:nvSpPr>
          <p:cNvPr id="3" name="Title 2">
            <a:extLst>
              <a:ext uri="{FF2B5EF4-FFF2-40B4-BE49-F238E27FC236}">
                <a16:creationId xmlns:a16="http://schemas.microsoft.com/office/drawing/2014/main" id="{8D81C908-772C-2C85-0826-8BEB74003073}"/>
              </a:ext>
            </a:extLst>
          </p:cNvPr>
          <p:cNvSpPr>
            <a:spLocks noGrp="1"/>
          </p:cNvSpPr>
          <p:nvPr>
            <p:ph type="title" hasCustomPrompt="1"/>
          </p:nvPr>
        </p:nvSpPr>
        <p:spPr>
          <a:xfrm>
            <a:off x="609600" y="401638"/>
            <a:ext cx="10972799" cy="914400"/>
          </a:xfrm>
        </p:spPr>
        <p:txBody>
          <a:bodyPr/>
          <a:lstStyle/>
          <a:p>
            <a:r>
              <a:rPr lang="en-US" dirty="0"/>
              <a:t>Click to enter title here</a:t>
            </a:r>
          </a:p>
        </p:txBody>
      </p:sp>
    </p:spTree>
    <p:custDataLst>
      <p:tags r:id="rId1"/>
    </p:custDataLst>
    <p:extLst>
      <p:ext uri="{BB962C8B-B14F-4D97-AF65-F5344CB8AC3E}">
        <p14:creationId xmlns:p14="http://schemas.microsoft.com/office/powerpoint/2010/main" val="4155069973"/>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END">
    <p:bg>
      <p:bgPr>
        <a:solidFill>
          <a:schemeClr val="tx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C22DA5D-EC7E-40C3-8862-3E3748AD6C3A}"/>
              </a:ext>
            </a:extLst>
          </p:cNvPr>
          <p:cNvSpPr txBox="1">
            <a:spLocks/>
          </p:cNvSpPr>
          <p:nvPr userDrawn="1"/>
        </p:nvSpPr>
        <p:spPr>
          <a:xfrm>
            <a:off x="1257304" y="769811"/>
            <a:ext cx="9677394" cy="5318379"/>
          </a:xfrm>
          <a:prstGeom prst="rect">
            <a:avLst/>
          </a:prstGeom>
        </p:spPr>
        <p:txBody>
          <a:bodyPr vert="horz" wrap="square" lIns="0" tIns="0" rIns="0" bIns="0" rtlCol="0" anchor="t">
            <a:spAutoFit/>
          </a:bodyPr>
          <a:lstStyle>
            <a:lvl1pPr algn="ctr" defTabSz="914400" rtl="0" eaLnBrk="1" latinLnBrk="0" hangingPunct="1">
              <a:lnSpc>
                <a:spcPct val="90000"/>
              </a:lnSpc>
              <a:spcBef>
                <a:spcPct val="0"/>
              </a:spcBef>
              <a:buNone/>
              <a:defRPr sz="6000" kern="1200">
                <a:solidFill>
                  <a:schemeClr val="bg1"/>
                </a:solidFill>
                <a:latin typeface="+mj-lt"/>
                <a:ea typeface="+mj-ea"/>
                <a:cs typeface="+mj-cs"/>
              </a:defRPr>
            </a:lvl1pPr>
          </a:lstStyle>
          <a:p>
            <a:pPr>
              <a:lnSpc>
                <a:spcPct val="90000"/>
              </a:lnSpc>
            </a:pPr>
            <a:r>
              <a:rPr lang="en-US" sz="9600" dirty="0"/>
              <a:t>Do not use layouts</a:t>
            </a:r>
            <a:br>
              <a:rPr lang="en-US" sz="9600" dirty="0"/>
            </a:br>
            <a:r>
              <a:rPr lang="en-US" sz="9600" dirty="0"/>
              <a:t>in this section appearing after this point. </a:t>
            </a:r>
          </a:p>
        </p:txBody>
      </p:sp>
      <p:sp>
        <p:nvSpPr>
          <p:cNvPr id="3" name="DO NOT DELETE (BRANDIN)">
            <a:extLst>
              <a:ext uri="{FF2B5EF4-FFF2-40B4-BE49-F238E27FC236}">
                <a16:creationId xmlns:a16="http://schemas.microsoft.com/office/drawing/2014/main" id="{4F00B38B-C25C-3A44-ACA0-371764ACD89F}"/>
              </a:ext>
            </a:extLst>
          </p:cNvPr>
          <p:cNvSpPr/>
          <p:nvPr userDrawn="1"/>
        </p:nvSpPr>
        <p:spPr>
          <a:xfrm>
            <a:off x="152400" y="15240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20000"/>
              </a:lnSpc>
              <a:spcAft>
                <a:spcPts val="600"/>
              </a:spcAft>
            </a:pPr>
            <a:endParaRPr lang="en-US" dirty="0" err="1"/>
          </a:p>
        </p:txBody>
      </p:sp>
    </p:spTree>
    <p:custDataLst>
      <p:custData r:id="rId1"/>
      <p:tags r:id="rId2"/>
    </p:custDataLst>
    <p:extLst>
      <p:ext uri="{BB962C8B-B14F-4D97-AF65-F5344CB8AC3E}">
        <p14:creationId xmlns:p14="http://schemas.microsoft.com/office/powerpoint/2010/main" val="380423807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5 Point Numbered Agenda">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F417758-BEA0-8420-BFE3-8DCADBD82F44}"/>
              </a:ext>
            </a:extLst>
          </p:cNvPr>
          <p:cNvSpPr/>
          <p:nvPr userDrawn="1"/>
        </p:nvSpPr>
        <p:spPr>
          <a:xfrm>
            <a:off x="-2356" y="0"/>
            <a:ext cx="611956"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dirty="0" err="1"/>
          </a:p>
        </p:txBody>
      </p:sp>
      <p:sp>
        <p:nvSpPr>
          <p:cNvPr id="3" name="Date Placeholder 2">
            <a:extLst>
              <a:ext uri="{FF2B5EF4-FFF2-40B4-BE49-F238E27FC236}">
                <a16:creationId xmlns:a16="http://schemas.microsoft.com/office/drawing/2014/main" id="{CEF862C7-016C-487C-A2DE-DA5794F6839D}"/>
              </a:ext>
            </a:extLst>
          </p:cNvPr>
          <p:cNvSpPr>
            <a:spLocks noGrp="1"/>
          </p:cNvSpPr>
          <p:nvPr>
            <p:ph type="dt" sz="half" idx="10"/>
          </p:nvPr>
        </p:nvSpPr>
        <p:spPr/>
        <p:txBody>
          <a:bodyPr/>
          <a:lstStyle>
            <a:lvl1pPr>
              <a:lnSpc>
                <a:spcPct val="100000"/>
              </a:lnSpc>
              <a:defRPr/>
            </a:lvl1pPr>
          </a:lstStyle>
          <a:p>
            <a:endParaRPr lang="en-GB" dirty="0"/>
          </a:p>
        </p:txBody>
      </p:sp>
      <p:sp>
        <p:nvSpPr>
          <p:cNvPr id="4" name="Slide Number Placeholder 3">
            <a:extLst>
              <a:ext uri="{FF2B5EF4-FFF2-40B4-BE49-F238E27FC236}">
                <a16:creationId xmlns:a16="http://schemas.microsoft.com/office/drawing/2014/main" id="{A8AF6869-948B-479F-A153-EECB535C0D21}"/>
              </a:ext>
            </a:extLst>
          </p:cNvPr>
          <p:cNvSpPr>
            <a:spLocks noGrp="1"/>
          </p:cNvSpPr>
          <p:nvPr>
            <p:ph type="sldNum" sz="quarter" idx="11"/>
          </p:nvPr>
        </p:nvSpPr>
        <p:spPr/>
        <p:txBody>
          <a:bodyPr/>
          <a:lstStyle>
            <a:lvl1pPr>
              <a:lnSpc>
                <a:spcPct val="100000"/>
              </a:lnSpc>
              <a:defRPr>
                <a:solidFill>
                  <a:schemeClr val="bg1"/>
                </a:solidFill>
              </a:defRPr>
            </a:lvl1pPr>
          </a:lstStyle>
          <a:p>
            <a:fld id="{F8E47D07-9D1E-4FE9-B31A-2F5863681021}" type="slidenum">
              <a:rPr lang="en-GB" smtClean="0"/>
              <a:pPr/>
              <a:t>‹#›</a:t>
            </a:fld>
            <a:endParaRPr lang="en-GB" dirty="0"/>
          </a:p>
        </p:txBody>
      </p:sp>
      <p:sp>
        <p:nvSpPr>
          <p:cNvPr id="17" name="Item 1">
            <a:extLst>
              <a:ext uri="{FF2B5EF4-FFF2-40B4-BE49-F238E27FC236}">
                <a16:creationId xmlns:a16="http://schemas.microsoft.com/office/drawing/2014/main" id="{5B98A680-6773-43B0-954D-2C033446C318}"/>
              </a:ext>
            </a:extLst>
          </p:cNvPr>
          <p:cNvSpPr>
            <a:spLocks noGrp="1"/>
          </p:cNvSpPr>
          <p:nvPr>
            <p:ph type="body" sz="quarter" idx="13" hasCustomPrompt="1"/>
          </p:nvPr>
        </p:nvSpPr>
        <p:spPr>
          <a:xfrm>
            <a:off x="6096000" y="1377723"/>
            <a:ext cx="5486399" cy="646331"/>
          </a:xfrm>
        </p:spPr>
        <p:txBody>
          <a:bodyPr anchor="ctr" anchorCtr="0"/>
          <a:lstStyle>
            <a:lvl1pPr marL="0" indent="0">
              <a:lnSpc>
                <a:spcPct val="100000"/>
              </a:lnSpc>
              <a:buNone/>
              <a:defRPr sz="2400">
                <a:solidFill>
                  <a:schemeClr val="tx1"/>
                </a:solidFill>
                <a:latin typeface="+mn-lt"/>
              </a:defRPr>
            </a:lvl1pPr>
          </a:lstStyle>
          <a:p>
            <a:pPr lvl="0"/>
            <a:r>
              <a:rPr lang="en-US" dirty="0"/>
              <a:t>Click to add agenda item</a:t>
            </a:r>
          </a:p>
        </p:txBody>
      </p:sp>
      <p:sp>
        <p:nvSpPr>
          <p:cNvPr id="18" name="Item 2">
            <a:extLst>
              <a:ext uri="{FF2B5EF4-FFF2-40B4-BE49-F238E27FC236}">
                <a16:creationId xmlns:a16="http://schemas.microsoft.com/office/drawing/2014/main" id="{C88A5D62-B6BA-4488-A4CD-0D84437AB183}"/>
              </a:ext>
            </a:extLst>
          </p:cNvPr>
          <p:cNvSpPr>
            <a:spLocks noGrp="1"/>
          </p:cNvSpPr>
          <p:nvPr>
            <p:ph type="body" sz="quarter" idx="14" hasCustomPrompt="1"/>
          </p:nvPr>
        </p:nvSpPr>
        <p:spPr>
          <a:xfrm>
            <a:off x="6096000" y="2250423"/>
            <a:ext cx="5486399" cy="646331"/>
          </a:xfrm>
        </p:spPr>
        <p:txBody>
          <a:bodyPr anchor="ctr" anchorCtr="0"/>
          <a:lstStyle>
            <a:lvl1pPr marL="0" indent="0">
              <a:lnSpc>
                <a:spcPct val="100000"/>
              </a:lnSpc>
              <a:buNone/>
              <a:defRPr sz="2400">
                <a:solidFill>
                  <a:schemeClr val="tx1"/>
                </a:solidFill>
                <a:latin typeface="+mn-lt"/>
              </a:defRPr>
            </a:lvl1pPr>
          </a:lstStyle>
          <a:p>
            <a:pPr lvl="0"/>
            <a:r>
              <a:rPr lang="en-US" dirty="0"/>
              <a:t>Click to add agenda item</a:t>
            </a:r>
          </a:p>
        </p:txBody>
      </p:sp>
      <p:sp>
        <p:nvSpPr>
          <p:cNvPr id="19" name="Item 3">
            <a:extLst>
              <a:ext uri="{FF2B5EF4-FFF2-40B4-BE49-F238E27FC236}">
                <a16:creationId xmlns:a16="http://schemas.microsoft.com/office/drawing/2014/main" id="{828CF371-6871-4098-A3A8-48392AFE7BF1}"/>
              </a:ext>
            </a:extLst>
          </p:cNvPr>
          <p:cNvSpPr>
            <a:spLocks noGrp="1"/>
          </p:cNvSpPr>
          <p:nvPr>
            <p:ph type="body" sz="quarter" idx="15" hasCustomPrompt="1"/>
          </p:nvPr>
        </p:nvSpPr>
        <p:spPr>
          <a:xfrm>
            <a:off x="6096000" y="3123123"/>
            <a:ext cx="5486399" cy="646331"/>
          </a:xfrm>
        </p:spPr>
        <p:txBody>
          <a:bodyPr anchor="ctr" anchorCtr="0"/>
          <a:lstStyle>
            <a:lvl1pPr marL="0" indent="0">
              <a:lnSpc>
                <a:spcPct val="100000"/>
              </a:lnSpc>
              <a:buNone/>
              <a:defRPr sz="2400">
                <a:solidFill>
                  <a:schemeClr val="tx1"/>
                </a:solidFill>
                <a:latin typeface="+mn-lt"/>
              </a:defRPr>
            </a:lvl1pPr>
          </a:lstStyle>
          <a:p>
            <a:pPr lvl="0"/>
            <a:r>
              <a:rPr lang="en-US" dirty="0"/>
              <a:t>Click to add agenda item</a:t>
            </a:r>
          </a:p>
        </p:txBody>
      </p:sp>
      <p:sp>
        <p:nvSpPr>
          <p:cNvPr id="20" name="Item 4">
            <a:extLst>
              <a:ext uri="{FF2B5EF4-FFF2-40B4-BE49-F238E27FC236}">
                <a16:creationId xmlns:a16="http://schemas.microsoft.com/office/drawing/2014/main" id="{4B689727-BF5A-44A3-814C-E7859935BD58}"/>
              </a:ext>
            </a:extLst>
          </p:cNvPr>
          <p:cNvSpPr>
            <a:spLocks noGrp="1"/>
          </p:cNvSpPr>
          <p:nvPr>
            <p:ph type="body" sz="quarter" idx="16" hasCustomPrompt="1"/>
          </p:nvPr>
        </p:nvSpPr>
        <p:spPr>
          <a:xfrm>
            <a:off x="6096000" y="3995823"/>
            <a:ext cx="5486399" cy="646331"/>
          </a:xfrm>
        </p:spPr>
        <p:txBody>
          <a:bodyPr anchor="ctr" anchorCtr="0"/>
          <a:lstStyle>
            <a:lvl1pPr marL="0" indent="0">
              <a:lnSpc>
                <a:spcPct val="100000"/>
              </a:lnSpc>
              <a:buNone/>
              <a:defRPr sz="2400">
                <a:solidFill>
                  <a:schemeClr val="tx1"/>
                </a:solidFill>
                <a:latin typeface="+mn-lt"/>
              </a:defRPr>
            </a:lvl1pPr>
          </a:lstStyle>
          <a:p>
            <a:pPr lvl="0"/>
            <a:r>
              <a:rPr lang="en-US" dirty="0"/>
              <a:t>Click to add agenda item</a:t>
            </a:r>
          </a:p>
        </p:txBody>
      </p:sp>
      <p:sp>
        <p:nvSpPr>
          <p:cNvPr id="21" name="Item 5">
            <a:extLst>
              <a:ext uri="{FF2B5EF4-FFF2-40B4-BE49-F238E27FC236}">
                <a16:creationId xmlns:a16="http://schemas.microsoft.com/office/drawing/2014/main" id="{9EC66708-ABCA-4E5C-BBDA-A3E8D603A810}"/>
              </a:ext>
            </a:extLst>
          </p:cNvPr>
          <p:cNvSpPr>
            <a:spLocks noGrp="1"/>
          </p:cNvSpPr>
          <p:nvPr>
            <p:ph type="body" sz="quarter" idx="17" hasCustomPrompt="1"/>
          </p:nvPr>
        </p:nvSpPr>
        <p:spPr>
          <a:xfrm>
            <a:off x="6096000" y="4868523"/>
            <a:ext cx="5486399" cy="646331"/>
          </a:xfrm>
        </p:spPr>
        <p:txBody>
          <a:bodyPr anchor="ctr" anchorCtr="0"/>
          <a:lstStyle>
            <a:lvl1pPr marL="0" indent="0">
              <a:lnSpc>
                <a:spcPct val="100000"/>
              </a:lnSpc>
              <a:buNone/>
              <a:defRPr sz="2400">
                <a:solidFill>
                  <a:schemeClr val="tx1"/>
                </a:solidFill>
                <a:latin typeface="+mn-lt"/>
              </a:defRPr>
            </a:lvl1pPr>
          </a:lstStyle>
          <a:p>
            <a:pPr lvl="0"/>
            <a:r>
              <a:rPr lang="en-US" dirty="0"/>
              <a:t>Delete items as needed</a:t>
            </a:r>
          </a:p>
        </p:txBody>
      </p:sp>
      <p:sp>
        <p:nvSpPr>
          <p:cNvPr id="33" name="#1">
            <a:extLst>
              <a:ext uri="{FF2B5EF4-FFF2-40B4-BE49-F238E27FC236}">
                <a16:creationId xmlns:a16="http://schemas.microsoft.com/office/drawing/2014/main" id="{EEFFE13B-7B99-487A-87CD-BD496112F16E}"/>
              </a:ext>
            </a:extLst>
          </p:cNvPr>
          <p:cNvSpPr>
            <a:spLocks noGrp="1"/>
          </p:cNvSpPr>
          <p:nvPr>
            <p:ph type="body" sz="quarter" idx="23" hasCustomPrompt="1"/>
          </p:nvPr>
        </p:nvSpPr>
        <p:spPr>
          <a:xfrm>
            <a:off x="4879158" y="1396089"/>
            <a:ext cx="609599" cy="609599"/>
          </a:xfrm>
          <a:prstGeom prst="ellipse">
            <a:avLst/>
          </a:prstGeom>
          <a:solidFill>
            <a:schemeClr val="accent1"/>
          </a:solidFill>
        </p:spPr>
        <p:txBody>
          <a:bodyPr wrap="none" anchor="ctr" anchorCtr="0">
            <a:normAutofit/>
          </a:bodyPr>
          <a:lstStyle>
            <a:lvl1pPr marL="0" indent="0" algn="ctr">
              <a:lnSpc>
                <a:spcPct val="100000"/>
              </a:lnSpc>
              <a:buNone/>
              <a:defRPr sz="3200" b="0">
                <a:solidFill>
                  <a:schemeClr val="bg1"/>
                </a:solidFill>
                <a:latin typeface="+mj-lt"/>
              </a:defRPr>
            </a:lvl1pPr>
          </a:lstStyle>
          <a:p>
            <a:pPr lvl="0"/>
            <a:r>
              <a:rPr lang="en-US" dirty="0"/>
              <a:t>#</a:t>
            </a:r>
          </a:p>
        </p:txBody>
      </p:sp>
      <p:sp>
        <p:nvSpPr>
          <p:cNvPr id="34" name="#2">
            <a:extLst>
              <a:ext uri="{FF2B5EF4-FFF2-40B4-BE49-F238E27FC236}">
                <a16:creationId xmlns:a16="http://schemas.microsoft.com/office/drawing/2014/main" id="{AA3DE202-796A-4A7F-BC20-0327D16A5273}"/>
              </a:ext>
            </a:extLst>
          </p:cNvPr>
          <p:cNvSpPr>
            <a:spLocks noGrp="1"/>
          </p:cNvSpPr>
          <p:nvPr>
            <p:ph type="body" sz="quarter" idx="24" hasCustomPrompt="1"/>
          </p:nvPr>
        </p:nvSpPr>
        <p:spPr>
          <a:xfrm>
            <a:off x="4876802" y="2268789"/>
            <a:ext cx="609599" cy="609599"/>
          </a:xfrm>
          <a:prstGeom prst="ellipse">
            <a:avLst/>
          </a:prstGeom>
          <a:solidFill>
            <a:schemeClr val="accent1"/>
          </a:solidFill>
        </p:spPr>
        <p:txBody>
          <a:bodyPr wrap="none" anchor="ctr" anchorCtr="0">
            <a:normAutofit/>
          </a:bodyPr>
          <a:lstStyle>
            <a:lvl1pPr marL="0" indent="0" algn="ctr">
              <a:lnSpc>
                <a:spcPct val="100000"/>
              </a:lnSpc>
              <a:buNone/>
              <a:defRPr sz="3200" b="0">
                <a:solidFill>
                  <a:schemeClr val="bg1"/>
                </a:solidFill>
                <a:latin typeface="+mj-lt"/>
              </a:defRPr>
            </a:lvl1pPr>
          </a:lstStyle>
          <a:p>
            <a:pPr lvl="0"/>
            <a:r>
              <a:rPr lang="en-US" dirty="0"/>
              <a:t>#</a:t>
            </a:r>
          </a:p>
        </p:txBody>
      </p:sp>
      <p:sp>
        <p:nvSpPr>
          <p:cNvPr id="35" name="#3">
            <a:extLst>
              <a:ext uri="{FF2B5EF4-FFF2-40B4-BE49-F238E27FC236}">
                <a16:creationId xmlns:a16="http://schemas.microsoft.com/office/drawing/2014/main" id="{1653EFEB-6F6D-43AA-A743-2A76CFC4E98E}"/>
              </a:ext>
            </a:extLst>
          </p:cNvPr>
          <p:cNvSpPr>
            <a:spLocks noGrp="1"/>
          </p:cNvSpPr>
          <p:nvPr>
            <p:ph type="body" sz="quarter" idx="25" hasCustomPrompt="1"/>
          </p:nvPr>
        </p:nvSpPr>
        <p:spPr>
          <a:xfrm>
            <a:off x="4876802" y="3141489"/>
            <a:ext cx="609599" cy="609599"/>
          </a:xfrm>
          <a:prstGeom prst="ellipse">
            <a:avLst/>
          </a:prstGeom>
          <a:solidFill>
            <a:schemeClr val="accent1"/>
          </a:solidFill>
        </p:spPr>
        <p:txBody>
          <a:bodyPr wrap="none" anchor="ctr" anchorCtr="0">
            <a:normAutofit/>
          </a:bodyPr>
          <a:lstStyle>
            <a:lvl1pPr marL="0" indent="0" algn="ctr">
              <a:lnSpc>
                <a:spcPct val="100000"/>
              </a:lnSpc>
              <a:buNone/>
              <a:defRPr sz="3200" b="0">
                <a:solidFill>
                  <a:schemeClr val="bg1"/>
                </a:solidFill>
                <a:latin typeface="+mj-lt"/>
              </a:defRPr>
            </a:lvl1pPr>
          </a:lstStyle>
          <a:p>
            <a:pPr lvl="0"/>
            <a:r>
              <a:rPr lang="en-US" dirty="0"/>
              <a:t>#</a:t>
            </a:r>
          </a:p>
        </p:txBody>
      </p:sp>
      <p:sp>
        <p:nvSpPr>
          <p:cNvPr id="36" name="#4">
            <a:extLst>
              <a:ext uri="{FF2B5EF4-FFF2-40B4-BE49-F238E27FC236}">
                <a16:creationId xmlns:a16="http://schemas.microsoft.com/office/drawing/2014/main" id="{23FDDDB5-9B5D-41A1-82EB-94A01BBEE784}"/>
              </a:ext>
            </a:extLst>
          </p:cNvPr>
          <p:cNvSpPr>
            <a:spLocks noGrp="1"/>
          </p:cNvSpPr>
          <p:nvPr>
            <p:ph type="body" sz="quarter" idx="26" hasCustomPrompt="1"/>
          </p:nvPr>
        </p:nvSpPr>
        <p:spPr>
          <a:xfrm>
            <a:off x="4876802" y="4014189"/>
            <a:ext cx="609599" cy="609599"/>
          </a:xfrm>
          <a:prstGeom prst="ellipse">
            <a:avLst/>
          </a:prstGeom>
          <a:solidFill>
            <a:schemeClr val="accent1"/>
          </a:solidFill>
        </p:spPr>
        <p:txBody>
          <a:bodyPr wrap="none" anchor="ctr" anchorCtr="0">
            <a:normAutofit/>
          </a:bodyPr>
          <a:lstStyle>
            <a:lvl1pPr marL="0" indent="0" algn="ctr">
              <a:lnSpc>
                <a:spcPct val="100000"/>
              </a:lnSpc>
              <a:buNone/>
              <a:defRPr sz="3200" b="0">
                <a:solidFill>
                  <a:schemeClr val="bg1"/>
                </a:solidFill>
                <a:latin typeface="+mj-lt"/>
              </a:defRPr>
            </a:lvl1pPr>
          </a:lstStyle>
          <a:p>
            <a:pPr lvl="0"/>
            <a:r>
              <a:rPr lang="en-US" dirty="0"/>
              <a:t>#</a:t>
            </a:r>
          </a:p>
        </p:txBody>
      </p:sp>
      <p:sp>
        <p:nvSpPr>
          <p:cNvPr id="37" name="#5">
            <a:extLst>
              <a:ext uri="{FF2B5EF4-FFF2-40B4-BE49-F238E27FC236}">
                <a16:creationId xmlns:a16="http://schemas.microsoft.com/office/drawing/2014/main" id="{7B451C41-DD76-4869-B434-D7FD651EE6F3}"/>
              </a:ext>
            </a:extLst>
          </p:cNvPr>
          <p:cNvSpPr>
            <a:spLocks noGrp="1"/>
          </p:cNvSpPr>
          <p:nvPr>
            <p:ph type="body" sz="quarter" idx="27" hasCustomPrompt="1"/>
          </p:nvPr>
        </p:nvSpPr>
        <p:spPr>
          <a:xfrm>
            <a:off x="4876802" y="4886889"/>
            <a:ext cx="609599" cy="609599"/>
          </a:xfrm>
          <a:prstGeom prst="ellipse">
            <a:avLst/>
          </a:prstGeom>
          <a:solidFill>
            <a:schemeClr val="accent1"/>
          </a:solidFill>
        </p:spPr>
        <p:txBody>
          <a:bodyPr wrap="none" anchor="ctr" anchorCtr="0">
            <a:normAutofit/>
          </a:bodyPr>
          <a:lstStyle>
            <a:lvl1pPr marL="0" indent="0" algn="ctr">
              <a:lnSpc>
                <a:spcPct val="100000"/>
              </a:lnSpc>
              <a:buNone/>
              <a:defRPr sz="3200" b="0">
                <a:solidFill>
                  <a:schemeClr val="bg1"/>
                </a:solidFill>
                <a:latin typeface="+mj-lt"/>
              </a:defRPr>
            </a:lvl1pPr>
          </a:lstStyle>
          <a:p>
            <a:pPr lvl="0"/>
            <a:r>
              <a:rPr lang="en-US" dirty="0"/>
              <a:t>#</a:t>
            </a:r>
          </a:p>
        </p:txBody>
      </p:sp>
      <p:sp>
        <p:nvSpPr>
          <p:cNvPr id="2" name="Rectangle 1">
            <a:extLst>
              <a:ext uri="{FF2B5EF4-FFF2-40B4-BE49-F238E27FC236}">
                <a16:creationId xmlns:a16="http://schemas.microsoft.com/office/drawing/2014/main" id="{681BAEDD-5CFC-8A7E-EBA9-4C210BFBB09F}"/>
              </a:ext>
            </a:extLst>
          </p:cNvPr>
          <p:cNvSpPr/>
          <p:nvPr userDrawn="1"/>
        </p:nvSpPr>
        <p:spPr>
          <a:xfrm>
            <a:off x="609600" y="0"/>
            <a:ext cx="36576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dirty="0" err="1"/>
          </a:p>
        </p:txBody>
      </p:sp>
      <p:sp>
        <p:nvSpPr>
          <p:cNvPr id="7" name="TextBox 6">
            <a:extLst>
              <a:ext uri="{FF2B5EF4-FFF2-40B4-BE49-F238E27FC236}">
                <a16:creationId xmlns:a16="http://schemas.microsoft.com/office/drawing/2014/main" id="{01394839-4297-4B2C-9E5E-9464FC4D3472}"/>
              </a:ext>
            </a:extLst>
          </p:cNvPr>
          <p:cNvSpPr txBox="1"/>
          <p:nvPr userDrawn="1"/>
        </p:nvSpPr>
        <p:spPr>
          <a:xfrm>
            <a:off x="1219201" y="1377723"/>
            <a:ext cx="2438400" cy="553998"/>
          </a:xfrm>
          <a:prstGeom prst="rect">
            <a:avLst/>
          </a:prstGeom>
        </p:spPr>
        <p:txBody>
          <a:bodyPr vert="horz" wrap="square" lIns="0" tIns="0" rIns="0" bIns="0" rtlCol="0" anchor="t">
            <a:spAutoFit/>
          </a:bodyPr>
          <a:lstStyle>
            <a:lvl1pPr>
              <a:lnSpc>
                <a:spcPct val="90000"/>
              </a:lnSpc>
              <a:spcBef>
                <a:spcPct val="0"/>
              </a:spcBef>
              <a:buNone/>
              <a:defRPr sz="3600">
                <a:solidFill>
                  <a:schemeClr val="accent1"/>
                </a:solidFill>
                <a:latin typeface="+mj-lt"/>
                <a:ea typeface="+mj-ea"/>
                <a:cs typeface="+mj-cs"/>
              </a:defRPr>
            </a:lvl1pPr>
          </a:lstStyle>
          <a:p>
            <a:pPr lvl="0">
              <a:lnSpc>
                <a:spcPct val="100000"/>
              </a:lnSpc>
            </a:pPr>
            <a:r>
              <a:rPr lang="en-US" dirty="0">
                <a:solidFill>
                  <a:schemeClr val="bg1"/>
                </a:solidFill>
              </a:rPr>
              <a:t>Agenda</a:t>
            </a:r>
          </a:p>
        </p:txBody>
      </p:sp>
    </p:spTree>
    <p:custDataLst>
      <p:tags r:id="rId1"/>
    </p:custDataLst>
    <p:extLst>
      <p:ext uri="{BB962C8B-B14F-4D97-AF65-F5344CB8AC3E}">
        <p14:creationId xmlns:p14="http://schemas.microsoft.com/office/powerpoint/2010/main" val="863539596"/>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0 Point Numbered Agenda">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9CD8CF5-4E47-A043-B226-76001EF5E10A}"/>
              </a:ext>
            </a:extLst>
          </p:cNvPr>
          <p:cNvSpPr/>
          <p:nvPr userDrawn="1"/>
        </p:nvSpPr>
        <p:spPr>
          <a:xfrm>
            <a:off x="-2356" y="0"/>
            <a:ext cx="611956"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dirty="0" err="1"/>
          </a:p>
        </p:txBody>
      </p:sp>
      <p:sp>
        <p:nvSpPr>
          <p:cNvPr id="5" name="Rectangle 4">
            <a:extLst>
              <a:ext uri="{FF2B5EF4-FFF2-40B4-BE49-F238E27FC236}">
                <a16:creationId xmlns:a16="http://schemas.microsoft.com/office/drawing/2014/main" id="{124D1584-DE2E-3E29-5277-526BF3D5340E}"/>
              </a:ext>
            </a:extLst>
          </p:cNvPr>
          <p:cNvSpPr/>
          <p:nvPr userDrawn="1"/>
        </p:nvSpPr>
        <p:spPr>
          <a:xfrm>
            <a:off x="609600" y="0"/>
            <a:ext cx="36576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dirty="0" err="1"/>
          </a:p>
        </p:txBody>
      </p:sp>
      <p:sp>
        <p:nvSpPr>
          <p:cNvPr id="9" name="TextBox 8">
            <a:extLst>
              <a:ext uri="{FF2B5EF4-FFF2-40B4-BE49-F238E27FC236}">
                <a16:creationId xmlns:a16="http://schemas.microsoft.com/office/drawing/2014/main" id="{B20B04FC-C558-9D9C-44CA-215EF2B47E86}"/>
              </a:ext>
            </a:extLst>
          </p:cNvPr>
          <p:cNvSpPr txBox="1"/>
          <p:nvPr userDrawn="1"/>
        </p:nvSpPr>
        <p:spPr>
          <a:xfrm>
            <a:off x="1219201" y="1377723"/>
            <a:ext cx="2438400" cy="553998"/>
          </a:xfrm>
          <a:prstGeom prst="rect">
            <a:avLst/>
          </a:prstGeom>
        </p:spPr>
        <p:txBody>
          <a:bodyPr vert="horz" wrap="square" lIns="0" tIns="0" rIns="0" bIns="0" rtlCol="0" anchor="t">
            <a:spAutoFit/>
          </a:bodyPr>
          <a:lstStyle>
            <a:lvl1pPr>
              <a:lnSpc>
                <a:spcPct val="90000"/>
              </a:lnSpc>
              <a:spcBef>
                <a:spcPct val="0"/>
              </a:spcBef>
              <a:buNone/>
              <a:defRPr sz="3600">
                <a:solidFill>
                  <a:schemeClr val="accent1"/>
                </a:solidFill>
                <a:latin typeface="+mj-lt"/>
                <a:ea typeface="+mj-ea"/>
                <a:cs typeface="+mj-cs"/>
              </a:defRPr>
            </a:lvl1pPr>
          </a:lstStyle>
          <a:p>
            <a:pPr lvl="0">
              <a:lnSpc>
                <a:spcPct val="100000"/>
              </a:lnSpc>
            </a:pPr>
            <a:r>
              <a:rPr lang="en-US" dirty="0">
                <a:solidFill>
                  <a:schemeClr val="bg1"/>
                </a:solidFill>
              </a:rPr>
              <a:t>Agenda</a:t>
            </a:r>
          </a:p>
        </p:txBody>
      </p:sp>
      <p:sp>
        <p:nvSpPr>
          <p:cNvPr id="3" name="Date Placeholder 2">
            <a:extLst>
              <a:ext uri="{FF2B5EF4-FFF2-40B4-BE49-F238E27FC236}">
                <a16:creationId xmlns:a16="http://schemas.microsoft.com/office/drawing/2014/main" id="{CEF862C7-016C-487C-A2DE-DA5794F6839D}"/>
              </a:ext>
            </a:extLst>
          </p:cNvPr>
          <p:cNvSpPr>
            <a:spLocks noGrp="1"/>
          </p:cNvSpPr>
          <p:nvPr>
            <p:ph type="dt" sz="half" idx="10"/>
          </p:nvPr>
        </p:nvSpPr>
        <p:spPr/>
        <p:txBody>
          <a:bodyPr/>
          <a:lstStyle>
            <a:lvl1pPr>
              <a:lnSpc>
                <a:spcPct val="100000"/>
              </a:lnSpc>
              <a:defRPr/>
            </a:lvl1pPr>
          </a:lstStyle>
          <a:p>
            <a:endParaRPr lang="en-GB" dirty="0"/>
          </a:p>
        </p:txBody>
      </p:sp>
      <p:sp>
        <p:nvSpPr>
          <p:cNvPr id="4" name="Slide Number Placeholder 3">
            <a:extLst>
              <a:ext uri="{FF2B5EF4-FFF2-40B4-BE49-F238E27FC236}">
                <a16:creationId xmlns:a16="http://schemas.microsoft.com/office/drawing/2014/main" id="{A8AF6869-948B-479F-A153-EECB535C0D21}"/>
              </a:ext>
            </a:extLst>
          </p:cNvPr>
          <p:cNvSpPr>
            <a:spLocks noGrp="1"/>
          </p:cNvSpPr>
          <p:nvPr>
            <p:ph type="sldNum" sz="quarter" idx="11"/>
          </p:nvPr>
        </p:nvSpPr>
        <p:spPr/>
        <p:txBody>
          <a:bodyPr/>
          <a:lstStyle>
            <a:lvl1pPr>
              <a:lnSpc>
                <a:spcPct val="100000"/>
              </a:lnSpc>
              <a:defRPr>
                <a:solidFill>
                  <a:schemeClr val="bg1"/>
                </a:solidFill>
              </a:defRPr>
            </a:lvl1pPr>
          </a:lstStyle>
          <a:p>
            <a:fld id="{F8E47D07-9D1E-4FE9-B31A-2F5863681021}" type="slidenum">
              <a:rPr lang="en-GB" smtClean="0"/>
              <a:pPr/>
              <a:t>‹#›</a:t>
            </a:fld>
            <a:endParaRPr lang="en-GB" dirty="0"/>
          </a:p>
        </p:txBody>
      </p:sp>
      <p:sp>
        <p:nvSpPr>
          <p:cNvPr id="17" name="Item 1">
            <a:extLst>
              <a:ext uri="{FF2B5EF4-FFF2-40B4-BE49-F238E27FC236}">
                <a16:creationId xmlns:a16="http://schemas.microsoft.com/office/drawing/2014/main" id="{5B98A680-6773-43B0-954D-2C033446C318}"/>
              </a:ext>
            </a:extLst>
          </p:cNvPr>
          <p:cNvSpPr>
            <a:spLocks noGrp="1"/>
          </p:cNvSpPr>
          <p:nvPr>
            <p:ph type="body" sz="quarter" idx="13" hasCustomPrompt="1"/>
          </p:nvPr>
        </p:nvSpPr>
        <p:spPr>
          <a:xfrm>
            <a:off x="5638800" y="1377723"/>
            <a:ext cx="2438400" cy="646331"/>
          </a:xfrm>
        </p:spPr>
        <p:txBody>
          <a:bodyPr anchor="ctr" anchorCtr="0"/>
          <a:lstStyle>
            <a:lvl1pPr marL="0" indent="0">
              <a:lnSpc>
                <a:spcPct val="100000"/>
              </a:lnSpc>
              <a:buNone/>
              <a:defRPr sz="2000">
                <a:solidFill>
                  <a:schemeClr val="tx1"/>
                </a:solidFill>
                <a:latin typeface="+mn-lt"/>
              </a:defRPr>
            </a:lvl1pPr>
          </a:lstStyle>
          <a:p>
            <a:pPr lvl="0"/>
            <a:r>
              <a:rPr lang="en-US" dirty="0"/>
              <a:t>Click to add agenda item</a:t>
            </a:r>
          </a:p>
        </p:txBody>
      </p:sp>
      <p:sp>
        <p:nvSpPr>
          <p:cNvPr id="18" name="Item 2">
            <a:extLst>
              <a:ext uri="{FF2B5EF4-FFF2-40B4-BE49-F238E27FC236}">
                <a16:creationId xmlns:a16="http://schemas.microsoft.com/office/drawing/2014/main" id="{C88A5D62-B6BA-4488-A4CD-0D84437AB183}"/>
              </a:ext>
            </a:extLst>
          </p:cNvPr>
          <p:cNvSpPr>
            <a:spLocks noGrp="1"/>
          </p:cNvSpPr>
          <p:nvPr>
            <p:ph type="body" sz="quarter" idx="14" hasCustomPrompt="1"/>
          </p:nvPr>
        </p:nvSpPr>
        <p:spPr>
          <a:xfrm>
            <a:off x="5638800" y="2250423"/>
            <a:ext cx="2438400" cy="646331"/>
          </a:xfrm>
        </p:spPr>
        <p:txBody>
          <a:bodyPr anchor="ctr" anchorCtr="0"/>
          <a:lstStyle>
            <a:lvl1pPr marL="0" indent="0">
              <a:lnSpc>
                <a:spcPct val="100000"/>
              </a:lnSpc>
              <a:buNone/>
              <a:defRPr sz="2000">
                <a:solidFill>
                  <a:schemeClr val="tx1"/>
                </a:solidFill>
                <a:latin typeface="+mn-lt"/>
              </a:defRPr>
            </a:lvl1pPr>
          </a:lstStyle>
          <a:p>
            <a:pPr lvl="0"/>
            <a:r>
              <a:rPr lang="en-US" dirty="0"/>
              <a:t>Click to add agenda item</a:t>
            </a:r>
          </a:p>
        </p:txBody>
      </p:sp>
      <p:sp>
        <p:nvSpPr>
          <p:cNvPr id="19" name="Item 3">
            <a:extLst>
              <a:ext uri="{FF2B5EF4-FFF2-40B4-BE49-F238E27FC236}">
                <a16:creationId xmlns:a16="http://schemas.microsoft.com/office/drawing/2014/main" id="{828CF371-6871-4098-A3A8-48392AFE7BF1}"/>
              </a:ext>
            </a:extLst>
          </p:cNvPr>
          <p:cNvSpPr>
            <a:spLocks noGrp="1"/>
          </p:cNvSpPr>
          <p:nvPr>
            <p:ph type="body" sz="quarter" idx="15" hasCustomPrompt="1"/>
          </p:nvPr>
        </p:nvSpPr>
        <p:spPr>
          <a:xfrm>
            <a:off x="5638800" y="3123123"/>
            <a:ext cx="2438400" cy="646331"/>
          </a:xfrm>
        </p:spPr>
        <p:txBody>
          <a:bodyPr anchor="ctr" anchorCtr="0"/>
          <a:lstStyle>
            <a:lvl1pPr marL="0" indent="0">
              <a:lnSpc>
                <a:spcPct val="100000"/>
              </a:lnSpc>
              <a:buNone/>
              <a:defRPr sz="2000">
                <a:solidFill>
                  <a:schemeClr val="tx1"/>
                </a:solidFill>
                <a:latin typeface="+mn-lt"/>
              </a:defRPr>
            </a:lvl1pPr>
          </a:lstStyle>
          <a:p>
            <a:pPr lvl="0"/>
            <a:r>
              <a:rPr lang="en-US" dirty="0"/>
              <a:t>Click to add agenda item</a:t>
            </a:r>
          </a:p>
        </p:txBody>
      </p:sp>
      <p:sp>
        <p:nvSpPr>
          <p:cNvPr id="20" name="Item 4">
            <a:extLst>
              <a:ext uri="{FF2B5EF4-FFF2-40B4-BE49-F238E27FC236}">
                <a16:creationId xmlns:a16="http://schemas.microsoft.com/office/drawing/2014/main" id="{4B689727-BF5A-44A3-814C-E7859935BD58}"/>
              </a:ext>
            </a:extLst>
          </p:cNvPr>
          <p:cNvSpPr>
            <a:spLocks noGrp="1"/>
          </p:cNvSpPr>
          <p:nvPr>
            <p:ph type="body" sz="quarter" idx="16" hasCustomPrompt="1"/>
          </p:nvPr>
        </p:nvSpPr>
        <p:spPr>
          <a:xfrm>
            <a:off x="5638800" y="3995823"/>
            <a:ext cx="2438400" cy="646331"/>
          </a:xfrm>
        </p:spPr>
        <p:txBody>
          <a:bodyPr anchor="ctr" anchorCtr="0"/>
          <a:lstStyle>
            <a:lvl1pPr marL="0" indent="0">
              <a:lnSpc>
                <a:spcPct val="100000"/>
              </a:lnSpc>
              <a:buNone/>
              <a:defRPr sz="2000">
                <a:solidFill>
                  <a:schemeClr val="tx1"/>
                </a:solidFill>
                <a:latin typeface="+mn-lt"/>
              </a:defRPr>
            </a:lvl1pPr>
          </a:lstStyle>
          <a:p>
            <a:pPr lvl="0"/>
            <a:r>
              <a:rPr lang="en-US" dirty="0"/>
              <a:t>Click to add agenda item</a:t>
            </a:r>
          </a:p>
        </p:txBody>
      </p:sp>
      <p:sp>
        <p:nvSpPr>
          <p:cNvPr id="21" name="Item 5">
            <a:extLst>
              <a:ext uri="{FF2B5EF4-FFF2-40B4-BE49-F238E27FC236}">
                <a16:creationId xmlns:a16="http://schemas.microsoft.com/office/drawing/2014/main" id="{9EC66708-ABCA-4E5C-BBDA-A3E8D603A810}"/>
              </a:ext>
            </a:extLst>
          </p:cNvPr>
          <p:cNvSpPr>
            <a:spLocks noGrp="1"/>
          </p:cNvSpPr>
          <p:nvPr>
            <p:ph type="body" sz="quarter" idx="17" hasCustomPrompt="1"/>
          </p:nvPr>
        </p:nvSpPr>
        <p:spPr>
          <a:xfrm>
            <a:off x="5638800" y="4868523"/>
            <a:ext cx="2438400" cy="646331"/>
          </a:xfrm>
        </p:spPr>
        <p:txBody>
          <a:bodyPr anchor="ctr" anchorCtr="0"/>
          <a:lstStyle>
            <a:lvl1pPr marL="0" indent="0">
              <a:lnSpc>
                <a:spcPct val="100000"/>
              </a:lnSpc>
              <a:buNone/>
              <a:defRPr sz="2000">
                <a:solidFill>
                  <a:schemeClr val="tx1"/>
                </a:solidFill>
                <a:latin typeface="+mn-lt"/>
              </a:defRPr>
            </a:lvl1pPr>
          </a:lstStyle>
          <a:p>
            <a:pPr lvl="0"/>
            <a:r>
              <a:rPr lang="en-US" dirty="0"/>
              <a:t>Click to add agenda item</a:t>
            </a:r>
          </a:p>
        </p:txBody>
      </p:sp>
      <p:sp>
        <p:nvSpPr>
          <p:cNvPr id="33" name="#1">
            <a:extLst>
              <a:ext uri="{FF2B5EF4-FFF2-40B4-BE49-F238E27FC236}">
                <a16:creationId xmlns:a16="http://schemas.microsoft.com/office/drawing/2014/main" id="{EEFFE13B-7B99-487A-87CD-BD496112F16E}"/>
              </a:ext>
            </a:extLst>
          </p:cNvPr>
          <p:cNvSpPr>
            <a:spLocks noGrp="1"/>
          </p:cNvSpPr>
          <p:nvPr>
            <p:ph type="body" sz="quarter" idx="23" hasCustomPrompt="1"/>
          </p:nvPr>
        </p:nvSpPr>
        <p:spPr>
          <a:xfrm>
            <a:off x="4879157" y="1397266"/>
            <a:ext cx="609599" cy="609599"/>
          </a:xfrm>
          <a:prstGeom prst="ellipse">
            <a:avLst/>
          </a:prstGeom>
          <a:solidFill>
            <a:schemeClr val="accent1"/>
          </a:solidFill>
        </p:spPr>
        <p:txBody>
          <a:bodyPr wrap="none" anchor="ctr" anchorCtr="0">
            <a:normAutofit/>
          </a:bodyPr>
          <a:lstStyle>
            <a:lvl1pPr marL="0" indent="0" algn="ctr">
              <a:lnSpc>
                <a:spcPct val="100000"/>
              </a:lnSpc>
              <a:buNone/>
              <a:defRPr sz="3200" b="0">
                <a:solidFill>
                  <a:schemeClr val="bg1"/>
                </a:solidFill>
                <a:latin typeface="+mj-lt"/>
              </a:defRPr>
            </a:lvl1pPr>
          </a:lstStyle>
          <a:p>
            <a:pPr lvl="0"/>
            <a:r>
              <a:rPr lang="en-US" dirty="0"/>
              <a:t>#</a:t>
            </a:r>
          </a:p>
        </p:txBody>
      </p:sp>
      <p:sp>
        <p:nvSpPr>
          <p:cNvPr id="34" name="#2">
            <a:extLst>
              <a:ext uri="{FF2B5EF4-FFF2-40B4-BE49-F238E27FC236}">
                <a16:creationId xmlns:a16="http://schemas.microsoft.com/office/drawing/2014/main" id="{AA3DE202-796A-4A7F-BC20-0327D16A5273}"/>
              </a:ext>
            </a:extLst>
          </p:cNvPr>
          <p:cNvSpPr>
            <a:spLocks noGrp="1"/>
          </p:cNvSpPr>
          <p:nvPr>
            <p:ph type="body" sz="quarter" idx="24" hasCustomPrompt="1"/>
          </p:nvPr>
        </p:nvSpPr>
        <p:spPr>
          <a:xfrm>
            <a:off x="4876801" y="2269672"/>
            <a:ext cx="609599" cy="609599"/>
          </a:xfrm>
          <a:prstGeom prst="ellipse">
            <a:avLst/>
          </a:prstGeom>
          <a:solidFill>
            <a:schemeClr val="accent1"/>
          </a:solidFill>
        </p:spPr>
        <p:txBody>
          <a:bodyPr wrap="none" anchor="ctr" anchorCtr="0">
            <a:normAutofit/>
          </a:bodyPr>
          <a:lstStyle>
            <a:lvl1pPr marL="0" indent="0" algn="ctr">
              <a:lnSpc>
                <a:spcPct val="100000"/>
              </a:lnSpc>
              <a:buNone/>
              <a:defRPr sz="3200" b="0">
                <a:solidFill>
                  <a:schemeClr val="bg1"/>
                </a:solidFill>
                <a:latin typeface="+mj-lt"/>
              </a:defRPr>
            </a:lvl1pPr>
          </a:lstStyle>
          <a:p>
            <a:pPr lvl="0"/>
            <a:r>
              <a:rPr lang="en-US" dirty="0"/>
              <a:t>#</a:t>
            </a:r>
          </a:p>
        </p:txBody>
      </p:sp>
      <p:sp>
        <p:nvSpPr>
          <p:cNvPr id="35" name="#3">
            <a:extLst>
              <a:ext uri="{FF2B5EF4-FFF2-40B4-BE49-F238E27FC236}">
                <a16:creationId xmlns:a16="http://schemas.microsoft.com/office/drawing/2014/main" id="{1653EFEB-6F6D-43AA-A743-2A76CFC4E98E}"/>
              </a:ext>
            </a:extLst>
          </p:cNvPr>
          <p:cNvSpPr>
            <a:spLocks noGrp="1"/>
          </p:cNvSpPr>
          <p:nvPr>
            <p:ph type="body" sz="quarter" idx="25" hasCustomPrompt="1"/>
          </p:nvPr>
        </p:nvSpPr>
        <p:spPr>
          <a:xfrm>
            <a:off x="4876801" y="3142078"/>
            <a:ext cx="609599" cy="609599"/>
          </a:xfrm>
          <a:prstGeom prst="ellipse">
            <a:avLst/>
          </a:prstGeom>
          <a:solidFill>
            <a:schemeClr val="accent1"/>
          </a:solidFill>
        </p:spPr>
        <p:txBody>
          <a:bodyPr wrap="none" anchor="ctr" anchorCtr="0">
            <a:normAutofit/>
          </a:bodyPr>
          <a:lstStyle>
            <a:lvl1pPr marL="0" indent="0" algn="ctr">
              <a:lnSpc>
                <a:spcPct val="100000"/>
              </a:lnSpc>
              <a:buNone/>
              <a:defRPr sz="3200" b="0">
                <a:solidFill>
                  <a:schemeClr val="bg1"/>
                </a:solidFill>
                <a:latin typeface="+mj-lt"/>
              </a:defRPr>
            </a:lvl1pPr>
          </a:lstStyle>
          <a:p>
            <a:pPr lvl="0"/>
            <a:r>
              <a:rPr lang="en-US" dirty="0"/>
              <a:t>#</a:t>
            </a:r>
          </a:p>
        </p:txBody>
      </p:sp>
      <p:sp>
        <p:nvSpPr>
          <p:cNvPr id="36" name="#4">
            <a:extLst>
              <a:ext uri="{FF2B5EF4-FFF2-40B4-BE49-F238E27FC236}">
                <a16:creationId xmlns:a16="http://schemas.microsoft.com/office/drawing/2014/main" id="{23FDDDB5-9B5D-41A1-82EB-94A01BBEE784}"/>
              </a:ext>
            </a:extLst>
          </p:cNvPr>
          <p:cNvSpPr>
            <a:spLocks noGrp="1"/>
          </p:cNvSpPr>
          <p:nvPr>
            <p:ph type="body" sz="quarter" idx="26" hasCustomPrompt="1"/>
          </p:nvPr>
        </p:nvSpPr>
        <p:spPr>
          <a:xfrm>
            <a:off x="4876801" y="4014484"/>
            <a:ext cx="609599" cy="609599"/>
          </a:xfrm>
          <a:prstGeom prst="ellipse">
            <a:avLst/>
          </a:prstGeom>
          <a:solidFill>
            <a:schemeClr val="accent1"/>
          </a:solidFill>
        </p:spPr>
        <p:txBody>
          <a:bodyPr wrap="none" anchor="ctr" anchorCtr="0">
            <a:normAutofit/>
          </a:bodyPr>
          <a:lstStyle>
            <a:lvl1pPr marL="0" indent="0" algn="ctr">
              <a:lnSpc>
                <a:spcPct val="100000"/>
              </a:lnSpc>
              <a:buNone/>
              <a:defRPr sz="3200" b="0">
                <a:solidFill>
                  <a:schemeClr val="bg1"/>
                </a:solidFill>
                <a:latin typeface="+mj-lt"/>
              </a:defRPr>
            </a:lvl1pPr>
          </a:lstStyle>
          <a:p>
            <a:pPr lvl="0"/>
            <a:r>
              <a:rPr lang="en-US" dirty="0"/>
              <a:t>#</a:t>
            </a:r>
          </a:p>
        </p:txBody>
      </p:sp>
      <p:sp>
        <p:nvSpPr>
          <p:cNvPr id="37" name="#5">
            <a:extLst>
              <a:ext uri="{FF2B5EF4-FFF2-40B4-BE49-F238E27FC236}">
                <a16:creationId xmlns:a16="http://schemas.microsoft.com/office/drawing/2014/main" id="{7B451C41-DD76-4869-B434-D7FD651EE6F3}"/>
              </a:ext>
            </a:extLst>
          </p:cNvPr>
          <p:cNvSpPr>
            <a:spLocks noGrp="1"/>
          </p:cNvSpPr>
          <p:nvPr>
            <p:ph type="body" sz="quarter" idx="27" hasCustomPrompt="1"/>
          </p:nvPr>
        </p:nvSpPr>
        <p:spPr>
          <a:xfrm>
            <a:off x="4876801" y="4886888"/>
            <a:ext cx="609599" cy="609599"/>
          </a:xfrm>
          <a:prstGeom prst="ellipse">
            <a:avLst/>
          </a:prstGeom>
          <a:solidFill>
            <a:schemeClr val="accent1"/>
          </a:solidFill>
        </p:spPr>
        <p:txBody>
          <a:bodyPr wrap="none" anchor="ctr" anchorCtr="0">
            <a:normAutofit/>
          </a:bodyPr>
          <a:lstStyle>
            <a:lvl1pPr marL="0" indent="0" algn="ctr">
              <a:lnSpc>
                <a:spcPct val="100000"/>
              </a:lnSpc>
              <a:buNone/>
              <a:defRPr sz="3200" b="0">
                <a:solidFill>
                  <a:schemeClr val="bg1"/>
                </a:solidFill>
                <a:latin typeface="+mj-lt"/>
              </a:defRPr>
            </a:lvl1pPr>
          </a:lstStyle>
          <a:p>
            <a:pPr lvl="0"/>
            <a:r>
              <a:rPr lang="en-US" dirty="0"/>
              <a:t>#</a:t>
            </a:r>
          </a:p>
        </p:txBody>
      </p:sp>
      <p:sp>
        <p:nvSpPr>
          <p:cNvPr id="22" name="#1">
            <a:extLst>
              <a:ext uri="{FF2B5EF4-FFF2-40B4-BE49-F238E27FC236}">
                <a16:creationId xmlns:a16="http://schemas.microsoft.com/office/drawing/2014/main" id="{D712D594-9838-406B-A423-AF4DD9575655}"/>
              </a:ext>
            </a:extLst>
          </p:cNvPr>
          <p:cNvSpPr>
            <a:spLocks noGrp="1"/>
          </p:cNvSpPr>
          <p:nvPr>
            <p:ph type="body" sz="quarter" idx="28" hasCustomPrompt="1"/>
          </p:nvPr>
        </p:nvSpPr>
        <p:spPr>
          <a:xfrm>
            <a:off x="8382000" y="1397266"/>
            <a:ext cx="609599" cy="609599"/>
          </a:xfrm>
          <a:prstGeom prst="ellipse">
            <a:avLst/>
          </a:prstGeom>
          <a:solidFill>
            <a:schemeClr val="accent1"/>
          </a:solidFill>
        </p:spPr>
        <p:txBody>
          <a:bodyPr wrap="none" anchor="ctr" anchorCtr="0">
            <a:normAutofit/>
          </a:bodyPr>
          <a:lstStyle>
            <a:lvl1pPr marL="0" indent="0" algn="ctr">
              <a:lnSpc>
                <a:spcPct val="100000"/>
              </a:lnSpc>
              <a:buNone/>
              <a:defRPr sz="3200" b="0">
                <a:solidFill>
                  <a:schemeClr val="bg1"/>
                </a:solidFill>
                <a:latin typeface="+mj-lt"/>
              </a:defRPr>
            </a:lvl1pPr>
          </a:lstStyle>
          <a:p>
            <a:pPr lvl="0"/>
            <a:r>
              <a:rPr lang="en-US" dirty="0"/>
              <a:t>#</a:t>
            </a:r>
          </a:p>
        </p:txBody>
      </p:sp>
      <p:sp>
        <p:nvSpPr>
          <p:cNvPr id="24" name="Item 1">
            <a:extLst>
              <a:ext uri="{FF2B5EF4-FFF2-40B4-BE49-F238E27FC236}">
                <a16:creationId xmlns:a16="http://schemas.microsoft.com/office/drawing/2014/main" id="{E6CEC2E2-69F8-4E94-8A78-4CB2C44BE287}"/>
              </a:ext>
            </a:extLst>
          </p:cNvPr>
          <p:cNvSpPr>
            <a:spLocks noGrp="1"/>
          </p:cNvSpPr>
          <p:nvPr>
            <p:ph type="body" sz="quarter" idx="29" hasCustomPrompt="1"/>
          </p:nvPr>
        </p:nvSpPr>
        <p:spPr>
          <a:xfrm>
            <a:off x="9142638" y="1377723"/>
            <a:ext cx="2438400" cy="646331"/>
          </a:xfrm>
        </p:spPr>
        <p:txBody>
          <a:bodyPr anchor="ctr" anchorCtr="0"/>
          <a:lstStyle>
            <a:lvl1pPr marL="0" indent="0">
              <a:lnSpc>
                <a:spcPct val="100000"/>
              </a:lnSpc>
              <a:buNone/>
              <a:defRPr sz="2000">
                <a:solidFill>
                  <a:schemeClr val="tx1"/>
                </a:solidFill>
                <a:latin typeface="+mn-lt"/>
              </a:defRPr>
            </a:lvl1pPr>
          </a:lstStyle>
          <a:p>
            <a:pPr lvl="0"/>
            <a:r>
              <a:rPr lang="en-US" dirty="0"/>
              <a:t>Click to add agenda item</a:t>
            </a:r>
          </a:p>
        </p:txBody>
      </p:sp>
      <p:sp>
        <p:nvSpPr>
          <p:cNvPr id="25" name="#2">
            <a:extLst>
              <a:ext uri="{FF2B5EF4-FFF2-40B4-BE49-F238E27FC236}">
                <a16:creationId xmlns:a16="http://schemas.microsoft.com/office/drawing/2014/main" id="{9C539EB1-7CB2-4B63-A266-4C0098CBF342}"/>
              </a:ext>
            </a:extLst>
          </p:cNvPr>
          <p:cNvSpPr>
            <a:spLocks noGrp="1"/>
          </p:cNvSpPr>
          <p:nvPr>
            <p:ph type="body" sz="quarter" idx="30" hasCustomPrompt="1"/>
          </p:nvPr>
        </p:nvSpPr>
        <p:spPr>
          <a:xfrm>
            <a:off x="8382000" y="2269672"/>
            <a:ext cx="609599" cy="609599"/>
          </a:xfrm>
          <a:prstGeom prst="ellipse">
            <a:avLst/>
          </a:prstGeom>
          <a:solidFill>
            <a:schemeClr val="accent1"/>
          </a:solidFill>
        </p:spPr>
        <p:txBody>
          <a:bodyPr wrap="none" anchor="ctr" anchorCtr="0">
            <a:normAutofit/>
          </a:bodyPr>
          <a:lstStyle>
            <a:lvl1pPr marL="0" indent="0" algn="ctr">
              <a:lnSpc>
                <a:spcPct val="100000"/>
              </a:lnSpc>
              <a:buNone/>
              <a:defRPr sz="3200" b="0">
                <a:solidFill>
                  <a:schemeClr val="bg1"/>
                </a:solidFill>
                <a:latin typeface="+mj-lt"/>
              </a:defRPr>
            </a:lvl1pPr>
          </a:lstStyle>
          <a:p>
            <a:pPr lvl="0"/>
            <a:r>
              <a:rPr lang="en-US" dirty="0"/>
              <a:t>#</a:t>
            </a:r>
          </a:p>
        </p:txBody>
      </p:sp>
      <p:sp>
        <p:nvSpPr>
          <p:cNvPr id="26" name="Item 2">
            <a:extLst>
              <a:ext uri="{FF2B5EF4-FFF2-40B4-BE49-F238E27FC236}">
                <a16:creationId xmlns:a16="http://schemas.microsoft.com/office/drawing/2014/main" id="{AD0564E3-8F86-49E2-84DB-5271D2B5D0F6}"/>
              </a:ext>
            </a:extLst>
          </p:cNvPr>
          <p:cNvSpPr>
            <a:spLocks noGrp="1"/>
          </p:cNvSpPr>
          <p:nvPr>
            <p:ph type="body" sz="quarter" idx="31" hasCustomPrompt="1"/>
          </p:nvPr>
        </p:nvSpPr>
        <p:spPr>
          <a:xfrm>
            <a:off x="9142638" y="2250423"/>
            <a:ext cx="2438400" cy="646331"/>
          </a:xfrm>
        </p:spPr>
        <p:txBody>
          <a:bodyPr anchor="ctr" anchorCtr="0"/>
          <a:lstStyle>
            <a:lvl1pPr marL="0" indent="0">
              <a:lnSpc>
                <a:spcPct val="100000"/>
              </a:lnSpc>
              <a:buNone/>
              <a:defRPr sz="2000">
                <a:solidFill>
                  <a:schemeClr val="tx1"/>
                </a:solidFill>
                <a:latin typeface="+mn-lt"/>
              </a:defRPr>
            </a:lvl1pPr>
          </a:lstStyle>
          <a:p>
            <a:pPr lvl="0"/>
            <a:r>
              <a:rPr lang="en-US" dirty="0"/>
              <a:t>Click to add agenda item</a:t>
            </a:r>
          </a:p>
        </p:txBody>
      </p:sp>
      <p:sp>
        <p:nvSpPr>
          <p:cNvPr id="27" name="#3">
            <a:extLst>
              <a:ext uri="{FF2B5EF4-FFF2-40B4-BE49-F238E27FC236}">
                <a16:creationId xmlns:a16="http://schemas.microsoft.com/office/drawing/2014/main" id="{468DB777-D486-47FF-8915-A1BD7EAB2E60}"/>
              </a:ext>
            </a:extLst>
          </p:cNvPr>
          <p:cNvSpPr>
            <a:spLocks noGrp="1"/>
          </p:cNvSpPr>
          <p:nvPr>
            <p:ph type="body" sz="quarter" idx="32" hasCustomPrompt="1"/>
          </p:nvPr>
        </p:nvSpPr>
        <p:spPr>
          <a:xfrm>
            <a:off x="8382000" y="3142078"/>
            <a:ext cx="609599" cy="609599"/>
          </a:xfrm>
          <a:prstGeom prst="ellipse">
            <a:avLst/>
          </a:prstGeom>
          <a:solidFill>
            <a:schemeClr val="accent1"/>
          </a:solidFill>
        </p:spPr>
        <p:txBody>
          <a:bodyPr wrap="none" anchor="ctr" anchorCtr="0">
            <a:normAutofit/>
          </a:bodyPr>
          <a:lstStyle>
            <a:lvl1pPr marL="0" indent="0" algn="ctr">
              <a:lnSpc>
                <a:spcPct val="100000"/>
              </a:lnSpc>
              <a:buNone/>
              <a:defRPr sz="3200" b="0">
                <a:solidFill>
                  <a:schemeClr val="bg1"/>
                </a:solidFill>
                <a:latin typeface="+mj-lt"/>
              </a:defRPr>
            </a:lvl1pPr>
          </a:lstStyle>
          <a:p>
            <a:pPr lvl="0"/>
            <a:r>
              <a:rPr lang="en-US" dirty="0"/>
              <a:t>#</a:t>
            </a:r>
          </a:p>
        </p:txBody>
      </p:sp>
      <p:sp>
        <p:nvSpPr>
          <p:cNvPr id="28" name="Item 3">
            <a:extLst>
              <a:ext uri="{FF2B5EF4-FFF2-40B4-BE49-F238E27FC236}">
                <a16:creationId xmlns:a16="http://schemas.microsoft.com/office/drawing/2014/main" id="{1F101C97-3320-4673-B65E-60BE340BE2E9}"/>
              </a:ext>
            </a:extLst>
          </p:cNvPr>
          <p:cNvSpPr>
            <a:spLocks noGrp="1"/>
          </p:cNvSpPr>
          <p:nvPr>
            <p:ph type="body" sz="quarter" idx="33" hasCustomPrompt="1"/>
          </p:nvPr>
        </p:nvSpPr>
        <p:spPr>
          <a:xfrm>
            <a:off x="9142638" y="3123123"/>
            <a:ext cx="2438400" cy="646331"/>
          </a:xfrm>
        </p:spPr>
        <p:txBody>
          <a:bodyPr anchor="ctr" anchorCtr="0"/>
          <a:lstStyle>
            <a:lvl1pPr marL="0" indent="0">
              <a:lnSpc>
                <a:spcPct val="100000"/>
              </a:lnSpc>
              <a:buNone/>
              <a:defRPr sz="2000">
                <a:solidFill>
                  <a:schemeClr val="tx1"/>
                </a:solidFill>
                <a:latin typeface="+mn-lt"/>
              </a:defRPr>
            </a:lvl1pPr>
          </a:lstStyle>
          <a:p>
            <a:pPr lvl="0"/>
            <a:r>
              <a:rPr lang="en-US" dirty="0"/>
              <a:t>Click to add agenda item</a:t>
            </a:r>
          </a:p>
        </p:txBody>
      </p:sp>
      <p:sp>
        <p:nvSpPr>
          <p:cNvPr id="29" name="#4">
            <a:extLst>
              <a:ext uri="{FF2B5EF4-FFF2-40B4-BE49-F238E27FC236}">
                <a16:creationId xmlns:a16="http://schemas.microsoft.com/office/drawing/2014/main" id="{10E34633-765D-4D5E-8A35-2F58A27D6726}"/>
              </a:ext>
            </a:extLst>
          </p:cNvPr>
          <p:cNvSpPr>
            <a:spLocks noGrp="1"/>
          </p:cNvSpPr>
          <p:nvPr>
            <p:ph type="body" sz="quarter" idx="34" hasCustomPrompt="1"/>
          </p:nvPr>
        </p:nvSpPr>
        <p:spPr>
          <a:xfrm>
            <a:off x="8382000" y="4014484"/>
            <a:ext cx="609599" cy="609599"/>
          </a:xfrm>
          <a:prstGeom prst="ellipse">
            <a:avLst/>
          </a:prstGeom>
          <a:solidFill>
            <a:schemeClr val="accent1"/>
          </a:solidFill>
        </p:spPr>
        <p:txBody>
          <a:bodyPr wrap="none" anchor="ctr" anchorCtr="0">
            <a:normAutofit/>
          </a:bodyPr>
          <a:lstStyle>
            <a:lvl1pPr marL="0" indent="0" algn="ctr">
              <a:lnSpc>
                <a:spcPct val="100000"/>
              </a:lnSpc>
              <a:buNone/>
              <a:defRPr sz="3200" b="0">
                <a:solidFill>
                  <a:schemeClr val="bg1"/>
                </a:solidFill>
                <a:latin typeface="+mj-lt"/>
              </a:defRPr>
            </a:lvl1pPr>
          </a:lstStyle>
          <a:p>
            <a:pPr lvl="0"/>
            <a:r>
              <a:rPr lang="en-US" dirty="0"/>
              <a:t>#</a:t>
            </a:r>
          </a:p>
        </p:txBody>
      </p:sp>
      <p:sp>
        <p:nvSpPr>
          <p:cNvPr id="30" name="Item 4">
            <a:extLst>
              <a:ext uri="{FF2B5EF4-FFF2-40B4-BE49-F238E27FC236}">
                <a16:creationId xmlns:a16="http://schemas.microsoft.com/office/drawing/2014/main" id="{BE74248F-3763-4D40-BD11-9233C6D6F70A}"/>
              </a:ext>
            </a:extLst>
          </p:cNvPr>
          <p:cNvSpPr>
            <a:spLocks noGrp="1"/>
          </p:cNvSpPr>
          <p:nvPr>
            <p:ph type="body" sz="quarter" idx="35" hasCustomPrompt="1"/>
          </p:nvPr>
        </p:nvSpPr>
        <p:spPr>
          <a:xfrm>
            <a:off x="9142638" y="3995823"/>
            <a:ext cx="2438400" cy="646331"/>
          </a:xfrm>
        </p:spPr>
        <p:txBody>
          <a:bodyPr anchor="ctr" anchorCtr="0"/>
          <a:lstStyle>
            <a:lvl1pPr marL="0" indent="0">
              <a:lnSpc>
                <a:spcPct val="100000"/>
              </a:lnSpc>
              <a:buNone/>
              <a:defRPr sz="2000">
                <a:solidFill>
                  <a:schemeClr val="tx1"/>
                </a:solidFill>
                <a:latin typeface="+mn-lt"/>
              </a:defRPr>
            </a:lvl1pPr>
          </a:lstStyle>
          <a:p>
            <a:pPr lvl="0"/>
            <a:r>
              <a:rPr lang="en-US" dirty="0"/>
              <a:t>Click to add agenda item</a:t>
            </a:r>
          </a:p>
        </p:txBody>
      </p:sp>
      <p:sp>
        <p:nvSpPr>
          <p:cNvPr id="31" name="#5">
            <a:extLst>
              <a:ext uri="{FF2B5EF4-FFF2-40B4-BE49-F238E27FC236}">
                <a16:creationId xmlns:a16="http://schemas.microsoft.com/office/drawing/2014/main" id="{8C35DA81-F9B8-4AF3-BB7D-CB9A25260F00}"/>
              </a:ext>
            </a:extLst>
          </p:cNvPr>
          <p:cNvSpPr>
            <a:spLocks noGrp="1"/>
          </p:cNvSpPr>
          <p:nvPr>
            <p:ph type="body" sz="quarter" idx="36" hasCustomPrompt="1"/>
          </p:nvPr>
        </p:nvSpPr>
        <p:spPr>
          <a:xfrm>
            <a:off x="8382000" y="4886888"/>
            <a:ext cx="609599" cy="609599"/>
          </a:xfrm>
          <a:prstGeom prst="ellipse">
            <a:avLst/>
          </a:prstGeom>
          <a:solidFill>
            <a:schemeClr val="accent1"/>
          </a:solidFill>
        </p:spPr>
        <p:txBody>
          <a:bodyPr wrap="none" anchor="ctr" anchorCtr="0">
            <a:normAutofit/>
          </a:bodyPr>
          <a:lstStyle>
            <a:lvl1pPr marL="0" indent="0" algn="ctr">
              <a:lnSpc>
                <a:spcPct val="100000"/>
              </a:lnSpc>
              <a:buNone/>
              <a:defRPr sz="3200" b="0">
                <a:solidFill>
                  <a:schemeClr val="bg1"/>
                </a:solidFill>
                <a:latin typeface="+mj-lt"/>
              </a:defRPr>
            </a:lvl1pPr>
          </a:lstStyle>
          <a:p>
            <a:pPr lvl="0"/>
            <a:r>
              <a:rPr lang="en-US" dirty="0"/>
              <a:t>#</a:t>
            </a:r>
          </a:p>
        </p:txBody>
      </p:sp>
      <p:sp>
        <p:nvSpPr>
          <p:cNvPr id="32" name="Item 5">
            <a:extLst>
              <a:ext uri="{FF2B5EF4-FFF2-40B4-BE49-F238E27FC236}">
                <a16:creationId xmlns:a16="http://schemas.microsoft.com/office/drawing/2014/main" id="{1E2B1BEC-0BC1-49C0-9CFD-6FC1D63EB6D0}"/>
              </a:ext>
            </a:extLst>
          </p:cNvPr>
          <p:cNvSpPr>
            <a:spLocks noGrp="1"/>
          </p:cNvSpPr>
          <p:nvPr>
            <p:ph type="body" sz="quarter" idx="37" hasCustomPrompt="1"/>
          </p:nvPr>
        </p:nvSpPr>
        <p:spPr>
          <a:xfrm>
            <a:off x="9142638" y="4868523"/>
            <a:ext cx="2438400" cy="646331"/>
          </a:xfrm>
        </p:spPr>
        <p:txBody>
          <a:bodyPr anchor="ctr" anchorCtr="0"/>
          <a:lstStyle>
            <a:lvl1pPr marL="0" indent="0">
              <a:lnSpc>
                <a:spcPct val="100000"/>
              </a:lnSpc>
              <a:buNone/>
              <a:defRPr sz="2000">
                <a:solidFill>
                  <a:schemeClr val="tx1"/>
                </a:solidFill>
                <a:latin typeface="+mn-lt"/>
              </a:defRPr>
            </a:lvl1pPr>
          </a:lstStyle>
          <a:p>
            <a:pPr lvl="0"/>
            <a:r>
              <a:rPr lang="en-US" dirty="0"/>
              <a:t>Delete items as needed</a:t>
            </a:r>
          </a:p>
        </p:txBody>
      </p:sp>
    </p:spTree>
    <p:custDataLst>
      <p:tags r:id="rId1"/>
    </p:custDataLst>
    <p:extLst>
      <p:ext uri="{BB962C8B-B14F-4D97-AF65-F5344CB8AC3E}">
        <p14:creationId xmlns:p14="http://schemas.microsoft.com/office/powerpoint/2010/main" val="4147623773"/>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5 Point Agenda">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CEF862C7-016C-487C-A2DE-DA5794F6839D}"/>
              </a:ext>
            </a:extLst>
          </p:cNvPr>
          <p:cNvSpPr>
            <a:spLocks noGrp="1"/>
          </p:cNvSpPr>
          <p:nvPr>
            <p:ph type="dt" sz="half" idx="10"/>
          </p:nvPr>
        </p:nvSpPr>
        <p:spPr/>
        <p:txBody>
          <a:bodyPr/>
          <a:lstStyle>
            <a:lvl1pPr>
              <a:lnSpc>
                <a:spcPct val="100000"/>
              </a:lnSpc>
              <a:defRPr/>
            </a:lvl1pPr>
          </a:lstStyle>
          <a:p>
            <a:endParaRPr lang="en-GB" dirty="0"/>
          </a:p>
        </p:txBody>
      </p:sp>
      <p:sp>
        <p:nvSpPr>
          <p:cNvPr id="2" name="Rectangle 1">
            <a:extLst>
              <a:ext uri="{FF2B5EF4-FFF2-40B4-BE49-F238E27FC236}">
                <a16:creationId xmlns:a16="http://schemas.microsoft.com/office/drawing/2014/main" id="{A00FF99C-677F-6CCC-96DF-B9FFF30E5BA7}"/>
              </a:ext>
            </a:extLst>
          </p:cNvPr>
          <p:cNvSpPr/>
          <p:nvPr userDrawn="1"/>
        </p:nvSpPr>
        <p:spPr>
          <a:xfrm>
            <a:off x="-2356" y="0"/>
            <a:ext cx="611956"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dirty="0" err="1"/>
          </a:p>
        </p:txBody>
      </p:sp>
      <p:sp>
        <p:nvSpPr>
          <p:cNvPr id="5" name="Rectangle 4">
            <a:extLst>
              <a:ext uri="{FF2B5EF4-FFF2-40B4-BE49-F238E27FC236}">
                <a16:creationId xmlns:a16="http://schemas.microsoft.com/office/drawing/2014/main" id="{CAF9B219-1E94-7054-C344-988D43A2F2C6}"/>
              </a:ext>
            </a:extLst>
          </p:cNvPr>
          <p:cNvSpPr/>
          <p:nvPr userDrawn="1"/>
        </p:nvSpPr>
        <p:spPr>
          <a:xfrm>
            <a:off x="609600" y="0"/>
            <a:ext cx="36576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dirty="0" err="1"/>
          </a:p>
        </p:txBody>
      </p:sp>
      <p:sp>
        <p:nvSpPr>
          <p:cNvPr id="9" name="TextBox 8">
            <a:extLst>
              <a:ext uri="{FF2B5EF4-FFF2-40B4-BE49-F238E27FC236}">
                <a16:creationId xmlns:a16="http://schemas.microsoft.com/office/drawing/2014/main" id="{2671C63F-9159-B0A0-E328-9A43A435C192}"/>
              </a:ext>
            </a:extLst>
          </p:cNvPr>
          <p:cNvSpPr txBox="1"/>
          <p:nvPr userDrawn="1"/>
        </p:nvSpPr>
        <p:spPr>
          <a:xfrm>
            <a:off x="1219201" y="1377723"/>
            <a:ext cx="2438400" cy="553998"/>
          </a:xfrm>
          <a:prstGeom prst="rect">
            <a:avLst/>
          </a:prstGeom>
        </p:spPr>
        <p:txBody>
          <a:bodyPr vert="horz" wrap="square" lIns="0" tIns="0" rIns="0" bIns="0" rtlCol="0" anchor="t">
            <a:spAutoFit/>
          </a:bodyPr>
          <a:lstStyle>
            <a:lvl1pPr>
              <a:lnSpc>
                <a:spcPct val="90000"/>
              </a:lnSpc>
              <a:spcBef>
                <a:spcPct val="0"/>
              </a:spcBef>
              <a:buNone/>
              <a:defRPr sz="3600">
                <a:solidFill>
                  <a:schemeClr val="accent1"/>
                </a:solidFill>
                <a:latin typeface="+mj-lt"/>
                <a:ea typeface="+mj-ea"/>
                <a:cs typeface="+mj-cs"/>
              </a:defRPr>
            </a:lvl1pPr>
          </a:lstStyle>
          <a:p>
            <a:pPr lvl="0">
              <a:lnSpc>
                <a:spcPct val="100000"/>
              </a:lnSpc>
            </a:pPr>
            <a:r>
              <a:rPr lang="en-US" dirty="0">
                <a:solidFill>
                  <a:schemeClr val="bg1"/>
                </a:solidFill>
              </a:rPr>
              <a:t>Agenda</a:t>
            </a:r>
          </a:p>
        </p:txBody>
      </p:sp>
      <p:sp>
        <p:nvSpPr>
          <p:cNvPr id="4" name="Slide Number Placeholder 3">
            <a:extLst>
              <a:ext uri="{FF2B5EF4-FFF2-40B4-BE49-F238E27FC236}">
                <a16:creationId xmlns:a16="http://schemas.microsoft.com/office/drawing/2014/main" id="{A8AF6869-948B-479F-A153-EECB535C0D21}"/>
              </a:ext>
            </a:extLst>
          </p:cNvPr>
          <p:cNvSpPr>
            <a:spLocks noGrp="1"/>
          </p:cNvSpPr>
          <p:nvPr>
            <p:ph type="sldNum" sz="quarter" idx="11"/>
          </p:nvPr>
        </p:nvSpPr>
        <p:spPr/>
        <p:txBody>
          <a:bodyPr/>
          <a:lstStyle>
            <a:lvl1pPr>
              <a:lnSpc>
                <a:spcPct val="100000"/>
              </a:lnSpc>
              <a:defRPr>
                <a:solidFill>
                  <a:schemeClr val="bg1"/>
                </a:solidFill>
              </a:defRPr>
            </a:lvl1pPr>
          </a:lstStyle>
          <a:p>
            <a:fld id="{F8E47D07-9D1E-4FE9-B31A-2F5863681021}" type="slidenum">
              <a:rPr lang="en-GB" smtClean="0"/>
              <a:pPr/>
              <a:t>‹#›</a:t>
            </a:fld>
            <a:endParaRPr lang="en-GB" dirty="0"/>
          </a:p>
        </p:txBody>
      </p:sp>
      <p:sp>
        <p:nvSpPr>
          <p:cNvPr id="17" name="Text Placeholder 1">
            <a:extLst>
              <a:ext uri="{FF2B5EF4-FFF2-40B4-BE49-F238E27FC236}">
                <a16:creationId xmlns:a16="http://schemas.microsoft.com/office/drawing/2014/main" id="{5B98A680-6773-43B0-954D-2C033446C318}"/>
              </a:ext>
            </a:extLst>
          </p:cNvPr>
          <p:cNvSpPr>
            <a:spLocks noGrp="1"/>
          </p:cNvSpPr>
          <p:nvPr>
            <p:ph type="body" sz="quarter" idx="13" hasCustomPrompt="1"/>
          </p:nvPr>
        </p:nvSpPr>
        <p:spPr>
          <a:xfrm>
            <a:off x="4879156" y="1488522"/>
            <a:ext cx="6703241" cy="424732"/>
          </a:xfrm>
          <a:noFill/>
          <a:ln w="12700">
            <a:noFill/>
          </a:ln>
          <a:effectLst/>
        </p:spPr>
        <p:txBody>
          <a:bodyPr lIns="0" rIns="0" anchor="ctr" anchorCtr="0"/>
          <a:lstStyle>
            <a:lvl1pPr marL="0" indent="0">
              <a:lnSpc>
                <a:spcPct val="100000"/>
              </a:lnSpc>
              <a:buNone/>
              <a:defRPr sz="2400">
                <a:solidFill>
                  <a:schemeClr val="tx1"/>
                </a:solidFill>
                <a:latin typeface="+mn-lt"/>
              </a:defRPr>
            </a:lvl1pPr>
          </a:lstStyle>
          <a:p>
            <a:pPr lvl="0"/>
            <a:r>
              <a:rPr lang="en-US" dirty="0"/>
              <a:t>Click to add agenda item</a:t>
            </a:r>
          </a:p>
        </p:txBody>
      </p:sp>
      <p:sp>
        <p:nvSpPr>
          <p:cNvPr id="18" name="Text Placeholder 2">
            <a:extLst>
              <a:ext uri="{FF2B5EF4-FFF2-40B4-BE49-F238E27FC236}">
                <a16:creationId xmlns:a16="http://schemas.microsoft.com/office/drawing/2014/main" id="{C88A5D62-B6BA-4488-A4CD-0D84437AB183}"/>
              </a:ext>
            </a:extLst>
          </p:cNvPr>
          <p:cNvSpPr>
            <a:spLocks noGrp="1"/>
          </p:cNvSpPr>
          <p:nvPr>
            <p:ph type="body" sz="quarter" idx="14" hasCustomPrompt="1"/>
          </p:nvPr>
        </p:nvSpPr>
        <p:spPr>
          <a:xfrm>
            <a:off x="4879156" y="2361222"/>
            <a:ext cx="6703241" cy="424732"/>
          </a:xfrm>
          <a:noFill/>
          <a:ln>
            <a:noFill/>
          </a:ln>
          <a:effectLst/>
        </p:spPr>
        <p:txBody>
          <a:bodyPr lIns="0" rIns="0" anchor="ctr" anchorCtr="0"/>
          <a:lstStyle>
            <a:lvl1pPr marL="0" indent="0">
              <a:lnSpc>
                <a:spcPct val="100000"/>
              </a:lnSpc>
              <a:buNone/>
              <a:defRPr sz="2400">
                <a:solidFill>
                  <a:schemeClr val="tx1"/>
                </a:solidFill>
                <a:latin typeface="+mn-lt"/>
              </a:defRPr>
            </a:lvl1pPr>
          </a:lstStyle>
          <a:p>
            <a:pPr lvl="0"/>
            <a:r>
              <a:rPr lang="en-US" dirty="0"/>
              <a:t>Click to add agenda item</a:t>
            </a:r>
          </a:p>
        </p:txBody>
      </p:sp>
      <p:sp>
        <p:nvSpPr>
          <p:cNvPr id="19" name="Text Placeholder 3">
            <a:extLst>
              <a:ext uri="{FF2B5EF4-FFF2-40B4-BE49-F238E27FC236}">
                <a16:creationId xmlns:a16="http://schemas.microsoft.com/office/drawing/2014/main" id="{828CF371-6871-4098-A3A8-48392AFE7BF1}"/>
              </a:ext>
            </a:extLst>
          </p:cNvPr>
          <p:cNvSpPr>
            <a:spLocks noGrp="1"/>
          </p:cNvSpPr>
          <p:nvPr>
            <p:ph type="body" sz="quarter" idx="15" hasCustomPrompt="1"/>
          </p:nvPr>
        </p:nvSpPr>
        <p:spPr>
          <a:xfrm>
            <a:off x="4879156" y="3233922"/>
            <a:ext cx="6703241" cy="424732"/>
          </a:xfrm>
          <a:noFill/>
          <a:ln>
            <a:noFill/>
          </a:ln>
          <a:effectLst/>
        </p:spPr>
        <p:txBody>
          <a:bodyPr lIns="0" rIns="0" anchor="ctr" anchorCtr="0"/>
          <a:lstStyle>
            <a:lvl1pPr marL="0" indent="0">
              <a:lnSpc>
                <a:spcPct val="100000"/>
              </a:lnSpc>
              <a:buNone/>
              <a:defRPr sz="2400">
                <a:solidFill>
                  <a:schemeClr val="tx1"/>
                </a:solidFill>
                <a:latin typeface="+mn-lt"/>
              </a:defRPr>
            </a:lvl1pPr>
          </a:lstStyle>
          <a:p>
            <a:pPr lvl="0"/>
            <a:r>
              <a:rPr lang="en-US" dirty="0"/>
              <a:t>Click to add agenda item</a:t>
            </a:r>
          </a:p>
        </p:txBody>
      </p:sp>
      <p:sp>
        <p:nvSpPr>
          <p:cNvPr id="20" name="Text Placeholder 4">
            <a:extLst>
              <a:ext uri="{FF2B5EF4-FFF2-40B4-BE49-F238E27FC236}">
                <a16:creationId xmlns:a16="http://schemas.microsoft.com/office/drawing/2014/main" id="{4B689727-BF5A-44A3-814C-E7859935BD58}"/>
              </a:ext>
            </a:extLst>
          </p:cNvPr>
          <p:cNvSpPr>
            <a:spLocks noGrp="1"/>
          </p:cNvSpPr>
          <p:nvPr>
            <p:ph type="body" sz="quarter" idx="16" hasCustomPrompt="1"/>
          </p:nvPr>
        </p:nvSpPr>
        <p:spPr>
          <a:xfrm>
            <a:off x="4879156" y="4106622"/>
            <a:ext cx="6703241" cy="424732"/>
          </a:xfrm>
          <a:noFill/>
          <a:ln>
            <a:noFill/>
          </a:ln>
          <a:effectLst/>
        </p:spPr>
        <p:txBody>
          <a:bodyPr lIns="0" rIns="0" anchor="ctr" anchorCtr="0"/>
          <a:lstStyle>
            <a:lvl1pPr marL="0" indent="0">
              <a:lnSpc>
                <a:spcPct val="100000"/>
              </a:lnSpc>
              <a:buNone/>
              <a:defRPr sz="2400">
                <a:solidFill>
                  <a:schemeClr val="tx1"/>
                </a:solidFill>
                <a:latin typeface="+mn-lt"/>
              </a:defRPr>
            </a:lvl1pPr>
          </a:lstStyle>
          <a:p>
            <a:pPr lvl="0"/>
            <a:r>
              <a:rPr lang="en-US" dirty="0"/>
              <a:t>Click to add agenda item</a:t>
            </a:r>
          </a:p>
        </p:txBody>
      </p:sp>
      <p:sp>
        <p:nvSpPr>
          <p:cNvPr id="21" name="Text Placeholder 5">
            <a:extLst>
              <a:ext uri="{FF2B5EF4-FFF2-40B4-BE49-F238E27FC236}">
                <a16:creationId xmlns:a16="http://schemas.microsoft.com/office/drawing/2014/main" id="{9EC66708-ABCA-4E5C-BBDA-A3E8D603A810}"/>
              </a:ext>
            </a:extLst>
          </p:cNvPr>
          <p:cNvSpPr>
            <a:spLocks noGrp="1"/>
          </p:cNvSpPr>
          <p:nvPr>
            <p:ph type="body" sz="quarter" idx="17" hasCustomPrompt="1"/>
          </p:nvPr>
        </p:nvSpPr>
        <p:spPr>
          <a:xfrm>
            <a:off x="4879156" y="4979322"/>
            <a:ext cx="6703241" cy="424732"/>
          </a:xfrm>
          <a:noFill/>
          <a:ln>
            <a:noFill/>
          </a:ln>
          <a:effectLst/>
        </p:spPr>
        <p:txBody>
          <a:bodyPr lIns="0" rIns="0" anchor="ctr" anchorCtr="0"/>
          <a:lstStyle>
            <a:lvl1pPr marL="0" indent="0">
              <a:lnSpc>
                <a:spcPct val="100000"/>
              </a:lnSpc>
              <a:buNone/>
              <a:defRPr sz="2400">
                <a:solidFill>
                  <a:schemeClr val="tx1"/>
                </a:solidFill>
                <a:latin typeface="+mn-lt"/>
              </a:defRPr>
            </a:lvl1pPr>
          </a:lstStyle>
          <a:p>
            <a:pPr lvl="0"/>
            <a:r>
              <a:rPr lang="en-US" dirty="0"/>
              <a:t>Click to add agenda item</a:t>
            </a:r>
          </a:p>
        </p:txBody>
      </p:sp>
    </p:spTree>
    <p:custDataLst>
      <p:tags r:id="rId1"/>
    </p:custDataLst>
    <p:extLst>
      <p:ext uri="{BB962C8B-B14F-4D97-AF65-F5344CB8AC3E}">
        <p14:creationId xmlns:p14="http://schemas.microsoft.com/office/powerpoint/2010/main" val="2533524983"/>
      </p:ext>
    </p:extLst>
  </p:cSld>
  <p:clrMapOvr>
    <a:masterClrMapping/>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0 Point Agenda">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CEF862C7-016C-487C-A2DE-DA5794F6839D}"/>
              </a:ext>
            </a:extLst>
          </p:cNvPr>
          <p:cNvSpPr>
            <a:spLocks noGrp="1"/>
          </p:cNvSpPr>
          <p:nvPr>
            <p:ph type="dt" sz="half" idx="10"/>
          </p:nvPr>
        </p:nvSpPr>
        <p:spPr/>
        <p:txBody>
          <a:bodyPr/>
          <a:lstStyle>
            <a:lvl1pPr>
              <a:lnSpc>
                <a:spcPct val="100000"/>
              </a:lnSpc>
              <a:defRPr/>
            </a:lvl1pPr>
          </a:lstStyle>
          <a:p>
            <a:endParaRPr lang="en-GB" dirty="0"/>
          </a:p>
        </p:txBody>
      </p:sp>
      <p:sp>
        <p:nvSpPr>
          <p:cNvPr id="2" name="Rectangle 1">
            <a:extLst>
              <a:ext uri="{FF2B5EF4-FFF2-40B4-BE49-F238E27FC236}">
                <a16:creationId xmlns:a16="http://schemas.microsoft.com/office/drawing/2014/main" id="{F565839B-4648-3E32-D8EF-46628E284EB6}"/>
              </a:ext>
            </a:extLst>
          </p:cNvPr>
          <p:cNvSpPr/>
          <p:nvPr userDrawn="1"/>
        </p:nvSpPr>
        <p:spPr>
          <a:xfrm>
            <a:off x="-2356" y="0"/>
            <a:ext cx="611956"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dirty="0" err="1"/>
          </a:p>
        </p:txBody>
      </p:sp>
      <p:sp>
        <p:nvSpPr>
          <p:cNvPr id="5" name="Rectangle 4">
            <a:extLst>
              <a:ext uri="{FF2B5EF4-FFF2-40B4-BE49-F238E27FC236}">
                <a16:creationId xmlns:a16="http://schemas.microsoft.com/office/drawing/2014/main" id="{79D23A4F-804E-0578-B208-3DA49BE29974}"/>
              </a:ext>
            </a:extLst>
          </p:cNvPr>
          <p:cNvSpPr/>
          <p:nvPr userDrawn="1"/>
        </p:nvSpPr>
        <p:spPr>
          <a:xfrm>
            <a:off x="609600" y="0"/>
            <a:ext cx="36576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dirty="0" err="1"/>
          </a:p>
        </p:txBody>
      </p:sp>
      <p:sp>
        <p:nvSpPr>
          <p:cNvPr id="9" name="TextBox 8">
            <a:extLst>
              <a:ext uri="{FF2B5EF4-FFF2-40B4-BE49-F238E27FC236}">
                <a16:creationId xmlns:a16="http://schemas.microsoft.com/office/drawing/2014/main" id="{16FCC52F-FE4A-E728-9592-09099EF0FC10}"/>
              </a:ext>
            </a:extLst>
          </p:cNvPr>
          <p:cNvSpPr txBox="1"/>
          <p:nvPr userDrawn="1"/>
        </p:nvSpPr>
        <p:spPr>
          <a:xfrm>
            <a:off x="1219201" y="1377723"/>
            <a:ext cx="2438400" cy="553998"/>
          </a:xfrm>
          <a:prstGeom prst="rect">
            <a:avLst/>
          </a:prstGeom>
        </p:spPr>
        <p:txBody>
          <a:bodyPr vert="horz" wrap="square" lIns="0" tIns="0" rIns="0" bIns="0" rtlCol="0" anchor="t">
            <a:spAutoFit/>
          </a:bodyPr>
          <a:lstStyle>
            <a:lvl1pPr>
              <a:lnSpc>
                <a:spcPct val="90000"/>
              </a:lnSpc>
              <a:spcBef>
                <a:spcPct val="0"/>
              </a:spcBef>
              <a:buNone/>
              <a:defRPr sz="3600">
                <a:solidFill>
                  <a:schemeClr val="accent1"/>
                </a:solidFill>
                <a:latin typeface="+mj-lt"/>
                <a:ea typeface="+mj-ea"/>
                <a:cs typeface="+mj-cs"/>
              </a:defRPr>
            </a:lvl1pPr>
          </a:lstStyle>
          <a:p>
            <a:pPr lvl="0">
              <a:lnSpc>
                <a:spcPct val="100000"/>
              </a:lnSpc>
            </a:pPr>
            <a:r>
              <a:rPr lang="en-US" dirty="0">
                <a:solidFill>
                  <a:schemeClr val="bg1"/>
                </a:solidFill>
              </a:rPr>
              <a:t>Agenda</a:t>
            </a:r>
          </a:p>
        </p:txBody>
      </p:sp>
      <p:sp>
        <p:nvSpPr>
          <p:cNvPr id="4" name="Slide Number Placeholder 3">
            <a:extLst>
              <a:ext uri="{FF2B5EF4-FFF2-40B4-BE49-F238E27FC236}">
                <a16:creationId xmlns:a16="http://schemas.microsoft.com/office/drawing/2014/main" id="{A8AF6869-948B-479F-A153-EECB535C0D21}"/>
              </a:ext>
            </a:extLst>
          </p:cNvPr>
          <p:cNvSpPr>
            <a:spLocks noGrp="1"/>
          </p:cNvSpPr>
          <p:nvPr>
            <p:ph type="sldNum" sz="quarter" idx="11"/>
          </p:nvPr>
        </p:nvSpPr>
        <p:spPr/>
        <p:txBody>
          <a:bodyPr/>
          <a:lstStyle>
            <a:lvl1pPr>
              <a:lnSpc>
                <a:spcPct val="100000"/>
              </a:lnSpc>
              <a:defRPr>
                <a:solidFill>
                  <a:schemeClr val="bg1"/>
                </a:solidFill>
              </a:defRPr>
            </a:lvl1pPr>
          </a:lstStyle>
          <a:p>
            <a:fld id="{F8E47D07-9D1E-4FE9-B31A-2F5863681021}" type="slidenum">
              <a:rPr lang="en-GB" smtClean="0"/>
              <a:pPr/>
              <a:t>‹#›</a:t>
            </a:fld>
            <a:endParaRPr lang="en-GB" dirty="0"/>
          </a:p>
        </p:txBody>
      </p:sp>
      <p:sp>
        <p:nvSpPr>
          <p:cNvPr id="17" name="Text Placeholder 1">
            <a:extLst>
              <a:ext uri="{FF2B5EF4-FFF2-40B4-BE49-F238E27FC236}">
                <a16:creationId xmlns:a16="http://schemas.microsoft.com/office/drawing/2014/main" id="{5B98A680-6773-43B0-954D-2C033446C318}"/>
              </a:ext>
            </a:extLst>
          </p:cNvPr>
          <p:cNvSpPr>
            <a:spLocks noGrp="1"/>
          </p:cNvSpPr>
          <p:nvPr>
            <p:ph type="body" sz="quarter" idx="13" hasCustomPrompt="1"/>
          </p:nvPr>
        </p:nvSpPr>
        <p:spPr>
          <a:xfrm>
            <a:off x="4876800" y="1488523"/>
            <a:ext cx="3200400" cy="424732"/>
          </a:xfrm>
          <a:noFill/>
          <a:ln>
            <a:noFill/>
          </a:ln>
          <a:effectLst/>
        </p:spPr>
        <p:txBody>
          <a:bodyPr lIns="0" rIns="0" anchor="ctr" anchorCtr="0">
            <a:noAutofit/>
          </a:bodyPr>
          <a:lstStyle>
            <a:lvl1pPr marL="0" indent="0">
              <a:lnSpc>
                <a:spcPct val="100000"/>
              </a:lnSpc>
              <a:buNone/>
              <a:defRPr sz="2000">
                <a:solidFill>
                  <a:schemeClr val="tx1"/>
                </a:solidFill>
                <a:latin typeface="+mn-lt"/>
              </a:defRPr>
            </a:lvl1pPr>
          </a:lstStyle>
          <a:p>
            <a:pPr lvl="0"/>
            <a:r>
              <a:rPr lang="en-US" dirty="0"/>
              <a:t>Click to add agenda item</a:t>
            </a:r>
          </a:p>
        </p:txBody>
      </p:sp>
      <p:sp>
        <p:nvSpPr>
          <p:cNvPr id="18" name="Text Placeholder 2">
            <a:extLst>
              <a:ext uri="{FF2B5EF4-FFF2-40B4-BE49-F238E27FC236}">
                <a16:creationId xmlns:a16="http://schemas.microsoft.com/office/drawing/2014/main" id="{C88A5D62-B6BA-4488-A4CD-0D84437AB183}"/>
              </a:ext>
            </a:extLst>
          </p:cNvPr>
          <p:cNvSpPr>
            <a:spLocks noGrp="1"/>
          </p:cNvSpPr>
          <p:nvPr>
            <p:ph type="body" sz="quarter" idx="14" hasCustomPrompt="1"/>
          </p:nvPr>
        </p:nvSpPr>
        <p:spPr>
          <a:xfrm>
            <a:off x="4876800" y="2361223"/>
            <a:ext cx="3200400" cy="424732"/>
          </a:xfrm>
          <a:noFill/>
          <a:ln>
            <a:noFill/>
          </a:ln>
          <a:effectLst/>
        </p:spPr>
        <p:txBody>
          <a:bodyPr lIns="0" rIns="0" anchor="ctr" anchorCtr="0">
            <a:noAutofit/>
          </a:bodyPr>
          <a:lstStyle>
            <a:lvl1pPr marL="0" indent="0">
              <a:lnSpc>
                <a:spcPct val="100000"/>
              </a:lnSpc>
              <a:buNone/>
              <a:defRPr sz="2000">
                <a:solidFill>
                  <a:schemeClr val="tx1"/>
                </a:solidFill>
                <a:latin typeface="+mn-lt"/>
              </a:defRPr>
            </a:lvl1pPr>
          </a:lstStyle>
          <a:p>
            <a:pPr lvl="0"/>
            <a:r>
              <a:rPr lang="en-US" dirty="0"/>
              <a:t>Click to add agenda item</a:t>
            </a:r>
          </a:p>
        </p:txBody>
      </p:sp>
      <p:sp>
        <p:nvSpPr>
          <p:cNvPr id="19" name="Text Placeholder 3">
            <a:extLst>
              <a:ext uri="{FF2B5EF4-FFF2-40B4-BE49-F238E27FC236}">
                <a16:creationId xmlns:a16="http://schemas.microsoft.com/office/drawing/2014/main" id="{828CF371-6871-4098-A3A8-48392AFE7BF1}"/>
              </a:ext>
            </a:extLst>
          </p:cNvPr>
          <p:cNvSpPr>
            <a:spLocks noGrp="1"/>
          </p:cNvSpPr>
          <p:nvPr>
            <p:ph type="body" sz="quarter" idx="15" hasCustomPrompt="1"/>
          </p:nvPr>
        </p:nvSpPr>
        <p:spPr>
          <a:xfrm>
            <a:off x="4876800" y="3233923"/>
            <a:ext cx="3200400" cy="424732"/>
          </a:xfrm>
          <a:noFill/>
          <a:ln>
            <a:noFill/>
          </a:ln>
          <a:effectLst/>
        </p:spPr>
        <p:txBody>
          <a:bodyPr lIns="0" rIns="0" anchor="ctr" anchorCtr="0">
            <a:noAutofit/>
          </a:bodyPr>
          <a:lstStyle>
            <a:lvl1pPr marL="0" indent="0">
              <a:lnSpc>
                <a:spcPct val="100000"/>
              </a:lnSpc>
              <a:buNone/>
              <a:defRPr sz="2000">
                <a:solidFill>
                  <a:schemeClr val="tx1"/>
                </a:solidFill>
                <a:latin typeface="+mn-lt"/>
              </a:defRPr>
            </a:lvl1pPr>
          </a:lstStyle>
          <a:p>
            <a:pPr lvl="0"/>
            <a:r>
              <a:rPr lang="en-US" dirty="0"/>
              <a:t>Click to add agenda item</a:t>
            </a:r>
          </a:p>
        </p:txBody>
      </p:sp>
      <p:sp>
        <p:nvSpPr>
          <p:cNvPr id="20" name="Text Placeholder 4">
            <a:extLst>
              <a:ext uri="{FF2B5EF4-FFF2-40B4-BE49-F238E27FC236}">
                <a16:creationId xmlns:a16="http://schemas.microsoft.com/office/drawing/2014/main" id="{4B689727-BF5A-44A3-814C-E7859935BD58}"/>
              </a:ext>
            </a:extLst>
          </p:cNvPr>
          <p:cNvSpPr>
            <a:spLocks noGrp="1"/>
          </p:cNvSpPr>
          <p:nvPr>
            <p:ph type="body" sz="quarter" idx="16" hasCustomPrompt="1"/>
          </p:nvPr>
        </p:nvSpPr>
        <p:spPr>
          <a:xfrm>
            <a:off x="4876800" y="4106623"/>
            <a:ext cx="3200400" cy="424732"/>
          </a:xfrm>
          <a:noFill/>
          <a:ln>
            <a:noFill/>
          </a:ln>
          <a:effectLst/>
        </p:spPr>
        <p:txBody>
          <a:bodyPr lIns="0" rIns="0" anchor="ctr" anchorCtr="0">
            <a:noAutofit/>
          </a:bodyPr>
          <a:lstStyle>
            <a:lvl1pPr marL="0" indent="0">
              <a:lnSpc>
                <a:spcPct val="100000"/>
              </a:lnSpc>
              <a:buNone/>
              <a:defRPr sz="2000">
                <a:solidFill>
                  <a:schemeClr val="tx1"/>
                </a:solidFill>
                <a:latin typeface="+mn-lt"/>
              </a:defRPr>
            </a:lvl1pPr>
          </a:lstStyle>
          <a:p>
            <a:pPr lvl="0"/>
            <a:r>
              <a:rPr lang="en-US" dirty="0"/>
              <a:t>Click to add agenda item</a:t>
            </a:r>
          </a:p>
        </p:txBody>
      </p:sp>
      <p:sp>
        <p:nvSpPr>
          <p:cNvPr id="21" name="Text Placeholder 5">
            <a:extLst>
              <a:ext uri="{FF2B5EF4-FFF2-40B4-BE49-F238E27FC236}">
                <a16:creationId xmlns:a16="http://schemas.microsoft.com/office/drawing/2014/main" id="{9EC66708-ABCA-4E5C-BBDA-A3E8D603A810}"/>
              </a:ext>
            </a:extLst>
          </p:cNvPr>
          <p:cNvSpPr>
            <a:spLocks noGrp="1"/>
          </p:cNvSpPr>
          <p:nvPr>
            <p:ph type="body" sz="quarter" idx="17" hasCustomPrompt="1"/>
          </p:nvPr>
        </p:nvSpPr>
        <p:spPr>
          <a:xfrm>
            <a:off x="4876800" y="4979323"/>
            <a:ext cx="3200400" cy="424732"/>
          </a:xfrm>
          <a:noFill/>
          <a:ln>
            <a:noFill/>
          </a:ln>
          <a:effectLst/>
        </p:spPr>
        <p:txBody>
          <a:bodyPr lIns="0" rIns="0" anchor="ctr" anchorCtr="0">
            <a:noAutofit/>
          </a:bodyPr>
          <a:lstStyle>
            <a:lvl1pPr marL="0" indent="0">
              <a:lnSpc>
                <a:spcPct val="100000"/>
              </a:lnSpc>
              <a:buNone/>
              <a:defRPr sz="2000">
                <a:solidFill>
                  <a:schemeClr val="tx1"/>
                </a:solidFill>
                <a:latin typeface="+mn-lt"/>
              </a:defRPr>
            </a:lvl1pPr>
          </a:lstStyle>
          <a:p>
            <a:pPr lvl="0"/>
            <a:r>
              <a:rPr lang="en-US" dirty="0"/>
              <a:t>Click to add agenda item</a:t>
            </a:r>
          </a:p>
        </p:txBody>
      </p:sp>
      <p:sp>
        <p:nvSpPr>
          <p:cNvPr id="23" name="Text Placeholder 6">
            <a:extLst>
              <a:ext uri="{FF2B5EF4-FFF2-40B4-BE49-F238E27FC236}">
                <a16:creationId xmlns:a16="http://schemas.microsoft.com/office/drawing/2014/main" id="{C819AF5B-E47A-4ACD-8D8C-52AD38CE5BFC}"/>
              </a:ext>
            </a:extLst>
          </p:cNvPr>
          <p:cNvSpPr>
            <a:spLocks noGrp="1"/>
          </p:cNvSpPr>
          <p:nvPr>
            <p:ph type="body" sz="quarter" idx="18" hasCustomPrompt="1"/>
          </p:nvPr>
        </p:nvSpPr>
        <p:spPr>
          <a:xfrm>
            <a:off x="8381998" y="1488522"/>
            <a:ext cx="3200400" cy="424732"/>
          </a:xfrm>
          <a:prstGeom prst="rect">
            <a:avLst/>
          </a:prstGeom>
          <a:noFill/>
          <a:ln>
            <a:noFill/>
          </a:ln>
          <a:effectLst/>
        </p:spPr>
        <p:txBody>
          <a:bodyPr wrap="square" lIns="0" rIns="0" anchor="ctr" anchorCtr="0">
            <a:noAutofit/>
          </a:bodyPr>
          <a:lstStyle>
            <a:lvl1pPr marL="0" indent="0" algn="l">
              <a:lnSpc>
                <a:spcPct val="100000"/>
              </a:lnSpc>
              <a:buNone/>
              <a:defRPr sz="2000" b="0">
                <a:solidFill>
                  <a:schemeClr val="tx1"/>
                </a:solidFill>
                <a:latin typeface="+mn-lt"/>
              </a:defRPr>
            </a:lvl1pPr>
          </a:lstStyle>
          <a:p>
            <a:pPr lvl="0"/>
            <a:r>
              <a:rPr lang="en-US" dirty="0"/>
              <a:t>Click to add agenda item</a:t>
            </a:r>
          </a:p>
        </p:txBody>
      </p:sp>
      <p:sp>
        <p:nvSpPr>
          <p:cNvPr id="24" name="Text Placeholder 7">
            <a:extLst>
              <a:ext uri="{FF2B5EF4-FFF2-40B4-BE49-F238E27FC236}">
                <a16:creationId xmlns:a16="http://schemas.microsoft.com/office/drawing/2014/main" id="{47691383-ECAA-4F80-A331-7B599A1F5D8E}"/>
              </a:ext>
            </a:extLst>
          </p:cNvPr>
          <p:cNvSpPr>
            <a:spLocks noGrp="1"/>
          </p:cNvSpPr>
          <p:nvPr>
            <p:ph type="body" sz="quarter" idx="19" hasCustomPrompt="1"/>
          </p:nvPr>
        </p:nvSpPr>
        <p:spPr>
          <a:xfrm>
            <a:off x="8381998" y="2361222"/>
            <a:ext cx="3200400" cy="424732"/>
          </a:xfrm>
          <a:prstGeom prst="rect">
            <a:avLst/>
          </a:prstGeom>
          <a:noFill/>
          <a:ln>
            <a:noFill/>
          </a:ln>
          <a:effectLst/>
        </p:spPr>
        <p:txBody>
          <a:bodyPr wrap="square" lIns="0" rIns="0" anchor="ctr" anchorCtr="0">
            <a:noAutofit/>
          </a:bodyPr>
          <a:lstStyle>
            <a:lvl1pPr marL="0" indent="0" algn="l">
              <a:lnSpc>
                <a:spcPct val="100000"/>
              </a:lnSpc>
              <a:buNone/>
              <a:defRPr sz="2000" b="0">
                <a:solidFill>
                  <a:schemeClr val="tx1"/>
                </a:solidFill>
                <a:latin typeface="+mn-lt"/>
              </a:defRPr>
            </a:lvl1pPr>
          </a:lstStyle>
          <a:p>
            <a:pPr lvl="0"/>
            <a:r>
              <a:rPr lang="en-US" dirty="0"/>
              <a:t>Click to add agenda item</a:t>
            </a:r>
          </a:p>
        </p:txBody>
      </p:sp>
      <p:sp>
        <p:nvSpPr>
          <p:cNvPr id="25" name="Text Placeholder 8">
            <a:extLst>
              <a:ext uri="{FF2B5EF4-FFF2-40B4-BE49-F238E27FC236}">
                <a16:creationId xmlns:a16="http://schemas.microsoft.com/office/drawing/2014/main" id="{1EB794D8-6580-4801-92C4-B9CDBE015BBC}"/>
              </a:ext>
            </a:extLst>
          </p:cNvPr>
          <p:cNvSpPr>
            <a:spLocks noGrp="1"/>
          </p:cNvSpPr>
          <p:nvPr>
            <p:ph type="body" sz="quarter" idx="20" hasCustomPrompt="1"/>
          </p:nvPr>
        </p:nvSpPr>
        <p:spPr>
          <a:xfrm>
            <a:off x="8381998" y="3233922"/>
            <a:ext cx="3200400" cy="424732"/>
          </a:xfrm>
          <a:prstGeom prst="rect">
            <a:avLst/>
          </a:prstGeom>
          <a:noFill/>
          <a:ln>
            <a:noFill/>
          </a:ln>
          <a:effectLst/>
        </p:spPr>
        <p:txBody>
          <a:bodyPr wrap="square" lIns="0" rIns="0" anchor="ctr" anchorCtr="0">
            <a:noAutofit/>
          </a:bodyPr>
          <a:lstStyle>
            <a:lvl1pPr marL="0" indent="0" algn="l">
              <a:lnSpc>
                <a:spcPct val="100000"/>
              </a:lnSpc>
              <a:buNone/>
              <a:defRPr sz="2000" b="0">
                <a:solidFill>
                  <a:schemeClr val="tx1"/>
                </a:solidFill>
                <a:latin typeface="+mn-lt"/>
              </a:defRPr>
            </a:lvl1pPr>
          </a:lstStyle>
          <a:p>
            <a:pPr lvl="0"/>
            <a:r>
              <a:rPr lang="en-US" dirty="0"/>
              <a:t>Click to add agenda item</a:t>
            </a:r>
          </a:p>
        </p:txBody>
      </p:sp>
      <p:sp>
        <p:nvSpPr>
          <p:cNvPr id="26" name="Text Placeholder 9">
            <a:extLst>
              <a:ext uri="{FF2B5EF4-FFF2-40B4-BE49-F238E27FC236}">
                <a16:creationId xmlns:a16="http://schemas.microsoft.com/office/drawing/2014/main" id="{D49BB865-6EA1-4E1B-A365-5C4C9B6EA8FE}"/>
              </a:ext>
            </a:extLst>
          </p:cNvPr>
          <p:cNvSpPr>
            <a:spLocks noGrp="1"/>
          </p:cNvSpPr>
          <p:nvPr>
            <p:ph type="body" sz="quarter" idx="21" hasCustomPrompt="1"/>
          </p:nvPr>
        </p:nvSpPr>
        <p:spPr>
          <a:xfrm>
            <a:off x="8381998" y="4106622"/>
            <a:ext cx="3200400" cy="424732"/>
          </a:xfrm>
          <a:prstGeom prst="rect">
            <a:avLst/>
          </a:prstGeom>
          <a:noFill/>
          <a:ln>
            <a:noFill/>
          </a:ln>
          <a:effectLst/>
        </p:spPr>
        <p:txBody>
          <a:bodyPr wrap="square" lIns="0" rIns="0" anchor="ctr" anchorCtr="0">
            <a:noAutofit/>
          </a:bodyPr>
          <a:lstStyle>
            <a:lvl1pPr marL="0" indent="0" algn="l">
              <a:lnSpc>
                <a:spcPct val="100000"/>
              </a:lnSpc>
              <a:buNone/>
              <a:defRPr sz="2000" b="0">
                <a:solidFill>
                  <a:schemeClr val="tx1"/>
                </a:solidFill>
                <a:latin typeface="+mn-lt"/>
              </a:defRPr>
            </a:lvl1pPr>
          </a:lstStyle>
          <a:p>
            <a:pPr lvl="0"/>
            <a:r>
              <a:rPr lang="en-US" dirty="0"/>
              <a:t>Click to add agenda item</a:t>
            </a:r>
          </a:p>
        </p:txBody>
      </p:sp>
      <p:sp>
        <p:nvSpPr>
          <p:cNvPr id="27" name="Text Placeholder 10">
            <a:extLst>
              <a:ext uri="{FF2B5EF4-FFF2-40B4-BE49-F238E27FC236}">
                <a16:creationId xmlns:a16="http://schemas.microsoft.com/office/drawing/2014/main" id="{A19D7038-1075-4AFC-AF51-44462E8C84E2}"/>
              </a:ext>
            </a:extLst>
          </p:cNvPr>
          <p:cNvSpPr>
            <a:spLocks noGrp="1"/>
          </p:cNvSpPr>
          <p:nvPr>
            <p:ph type="body" sz="quarter" idx="22" hasCustomPrompt="1"/>
          </p:nvPr>
        </p:nvSpPr>
        <p:spPr>
          <a:xfrm>
            <a:off x="8381998" y="4979322"/>
            <a:ext cx="3200400" cy="424732"/>
          </a:xfrm>
          <a:prstGeom prst="rect">
            <a:avLst/>
          </a:prstGeom>
          <a:noFill/>
          <a:ln>
            <a:noFill/>
          </a:ln>
          <a:effectLst/>
        </p:spPr>
        <p:txBody>
          <a:bodyPr wrap="square" lIns="0" rIns="0" anchor="ctr" anchorCtr="0">
            <a:noAutofit/>
          </a:bodyPr>
          <a:lstStyle>
            <a:lvl1pPr marL="0" indent="0" algn="l">
              <a:lnSpc>
                <a:spcPct val="100000"/>
              </a:lnSpc>
              <a:buNone/>
              <a:defRPr sz="2000" b="0">
                <a:solidFill>
                  <a:schemeClr val="tx1"/>
                </a:solidFill>
                <a:latin typeface="+mn-lt"/>
              </a:defRPr>
            </a:lvl1pPr>
          </a:lstStyle>
          <a:p>
            <a:pPr lvl="0"/>
            <a:r>
              <a:rPr lang="en-US" dirty="0"/>
              <a:t>Click to add agenda item</a:t>
            </a:r>
          </a:p>
        </p:txBody>
      </p:sp>
    </p:spTree>
    <p:custDataLst>
      <p:tags r:id="rId1"/>
    </p:custDataLst>
    <p:extLst>
      <p:ext uri="{BB962C8B-B14F-4D97-AF65-F5344CB8AC3E}">
        <p14:creationId xmlns:p14="http://schemas.microsoft.com/office/powerpoint/2010/main" val="2919636122"/>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END">
    <p:bg>
      <p:bgPr>
        <a:solidFill>
          <a:schemeClr val="tx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C22DA5D-EC7E-40C3-8862-3E3748AD6C3A}"/>
              </a:ext>
            </a:extLst>
          </p:cNvPr>
          <p:cNvSpPr txBox="1">
            <a:spLocks/>
          </p:cNvSpPr>
          <p:nvPr userDrawn="1"/>
        </p:nvSpPr>
        <p:spPr>
          <a:xfrm>
            <a:off x="1257304" y="769811"/>
            <a:ext cx="9677394" cy="5318379"/>
          </a:xfrm>
          <a:prstGeom prst="rect">
            <a:avLst/>
          </a:prstGeom>
        </p:spPr>
        <p:txBody>
          <a:bodyPr vert="horz" wrap="square" lIns="0" tIns="0" rIns="0" bIns="0" rtlCol="0" anchor="t">
            <a:spAutoFit/>
          </a:bodyPr>
          <a:lstStyle>
            <a:lvl1pPr algn="ctr" defTabSz="914400" rtl="0" eaLnBrk="1" latinLnBrk="0" hangingPunct="1">
              <a:lnSpc>
                <a:spcPct val="90000"/>
              </a:lnSpc>
              <a:spcBef>
                <a:spcPct val="0"/>
              </a:spcBef>
              <a:buNone/>
              <a:defRPr sz="6000" kern="1200">
                <a:solidFill>
                  <a:schemeClr val="bg1"/>
                </a:solidFill>
                <a:latin typeface="+mj-lt"/>
                <a:ea typeface="+mj-ea"/>
                <a:cs typeface="+mj-cs"/>
              </a:defRPr>
            </a:lvl1pPr>
          </a:lstStyle>
          <a:p>
            <a:pPr>
              <a:lnSpc>
                <a:spcPct val="90000"/>
              </a:lnSpc>
            </a:pPr>
            <a:r>
              <a:rPr lang="en-US" sz="9600" dirty="0"/>
              <a:t>Do not use layouts</a:t>
            </a:r>
            <a:br>
              <a:rPr lang="en-US" sz="9600" dirty="0"/>
            </a:br>
            <a:r>
              <a:rPr lang="en-US" sz="9600" dirty="0"/>
              <a:t>in this section appearing after this point. </a:t>
            </a:r>
          </a:p>
        </p:txBody>
      </p:sp>
      <p:sp>
        <p:nvSpPr>
          <p:cNvPr id="3" name="DO NOT DELETE (BRANDIN)">
            <a:extLst>
              <a:ext uri="{FF2B5EF4-FFF2-40B4-BE49-F238E27FC236}">
                <a16:creationId xmlns:a16="http://schemas.microsoft.com/office/drawing/2014/main" id="{A47BD16A-294C-6E4F-BEDB-E99B3D28E5E6}"/>
              </a:ext>
            </a:extLst>
          </p:cNvPr>
          <p:cNvSpPr/>
          <p:nvPr userDrawn="1"/>
        </p:nvSpPr>
        <p:spPr>
          <a:xfrm>
            <a:off x="152400" y="15240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20000"/>
              </a:lnSpc>
              <a:spcAft>
                <a:spcPts val="600"/>
              </a:spcAft>
            </a:pPr>
            <a:endParaRPr lang="en-US" dirty="0" err="1"/>
          </a:p>
        </p:txBody>
      </p:sp>
    </p:spTree>
    <p:custDataLst>
      <p:custData r:id="rId1"/>
      <p:tags r:id="rId2"/>
    </p:custDataLst>
    <p:extLst>
      <p:ext uri="{BB962C8B-B14F-4D97-AF65-F5344CB8AC3E}">
        <p14:creationId xmlns:p14="http://schemas.microsoft.com/office/powerpoint/2010/main" val="155991908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0 Speakers (Light)">
    <p:spTree>
      <p:nvGrpSpPr>
        <p:cNvPr id="1" name=""/>
        <p:cNvGrpSpPr/>
        <p:nvPr/>
      </p:nvGrpSpPr>
      <p:grpSpPr>
        <a:xfrm>
          <a:off x="0" y="0"/>
          <a:ext cx="0" cy="0"/>
          <a:chOff x="0" y="0"/>
          <a:chExt cx="0" cy="0"/>
        </a:xfrm>
      </p:grpSpPr>
      <p:sp>
        <p:nvSpPr>
          <p:cNvPr id="31" name="Text Placeholder 96">
            <a:extLst>
              <a:ext uri="{FF2B5EF4-FFF2-40B4-BE49-F238E27FC236}">
                <a16:creationId xmlns:a16="http://schemas.microsoft.com/office/drawing/2014/main" id="{B049F64B-628A-48DE-84B4-38397AAB7DC3}"/>
              </a:ext>
            </a:extLst>
          </p:cNvPr>
          <p:cNvSpPr>
            <a:spLocks noGrp="1"/>
          </p:cNvSpPr>
          <p:nvPr>
            <p:ph type="body" sz="quarter" idx="111" hasCustomPrompt="1"/>
          </p:nvPr>
        </p:nvSpPr>
        <p:spPr>
          <a:xfrm>
            <a:off x="609600" y="6200775"/>
            <a:ext cx="9753600" cy="657225"/>
          </a:xfrm>
        </p:spPr>
        <p:txBody>
          <a:bodyPr tIns="0" bIns="72000" anchor="b" anchorCtr="0">
            <a:noAutofit/>
          </a:bodyPr>
          <a:lstStyle>
            <a:lvl1pPr>
              <a:lnSpc>
                <a:spcPct val="100000"/>
              </a:lnSpc>
              <a:spcAft>
                <a:spcPts val="300"/>
              </a:spcAft>
              <a:buNone/>
              <a:defRPr sz="800"/>
            </a:lvl1pPr>
          </a:lstStyle>
          <a:p>
            <a:pPr lvl="0"/>
            <a:r>
              <a:rPr lang="en-US" dirty="0"/>
              <a:t>Footnotes</a:t>
            </a:r>
          </a:p>
        </p:txBody>
      </p:sp>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lvl1pPr>
              <a:lnSpc>
                <a:spcPct val="100000"/>
              </a:lnSpc>
              <a:defRPr/>
            </a:lvl1pPr>
          </a:lstStyle>
          <a:p>
            <a:endParaRPr lang="en-GB"/>
          </a:p>
        </p:txBody>
      </p:sp>
      <p:sp>
        <p:nvSpPr>
          <p:cNvPr id="58" name="Text Placeholder 57">
            <a:extLst>
              <a:ext uri="{FF2B5EF4-FFF2-40B4-BE49-F238E27FC236}">
                <a16:creationId xmlns:a16="http://schemas.microsoft.com/office/drawing/2014/main" id="{EE263FC4-B3BF-4198-B246-A58FF8C1DAD1}"/>
              </a:ext>
            </a:extLst>
          </p:cNvPr>
          <p:cNvSpPr>
            <a:spLocks noGrp="1"/>
          </p:cNvSpPr>
          <p:nvPr>
            <p:ph type="body" sz="quarter" idx="23" hasCustomPrompt="1"/>
          </p:nvPr>
        </p:nvSpPr>
        <p:spPr>
          <a:xfrm>
            <a:off x="5368925" y="3871186"/>
            <a:ext cx="2479675" cy="313350"/>
          </a:xfrm>
        </p:spPr>
        <p:txBody>
          <a:bodyPr wrap="square" bIns="36000" anchor="b" anchorCtr="0">
            <a:spAutoFit/>
          </a:bodyPr>
          <a:lstStyle>
            <a:lvl1pPr marL="0" indent="0">
              <a:lnSpc>
                <a:spcPct val="100000"/>
              </a:lnSpc>
              <a:buNone/>
              <a:defRPr sz="1800" b="1">
                <a:solidFill>
                  <a:schemeClr val="accent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5" name="Picture Placeholder 4">
            <a:extLst>
              <a:ext uri="{FF2B5EF4-FFF2-40B4-BE49-F238E27FC236}">
                <a16:creationId xmlns:a16="http://schemas.microsoft.com/office/drawing/2014/main" id="{1112D1D8-F166-4F88-B507-30219E1A1C60}"/>
              </a:ext>
            </a:extLst>
          </p:cNvPr>
          <p:cNvSpPr>
            <a:spLocks noGrp="1"/>
          </p:cNvSpPr>
          <p:nvPr>
            <p:ph type="pic" sz="quarter" idx="15" hasCustomPrompt="1"/>
          </p:nvPr>
        </p:nvSpPr>
        <p:spPr>
          <a:xfrm>
            <a:off x="4259755" y="1054177"/>
            <a:ext cx="928195" cy="928194"/>
          </a:xfrm>
          <a:prstGeom prst="ellipse">
            <a:avLst/>
          </a:prstGeom>
          <a:blipFill>
            <a:blip>
              <a:extLst>
                <a:ext uri="{96DAC541-7B7A-43D3-8B79-37D633B846F1}">
                  <asvg:svgBlip xmlns:asvg="http://schemas.microsoft.com/office/drawing/2016/SVG/main" r:embed="rId3"/>
                </a:ext>
              </a:extLst>
            </a:blip>
            <a:stretch>
              <a:fillRect/>
            </a:stretch>
          </a:blipFill>
        </p:spPr>
        <p:txBody>
          <a:bodyPr>
            <a:noAutofit/>
          </a:bodyPr>
          <a:lstStyle>
            <a:lvl1pPr marL="0" indent="0">
              <a:lnSpc>
                <a:spcPct val="100000"/>
              </a:lnSpc>
              <a:buNone/>
              <a:defRPr/>
            </a:lvl1pPr>
          </a:lstStyle>
          <a:p>
            <a:r>
              <a:rPr lang="en-US"/>
              <a:t> </a:t>
            </a:r>
          </a:p>
        </p:txBody>
      </p:sp>
      <p:sp>
        <p:nvSpPr>
          <p:cNvPr id="2" name="Title 1">
            <a:extLst>
              <a:ext uri="{FF2B5EF4-FFF2-40B4-BE49-F238E27FC236}">
                <a16:creationId xmlns:a16="http://schemas.microsoft.com/office/drawing/2014/main" id="{2D9635B2-3D27-4FA3-B863-05E4C9624AB6}"/>
              </a:ext>
            </a:extLst>
          </p:cNvPr>
          <p:cNvSpPr>
            <a:spLocks noGrp="1"/>
          </p:cNvSpPr>
          <p:nvPr>
            <p:ph type="title" hasCustomPrompt="1"/>
          </p:nvPr>
        </p:nvSpPr>
        <p:spPr>
          <a:xfrm>
            <a:off x="609600" y="2813447"/>
            <a:ext cx="3048000" cy="1231106"/>
          </a:xfrm>
        </p:spPr>
        <p:txBody>
          <a:bodyPr wrap="square" anchor="ctr" anchorCtr="0">
            <a:spAutoFit/>
          </a:bodyPr>
          <a:lstStyle>
            <a:lvl1pPr>
              <a:lnSpc>
                <a:spcPct val="100000"/>
              </a:lnSpc>
              <a:defRPr sz="4000"/>
            </a:lvl1pPr>
          </a:lstStyle>
          <a:p>
            <a:r>
              <a:rPr lang="en-US" dirty="0"/>
              <a:t>Click to enter title here</a:t>
            </a:r>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38" name="Picture Placeholder 4">
            <a:extLst>
              <a:ext uri="{FF2B5EF4-FFF2-40B4-BE49-F238E27FC236}">
                <a16:creationId xmlns:a16="http://schemas.microsoft.com/office/drawing/2014/main" id="{235135AB-5B49-4A2B-A09B-EFF95FECF8DE}"/>
              </a:ext>
            </a:extLst>
          </p:cNvPr>
          <p:cNvSpPr>
            <a:spLocks noGrp="1"/>
          </p:cNvSpPr>
          <p:nvPr>
            <p:ph type="pic" sz="quarter" idx="16" hasCustomPrompt="1"/>
          </p:nvPr>
        </p:nvSpPr>
        <p:spPr>
          <a:xfrm>
            <a:off x="8004573" y="1054177"/>
            <a:ext cx="928195" cy="928194"/>
          </a:xfrm>
          <a:prstGeom prst="ellipse">
            <a:avLst/>
          </a:prstGeom>
          <a:blipFill>
            <a:blip>
              <a:extLst>
                <a:ext uri="{96DAC541-7B7A-43D3-8B79-37D633B846F1}">
                  <asvg:svgBlip xmlns:asvg="http://schemas.microsoft.com/office/drawing/2016/SVG/main" r:embed="rId3"/>
                </a:ext>
              </a:extLst>
            </a:blip>
            <a:stretch>
              <a:fillRect/>
            </a:stretch>
          </a:blipFill>
        </p:spPr>
        <p:txBody>
          <a:bodyPr>
            <a:noAutofit/>
          </a:bodyPr>
          <a:lstStyle>
            <a:lvl1pPr marL="0" indent="0">
              <a:lnSpc>
                <a:spcPct val="100000"/>
              </a:lnSpc>
              <a:buNone/>
              <a:defRPr/>
            </a:lvl1pPr>
          </a:lstStyle>
          <a:p>
            <a:r>
              <a:rPr lang="en-US"/>
              <a:t> </a:t>
            </a:r>
          </a:p>
        </p:txBody>
      </p:sp>
      <p:sp>
        <p:nvSpPr>
          <p:cNvPr id="39" name="Picture Placeholder 4">
            <a:extLst>
              <a:ext uri="{FF2B5EF4-FFF2-40B4-BE49-F238E27FC236}">
                <a16:creationId xmlns:a16="http://schemas.microsoft.com/office/drawing/2014/main" id="{4FF349B1-3542-4E59-B8B3-3852BB36BFD3}"/>
              </a:ext>
            </a:extLst>
          </p:cNvPr>
          <p:cNvSpPr>
            <a:spLocks noGrp="1"/>
          </p:cNvSpPr>
          <p:nvPr>
            <p:ph type="pic" sz="quarter" idx="17" hasCustomPrompt="1"/>
          </p:nvPr>
        </p:nvSpPr>
        <p:spPr>
          <a:xfrm>
            <a:off x="8004573" y="2383210"/>
            <a:ext cx="928195" cy="928194"/>
          </a:xfrm>
          <a:prstGeom prst="ellipse">
            <a:avLst/>
          </a:prstGeom>
          <a:blipFill>
            <a:blip>
              <a:extLst>
                <a:ext uri="{96DAC541-7B7A-43D3-8B79-37D633B846F1}">
                  <asvg:svgBlip xmlns:asvg="http://schemas.microsoft.com/office/drawing/2016/SVG/main" r:embed="rId4"/>
                </a:ext>
              </a:extLst>
            </a:blip>
            <a:stretch>
              <a:fillRect/>
            </a:stretch>
          </a:blipFill>
        </p:spPr>
        <p:txBody>
          <a:bodyPr>
            <a:noAutofit/>
          </a:bodyPr>
          <a:lstStyle>
            <a:lvl1pPr marL="0" indent="0">
              <a:lnSpc>
                <a:spcPct val="100000"/>
              </a:lnSpc>
              <a:buNone/>
              <a:defRPr/>
            </a:lvl1pPr>
          </a:lstStyle>
          <a:p>
            <a:r>
              <a:rPr lang="en-US"/>
              <a:t> </a:t>
            </a:r>
          </a:p>
        </p:txBody>
      </p:sp>
      <p:sp>
        <p:nvSpPr>
          <p:cNvPr id="40" name="Picture Placeholder 4">
            <a:extLst>
              <a:ext uri="{FF2B5EF4-FFF2-40B4-BE49-F238E27FC236}">
                <a16:creationId xmlns:a16="http://schemas.microsoft.com/office/drawing/2014/main" id="{1B1FC8CD-D4CE-4E11-90DE-BDAEAE7935BA}"/>
              </a:ext>
            </a:extLst>
          </p:cNvPr>
          <p:cNvSpPr>
            <a:spLocks noGrp="1"/>
          </p:cNvSpPr>
          <p:nvPr>
            <p:ph type="pic" sz="quarter" idx="18" hasCustomPrompt="1"/>
          </p:nvPr>
        </p:nvSpPr>
        <p:spPr>
          <a:xfrm>
            <a:off x="4259755" y="3712243"/>
            <a:ext cx="928195" cy="928194"/>
          </a:xfrm>
          <a:prstGeom prst="ellipse">
            <a:avLst/>
          </a:prstGeom>
          <a:blipFill>
            <a:blip>
              <a:extLst>
                <a:ext uri="{96DAC541-7B7A-43D3-8B79-37D633B846F1}">
                  <asvg:svgBlip xmlns:asvg="http://schemas.microsoft.com/office/drawing/2016/SVG/main" r:embed="rId5"/>
                </a:ext>
              </a:extLst>
            </a:blip>
            <a:stretch>
              <a:fillRect/>
            </a:stretch>
          </a:blipFill>
        </p:spPr>
        <p:txBody>
          <a:bodyPr>
            <a:noAutofit/>
          </a:bodyPr>
          <a:lstStyle>
            <a:lvl1pPr marL="0" indent="0">
              <a:lnSpc>
                <a:spcPct val="100000"/>
              </a:lnSpc>
              <a:buNone/>
              <a:defRPr/>
            </a:lvl1pPr>
          </a:lstStyle>
          <a:p>
            <a:r>
              <a:rPr lang="en-US"/>
              <a:t> </a:t>
            </a:r>
          </a:p>
        </p:txBody>
      </p:sp>
      <p:sp>
        <p:nvSpPr>
          <p:cNvPr id="41" name="Picture Placeholder 4">
            <a:extLst>
              <a:ext uri="{FF2B5EF4-FFF2-40B4-BE49-F238E27FC236}">
                <a16:creationId xmlns:a16="http://schemas.microsoft.com/office/drawing/2014/main" id="{B9366CB7-32DA-4E9E-99FC-DE95447593E4}"/>
              </a:ext>
            </a:extLst>
          </p:cNvPr>
          <p:cNvSpPr>
            <a:spLocks noGrp="1"/>
          </p:cNvSpPr>
          <p:nvPr>
            <p:ph type="pic" sz="quarter" idx="19" hasCustomPrompt="1"/>
          </p:nvPr>
        </p:nvSpPr>
        <p:spPr>
          <a:xfrm>
            <a:off x="8004573" y="5041276"/>
            <a:ext cx="928195" cy="928194"/>
          </a:xfrm>
          <a:prstGeom prst="ellipse">
            <a:avLst/>
          </a:prstGeom>
          <a:blipFill>
            <a:blip>
              <a:extLst>
                <a:ext uri="{96DAC541-7B7A-43D3-8B79-37D633B846F1}">
                  <asvg:svgBlip xmlns:asvg="http://schemas.microsoft.com/office/drawing/2016/SVG/main" r:embed="rId6"/>
                </a:ext>
              </a:extLst>
            </a:blip>
            <a:stretch>
              <a:fillRect/>
            </a:stretch>
          </a:blipFill>
        </p:spPr>
        <p:txBody>
          <a:bodyPr>
            <a:noAutofit/>
          </a:bodyPr>
          <a:lstStyle>
            <a:lvl1pPr marL="0" indent="0">
              <a:lnSpc>
                <a:spcPct val="100000"/>
              </a:lnSpc>
              <a:buNone/>
              <a:defRPr/>
            </a:lvl1pPr>
          </a:lstStyle>
          <a:p>
            <a:r>
              <a:rPr lang="en-US"/>
              <a:t> </a:t>
            </a:r>
          </a:p>
        </p:txBody>
      </p:sp>
      <p:sp>
        <p:nvSpPr>
          <p:cNvPr id="42" name="Picture Placeholder 4">
            <a:extLst>
              <a:ext uri="{FF2B5EF4-FFF2-40B4-BE49-F238E27FC236}">
                <a16:creationId xmlns:a16="http://schemas.microsoft.com/office/drawing/2014/main" id="{72F775E8-A22B-4C7B-A7AF-7A6E5B4B25A6}"/>
              </a:ext>
            </a:extLst>
          </p:cNvPr>
          <p:cNvSpPr>
            <a:spLocks noGrp="1"/>
          </p:cNvSpPr>
          <p:nvPr>
            <p:ph type="pic" sz="quarter" idx="20" hasCustomPrompt="1"/>
          </p:nvPr>
        </p:nvSpPr>
        <p:spPr>
          <a:xfrm>
            <a:off x="8004573" y="3712243"/>
            <a:ext cx="928195" cy="928194"/>
          </a:xfrm>
          <a:prstGeom prst="ellipse">
            <a:avLst/>
          </a:prstGeom>
          <a:blipFill>
            <a:blip>
              <a:extLst>
                <a:ext uri="{96DAC541-7B7A-43D3-8B79-37D633B846F1}">
                  <asvg:svgBlip xmlns:asvg="http://schemas.microsoft.com/office/drawing/2016/SVG/main" r:embed="rId5"/>
                </a:ext>
              </a:extLst>
            </a:blip>
            <a:stretch>
              <a:fillRect/>
            </a:stretch>
          </a:blipFill>
        </p:spPr>
        <p:txBody>
          <a:bodyPr>
            <a:noAutofit/>
          </a:bodyPr>
          <a:lstStyle>
            <a:lvl1pPr marL="0" indent="0">
              <a:lnSpc>
                <a:spcPct val="100000"/>
              </a:lnSpc>
              <a:buNone/>
              <a:defRPr/>
            </a:lvl1pPr>
          </a:lstStyle>
          <a:p>
            <a:r>
              <a:rPr lang="en-US"/>
              <a:t> </a:t>
            </a:r>
          </a:p>
        </p:txBody>
      </p:sp>
      <p:sp>
        <p:nvSpPr>
          <p:cNvPr id="43" name="Picture Placeholder 4">
            <a:extLst>
              <a:ext uri="{FF2B5EF4-FFF2-40B4-BE49-F238E27FC236}">
                <a16:creationId xmlns:a16="http://schemas.microsoft.com/office/drawing/2014/main" id="{98BEEA61-F657-4A84-A5AD-517F0892DC25}"/>
              </a:ext>
            </a:extLst>
          </p:cNvPr>
          <p:cNvSpPr>
            <a:spLocks noGrp="1"/>
          </p:cNvSpPr>
          <p:nvPr>
            <p:ph type="pic" sz="quarter" idx="21" hasCustomPrompt="1"/>
          </p:nvPr>
        </p:nvSpPr>
        <p:spPr>
          <a:xfrm>
            <a:off x="4259755" y="2383210"/>
            <a:ext cx="928195" cy="928194"/>
          </a:xfrm>
          <a:prstGeom prst="ellipse">
            <a:avLst/>
          </a:prstGeom>
          <a:blipFill dpi="0" rotWithShape="1">
            <a:blip>
              <a:extLst>
                <a:ext uri="{96DAC541-7B7A-43D3-8B79-37D633B846F1}">
                  <asvg:svgBlip xmlns:asvg="http://schemas.microsoft.com/office/drawing/2016/SVG/main" r:embed="rId4"/>
                </a:ext>
              </a:extLst>
            </a:blip>
            <a:srcRect/>
            <a:stretch>
              <a:fillRect/>
            </a:stretch>
          </a:blipFill>
        </p:spPr>
        <p:txBody>
          <a:bodyPr>
            <a:noAutofit/>
          </a:bodyPr>
          <a:lstStyle>
            <a:lvl1pPr marL="0" indent="0">
              <a:lnSpc>
                <a:spcPct val="100000"/>
              </a:lnSpc>
              <a:buNone/>
              <a:defRPr/>
            </a:lvl1pPr>
          </a:lstStyle>
          <a:p>
            <a:r>
              <a:rPr lang="en-US"/>
              <a:t> </a:t>
            </a:r>
          </a:p>
        </p:txBody>
      </p:sp>
      <p:sp>
        <p:nvSpPr>
          <p:cNvPr id="44" name="Picture Placeholder 4">
            <a:extLst>
              <a:ext uri="{FF2B5EF4-FFF2-40B4-BE49-F238E27FC236}">
                <a16:creationId xmlns:a16="http://schemas.microsoft.com/office/drawing/2014/main" id="{10BDC96E-E4BB-46C7-8B26-69C0CC4A1DAC}"/>
              </a:ext>
            </a:extLst>
          </p:cNvPr>
          <p:cNvSpPr>
            <a:spLocks noGrp="1"/>
          </p:cNvSpPr>
          <p:nvPr>
            <p:ph type="pic" sz="quarter" idx="22" hasCustomPrompt="1"/>
          </p:nvPr>
        </p:nvSpPr>
        <p:spPr>
          <a:xfrm>
            <a:off x="4259755" y="5041276"/>
            <a:ext cx="928195" cy="928194"/>
          </a:xfrm>
          <a:prstGeom prst="ellipse">
            <a:avLst/>
          </a:prstGeom>
          <a:blipFill>
            <a:blip>
              <a:extLst>
                <a:ext uri="{96DAC541-7B7A-43D3-8B79-37D633B846F1}">
                  <asvg:svgBlip xmlns:asvg="http://schemas.microsoft.com/office/drawing/2016/SVG/main" r:embed="rId6"/>
                </a:ext>
              </a:extLst>
            </a:blip>
            <a:stretch>
              <a:fillRect/>
            </a:stretch>
          </a:blipFill>
        </p:spPr>
        <p:txBody>
          <a:bodyPr>
            <a:noAutofit/>
          </a:bodyPr>
          <a:lstStyle>
            <a:lvl1pPr marL="0" indent="0">
              <a:lnSpc>
                <a:spcPct val="100000"/>
              </a:lnSpc>
              <a:buNone/>
              <a:defRPr/>
            </a:lvl1pPr>
          </a:lstStyle>
          <a:p>
            <a:r>
              <a:rPr lang="en-US"/>
              <a:t> </a:t>
            </a:r>
          </a:p>
        </p:txBody>
      </p:sp>
      <p:sp>
        <p:nvSpPr>
          <p:cNvPr id="59" name="Text Placeholder 57">
            <a:extLst>
              <a:ext uri="{FF2B5EF4-FFF2-40B4-BE49-F238E27FC236}">
                <a16:creationId xmlns:a16="http://schemas.microsoft.com/office/drawing/2014/main" id="{7C4BEF10-7F26-49CE-9D86-B24AFAE8B982}"/>
              </a:ext>
            </a:extLst>
          </p:cNvPr>
          <p:cNvSpPr>
            <a:spLocks noGrp="1"/>
          </p:cNvSpPr>
          <p:nvPr>
            <p:ph type="body" sz="quarter" idx="24" hasCustomPrompt="1"/>
          </p:nvPr>
        </p:nvSpPr>
        <p:spPr>
          <a:xfrm>
            <a:off x="5368925" y="4207887"/>
            <a:ext cx="2479675" cy="313350"/>
          </a:xfrm>
        </p:spPr>
        <p:txBody>
          <a:bodyPr wrap="square" tIns="36000" bIns="0" anchor="t" anchorCtr="0">
            <a:spAutoFit/>
          </a:bodyPr>
          <a:lstStyle>
            <a:lvl1pPr marL="0" indent="0">
              <a:lnSpc>
                <a:spcPct val="100000"/>
              </a:lnSpc>
              <a:buNone/>
              <a:defRPr sz="1800" b="0">
                <a:solidFill>
                  <a:schemeClr val="tx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60" name="Text Placeholder 57">
            <a:extLst>
              <a:ext uri="{FF2B5EF4-FFF2-40B4-BE49-F238E27FC236}">
                <a16:creationId xmlns:a16="http://schemas.microsoft.com/office/drawing/2014/main" id="{A0245B7A-36B7-48DD-8BF2-091A694BA5DC}"/>
              </a:ext>
            </a:extLst>
          </p:cNvPr>
          <p:cNvSpPr>
            <a:spLocks noGrp="1"/>
          </p:cNvSpPr>
          <p:nvPr>
            <p:ph type="body" sz="quarter" idx="25" hasCustomPrompt="1"/>
          </p:nvPr>
        </p:nvSpPr>
        <p:spPr>
          <a:xfrm>
            <a:off x="5368925" y="1213334"/>
            <a:ext cx="2479675" cy="313350"/>
          </a:xfrm>
        </p:spPr>
        <p:txBody>
          <a:bodyPr wrap="square" bIns="36000" anchor="b" anchorCtr="0">
            <a:spAutoFit/>
          </a:bodyPr>
          <a:lstStyle>
            <a:lvl1pPr marL="0" indent="0">
              <a:lnSpc>
                <a:spcPct val="100000"/>
              </a:lnSpc>
              <a:buNone/>
              <a:defRPr sz="1800" b="1">
                <a:solidFill>
                  <a:schemeClr val="accent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dirty="0"/>
              <a:t>Click to add name</a:t>
            </a:r>
          </a:p>
        </p:txBody>
      </p:sp>
      <p:sp>
        <p:nvSpPr>
          <p:cNvPr id="61" name="Text Placeholder 57">
            <a:extLst>
              <a:ext uri="{FF2B5EF4-FFF2-40B4-BE49-F238E27FC236}">
                <a16:creationId xmlns:a16="http://schemas.microsoft.com/office/drawing/2014/main" id="{B12401EB-21B8-49A0-87B6-9030A3923DC9}"/>
              </a:ext>
            </a:extLst>
          </p:cNvPr>
          <p:cNvSpPr>
            <a:spLocks noGrp="1"/>
          </p:cNvSpPr>
          <p:nvPr>
            <p:ph type="body" sz="quarter" idx="26" hasCustomPrompt="1"/>
          </p:nvPr>
        </p:nvSpPr>
        <p:spPr>
          <a:xfrm>
            <a:off x="5368925" y="1550035"/>
            <a:ext cx="2479675" cy="313350"/>
          </a:xfrm>
        </p:spPr>
        <p:txBody>
          <a:bodyPr wrap="square" tIns="36000" bIns="0" anchor="t" anchorCtr="0">
            <a:spAutoFit/>
          </a:bodyPr>
          <a:lstStyle>
            <a:lvl1pPr marL="0" indent="0">
              <a:lnSpc>
                <a:spcPct val="100000"/>
              </a:lnSpc>
              <a:buNone/>
              <a:defRPr sz="1800" b="0">
                <a:solidFill>
                  <a:schemeClr val="tx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dirty="0"/>
              <a:t>Click to add job title</a:t>
            </a:r>
          </a:p>
        </p:txBody>
      </p:sp>
      <p:sp>
        <p:nvSpPr>
          <p:cNvPr id="62" name="Text Placeholder 57">
            <a:extLst>
              <a:ext uri="{FF2B5EF4-FFF2-40B4-BE49-F238E27FC236}">
                <a16:creationId xmlns:a16="http://schemas.microsoft.com/office/drawing/2014/main" id="{B1E36713-F111-4648-B34F-AAFF8DEC1670}"/>
              </a:ext>
            </a:extLst>
          </p:cNvPr>
          <p:cNvSpPr>
            <a:spLocks noGrp="1"/>
          </p:cNvSpPr>
          <p:nvPr>
            <p:ph type="body" sz="quarter" idx="27" hasCustomPrompt="1"/>
          </p:nvPr>
        </p:nvSpPr>
        <p:spPr>
          <a:xfrm>
            <a:off x="5368925" y="2542153"/>
            <a:ext cx="2479675" cy="313350"/>
          </a:xfrm>
        </p:spPr>
        <p:txBody>
          <a:bodyPr wrap="square" bIns="36000" anchor="b" anchorCtr="0">
            <a:spAutoFit/>
          </a:bodyPr>
          <a:lstStyle>
            <a:lvl1pPr marL="0" indent="0">
              <a:lnSpc>
                <a:spcPct val="100000"/>
              </a:lnSpc>
              <a:buNone/>
              <a:defRPr sz="1800" b="1">
                <a:solidFill>
                  <a:schemeClr val="accent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63" name="Text Placeholder 57">
            <a:extLst>
              <a:ext uri="{FF2B5EF4-FFF2-40B4-BE49-F238E27FC236}">
                <a16:creationId xmlns:a16="http://schemas.microsoft.com/office/drawing/2014/main" id="{C7941355-3F61-4691-8CBE-A8EE5B41B831}"/>
              </a:ext>
            </a:extLst>
          </p:cNvPr>
          <p:cNvSpPr>
            <a:spLocks noGrp="1"/>
          </p:cNvSpPr>
          <p:nvPr>
            <p:ph type="body" sz="quarter" idx="28" hasCustomPrompt="1"/>
          </p:nvPr>
        </p:nvSpPr>
        <p:spPr>
          <a:xfrm>
            <a:off x="5368925" y="2878854"/>
            <a:ext cx="2479675" cy="313350"/>
          </a:xfrm>
        </p:spPr>
        <p:txBody>
          <a:bodyPr wrap="square" tIns="36000" bIns="0" anchor="t" anchorCtr="0">
            <a:spAutoFit/>
          </a:bodyPr>
          <a:lstStyle>
            <a:lvl1pPr marL="0" indent="0">
              <a:lnSpc>
                <a:spcPct val="100000"/>
              </a:lnSpc>
              <a:buNone/>
              <a:defRPr sz="1800" b="0">
                <a:solidFill>
                  <a:schemeClr val="tx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64" name="Text Placeholder 57">
            <a:extLst>
              <a:ext uri="{FF2B5EF4-FFF2-40B4-BE49-F238E27FC236}">
                <a16:creationId xmlns:a16="http://schemas.microsoft.com/office/drawing/2014/main" id="{D4C3AF58-54F1-4682-B4D9-555CBA584B33}"/>
              </a:ext>
            </a:extLst>
          </p:cNvPr>
          <p:cNvSpPr>
            <a:spLocks noGrp="1"/>
          </p:cNvSpPr>
          <p:nvPr>
            <p:ph type="body" sz="quarter" idx="29" hasCustomPrompt="1"/>
          </p:nvPr>
        </p:nvSpPr>
        <p:spPr>
          <a:xfrm>
            <a:off x="9099288" y="1213334"/>
            <a:ext cx="2479675" cy="313350"/>
          </a:xfrm>
        </p:spPr>
        <p:txBody>
          <a:bodyPr wrap="square" bIns="36000" anchor="b" anchorCtr="0">
            <a:spAutoFit/>
          </a:bodyPr>
          <a:lstStyle>
            <a:lvl1pPr marL="0" indent="0">
              <a:lnSpc>
                <a:spcPct val="100000"/>
              </a:lnSpc>
              <a:buNone/>
              <a:defRPr sz="1800" b="1">
                <a:solidFill>
                  <a:schemeClr val="accent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65" name="Text Placeholder 57">
            <a:extLst>
              <a:ext uri="{FF2B5EF4-FFF2-40B4-BE49-F238E27FC236}">
                <a16:creationId xmlns:a16="http://schemas.microsoft.com/office/drawing/2014/main" id="{A102C3EE-ADA7-4748-833E-59DB5769D8D2}"/>
              </a:ext>
            </a:extLst>
          </p:cNvPr>
          <p:cNvSpPr>
            <a:spLocks noGrp="1"/>
          </p:cNvSpPr>
          <p:nvPr>
            <p:ph type="body" sz="quarter" idx="30" hasCustomPrompt="1"/>
          </p:nvPr>
        </p:nvSpPr>
        <p:spPr>
          <a:xfrm>
            <a:off x="9099288" y="1550035"/>
            <a:ext cx="2479675" cy="313350"/>
          </a:xfrm>
        </p:spPr>
        <p:txBody>
          <a:bodyPr wrap="square" tIns="36000" bIns="0" anchor="t" anchorCtr="0">
            <a:spAutoFit/>
          </a:bodyPr>
          <a:lstStyle>
            <a:lvl1pPr marL="0" indent="0">
              <a:lnSpc>
                <a:spcPct val="100000"/>
              </a:lnSpc>
              <a:buNone/>
              <a:defRPr sz="1800" b="0">
                <a:solidFill>
                  <a:schemeClr val="tx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66" name="Text Placeholder 57">
            <a:extLst>
              <a:ext uri="{FF2B5EF4-FFF2-40B4-BE49-F238E27FC236}">
                <a16:creationId xmlns:a16="http://schemas.microsoft.com/office/drawing/2014/main" id="{93F601CD-C12B-4912-A9BA-1EECAE448CE5}"/>
              </a:ext>
            </a:extLst>
          </p:cNvPr>
          <p:cNvSpPr>
            <a:spLocks noGrp="1"/>
          </p:cNvSpPr>
          <p:nvPr>
            <p:ph type="body" sz="quarter" idx="31" hasCustomPrompt="1"/>
          </p:nvPr>
        </p:nvSpPr>
        <p:spPr>
          <a:xfrm>
            <a:off x="5368925" y="5200219"/>
            <a:ext cx="2479675" cy="313350"/>
          </a:xfrm>
          <a:noFill/>
        </p:spPr>
        <p:txBody>
          <a:bodyPr wrap="square" bIns="36000" anchor="b" anchorCtr="0">
            <a:spAutoFit/>
          </a:bodyPr>
          <a:lstStyle>
            <a:lvl1pPr marL="0" indent="0">
              <a:lnSpc>
                <a:spcPct val="100000"/>
              </a:lnSpc>
              <a:buNone/>
              <a:defRPr sz="1800" b="1">
                <a:solidFill>
                  <a:schemeClr val="accent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67" name="Text Placeholder 57">
            <a:extLst>
              <a:ext uri="{FF2B5EF4-FFF2-40B4-BE49-F238E27FC236}">
                <a16:creationId xmlns:a16="http://schemas.microsoft.com/office/drawing/2014/main" id="{20C48A33-763A-47D3-A206-1BBD3A417DD0}"/>
              </a:ext>
            </a:extLst>
          </p:cNvPr>
          <p:cNvSpPr>
            <a:spLocks noGrp="1"/>
          </p:cNvSpPr>
          <p:nvPr>
            <p:ph type="body" sz="quarter" idx="32" hasCustomPrompt="1"/>
          </p:nvPr>
        </p:nvSpPr>
        <p:spPr>
          <a:xfrm>
            <a:off x="5368925" y="5536920"/>
            <a:ext cx="2479675" cy="313350"/>
          </a:xfrm>
        </p:spPr>
        <p:txBody>
          <a:bodyPr wrap="square" tIns="36000" bIns="0" anchor="t" anchorCtr="0">
            <a:spAutoFit/>
          </a:bodyPr>
          <a:lstStyle>
            <a:lvl1pPr marL="0" indent="0">
              <a:lnSpc>
                <a:spcPct val="100000"/>
              </a:lnSpc>
              <a:buNone/>
              <a:defRPr sz="1800" b="0">
                <a:solidFill>
                  <a:schemeClr val="tx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68" name="Text Placeholder 57">
            <a:extLst>
              <a:ext uri="{FF2B5EF4-FFF2-40B4-BE49-F238E27FC236}">
                <a16:creationId xmlns:a16="http://schemas.microsoft.com/office/drawing/2014/main" id="{D875C94D-753C-4332-A792-6237EEC1F049}"/>
              </a:ext>
            </a:extLst>
          </p:cNvPr>
          <p:cNvSpPr>
            <a:spLocks noGrp="1"/>
          </p:cNvSpPr>
          <p:nvPr>
            <p:ph type="body" sz="quarter" idx="33" hasCustomPrompt="1"/>
          </p:nvPr>
        </p:nvSpPr>
        <p:spPr>
          <a:xfrm>
            <a:off x="9099288" y="2542153"/>
            <a:ext cx="2479675" cy="313350"/>
          </a:xfrm>
        </p:spPr>
        <p:txBody>
          <a:bodyPr wrap="square" bIns="36000" anchor="b" anchorCtr="0">
            <a:spAutoFit/>
          </a:bodyPr>
          <a:lstStyle>
            <a:lvl1pPr marL="0" indent="0">
              <a:lnSpc>
                <a:spcPct val="100000"/>
              </a:lnSpc>
              <a:buNone/>
              <a:defRPr sz="1800" b="1">
                <a:solidFill>
                  <a:schemeClr val="accent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69" name="Text Placeholder 57">
            <a:extLst>
              <a:ext uri="{FF2B5EF4-FFF2-40B4-BE49-F238E27FC236}">
                <a16:creationId xmlns:a16="http://schemas.microsoft.com/office/drawing/2014/main" id="{B06D4D8C-8568-423B-AABB-FB8BD683AC2A}"/>
              </a:ext>
            </a:extLst>
          </p:cNvPr>
          <p:cNvSpPr>
            <a:spLocks noGrp="1"/>
          </p:cNvSpPr>
          <p:nvPr>
            <p:ph type="body" sz="quarter" idx="34" hasCustomPrompt="1"/>
          </p:nvPr>
        </p:nvSpPr>
        <p:spPr>
          <a:xfrm>
            <a:off x="9099288" y="2878854"/>
            <a:ext cx="2479675" cy="313350"/>
          </a:xfrm>
        </p:spPr>
        <p:txBody>
          <a:bodyPr wrap="square" tIns="36000" bIns="0" anchor="t" anchorCtr="0">
            <a:spAutoFit/>
          </a:bodyPr>
          <a:lstStyle>
            <a:lvl1pPr marL="0" indent="0">
              <a:lnSpc>
                <a:spcPct val="100000"/>
              </a:lnSpc>
              <a:buNone/>
              <a:defRPr sz="1800" b="0">
                <a:solidFill>
                  <a:schemeClr val="tx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70" name="Text Placeholder 57">
            <a:extLst>
              <a:ext uri="{FF2B5EF4-FFF2-40B4-BE49-F238E27FC236}">
                <a16:creationId xmlns:a16="http://schemas.microsoft.com/office/drawing/2014/main" id="{7D2B1B3D-7A06-472C-AAC7-C6D547DD8009}"/>
              </a:ext>
            </a:extLst>
          </p:cNvPr>
          <p:cNvSpPr>
            <a:spLocks noGrp="1"/>
          </p:cNvSpPr>
          <p:nvPr>
            <p:ph type="body" sz="quarter" idx="35" hasCustomPrompt="1"/>
          </p:nvPr>
        </p:nvSpPr>
        <p:spPr>
          <a:xfrm>
            <a:off x="9099288" y="3871186"/>
            <a:ext cx="2479675" cy="313350"/>
          </a:xfrm>
        </p:spPr>
        <p:txBody>
          <a:bodyPr wrap="square" bIns="36000" anchor="b" anchorCtr="0">
            <a:spAutoFit/>
          </a:bodyPr>
          <a:lstStyle>
            <a:lvl1pPr marL="0" indent="0">
              <a:lnSpc>
                <a:spcPct val="100000"/>
              </a:lnSpc>
              <a:buNone/>
              <a:defRPr sz="1800" b="1">
                <a:solidFill>
                  <a:schemeClr val="accent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71" name="Text Placeholder 57">
            <a:extLst>
              <a:ext uri="{FF2B5EF4-FFF2-40B4-BE49-F238E27FC236}">
                <a16:creationId xmlns:a16="http://schemas.microsoft.com/office/drawing/2014/main" id="{AD040565-F4BF-45F9-8EB6-02C700DE6436}"/>
              </a:ext>
            </a:extLst>
          </p:cNvPr>
          <p:cNvSpPr>
            <a:spLocks noGrp="1"/>
          </p:cNvSpPr>
          <p:nvPr>
            <p:ph type="body" sz="quarter" idx="36" hasCustomPrompt="1"/>
          </p:nvPr>
        </p:nvSpPr>
        <p:spPr>
          <a:xfrm>
            <a:off x="9099288" y="4207887"/>
            <a:ext cx="2479675" cy="313350"/>
          </a:xfrm>
        </p:spPr>
        <p:txBody>
          <a:bodyPr wrap="square" tIns="36000" bIns="0" anchor="t" anchorCtr="0">
            <a:spAutoFit/>
          </a:bodyPr>
          <a:lstStyle>
            <a:lvl1pPr marL="0" indent="0">
              <a:lnSpc>
                <a:spcPct val="100000"/>
              </a:lnSpc>
              <a:buNone/>
              <a:defRPr sz="1800" b="0">
                <a:solidFill>
                  <a:schemeClr val="tx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72" name="Text Placeholder 57">
            <a:extLst>
              <a:ext uri="{FF2B5EF4-FFF2-40B4-BE49-F238E27FC236}">
                <a16:creationId xmlns:a16="http://schemas.microsoft.com/office/drawing/2014/main" id="{DB9F8BAF-B545-4D72-ADD4-886DC007051C}"/>
              </a:ext>
            </a:extLst>
          </p:cNvPr>
          <p:cNvSpPr>
            <a:spLocks noGrp="1"/>
          </p:cNvSpPr>
          <p:nvPr>
            <p:ph type="body" sz="quarter" idx="37" hasCustomPrompt="1"/>
          </p:nvPr>
        </p:nvSpPr>
        <p:spPr>
          <a:xfrm>
            <a:off x="9099288" y="5200219"/>
            <a:ext cx="2479675" cy="313350"/>
          </a:xfrm>
        </p:spPr>
        <p:txBody>
          <a:bodyPr wrap="square" bIns="36000" anchor="b" anchorCtr="0">
            <a:spAutoFit/>
          </a:bodyPr>
          <a:lstStyle>
            <a:lvl1pPr marL="0" indent="0">
              <a:lnSpc>
                <a:spcPct val="100000"/>
              </a:lnSpc>
              <a:buNone/>
              <a:defRPr sz="1800" b="1">
                <a:solidFill>
                  <a:schemeClr val="accent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73" name="Text Placeholder 57">
            <a:extLst>
              <a:ext uri="{FF2B5EF4-FFF2-40B4-BE49-F238E27FC236}">
                <a16:creationId xmlns:a16="http://schemas.microsoft.com/office/drawing/2014/main" id="{B0791138-7275-41D5-B115-CD52C7354E2D}"/>
              </a:ext>
            </a:extLst>
          </p:cNvPr>
          <p:cNvSpPr>
            <a:spLocks noGrp="1"/>
          </p:cNvSpPr>
          <p:nvPr>
            <p:ph type="body" sz="quarter" idx="38" hasCustomPrompt="1"/>
          </p:nvPr>
        </p:nvSpPr>
        <p:spPr>
          <a:xfrm>
            <a:off x="9099288" y="5536920"/>
            <a:ext cx="2479675" cy="313350"/>
          </a:xfrm>
        </p:spPr>
        <p:txBody>
          <a:bodyPr wrap="square" tIns="36000" bIns="0" anchor="t" anchorCtr="0">
            <a:spAutoFit/>
          </a:bodyPr>
          <a:lstStyle>
            <a:lvl1pPr marL="0" indent="0">
              <a:lnSpc>
                <a:spcPct val="100000"/>
              </a:lnSpc>
              <a:buNone/>
              <a:defRPr sz="1800" b="0">
                <a:solidFill>
                  <a:schemeClr val="tx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cxnSp>
        <p:nvCxnSpPr>
          <p:cNvPr id="100" name="Straight Connector 99">
            <a:extLst>
              <a:ext uri="{FF2B5EF4-FFF2-40B4-BE49-F238E27FC236}">
                <a16:creationId xmlns:a16="http://schemas.microsoft.com/office/drawing/2014/main" id="{50DD2977-1B98-C8CC-3C2E-4E4D084E068E}"/>
              </a:ext>
            </a:extLst>
          </p:cNvPr>
          <p:cNvCxnSpPr/>
          <p:nvPr userDrawn="1"/>
        </p:nvCxnSpPr>
        <p:spPr>
          <a:xfrm>
            <a:off x="3962400" y="401638"/>
            <a:ext cx="0" cy="57975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444854380"/>
      </p:ext>
    </p:extLst>
  </p:cSld>
  <p:clrMapOvr>
    <a:masterClrMapping/>
  </p:clrMapOvr>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3 Speakers (Light)">
    <p:spTree>
      <p:nvGrpSpPr>
        <p:cNvPr id="1" name=""/>
        <p:cNvGrpSpPr/>
        <p:nvPr/>
      </p:nvGrpSpPr>
      <p:grpSpPr>
        <a:xfrm>
          <a:off x="0" y="0"/>
          <a:ext cx="0" cy="0"/>
          <a:chOff x="0" y="0"/>
          <a:chExt cx="0" cy="0"/>
        </a:xfrm>
      </p:grpSpPr>
      <p:sp>
        <p:nvSpPr>
          <p:cNvPr id="31" name="Text Placeholder 96">
            <a:extLst>
              <a:ext uri="{FF2B5EF4-FFF2-40B4-BE49-F238E27FC236}">
                <a16:creationId xmlns:a16="http://schemas.microsoft.com/office/drawing/2014/main" id="{36C08F25-EA22-4E4E-83B5-7858728FD103}"/>
              </a:ext>
            </a:extLst>
          </p:cNvPr>
          <p:cNvSpPr>
            <a:spLocks noGrp="1"/>
          </p:cNvSpPr>
          <p:nvPr>
            <p:ph type="body" sz="quarter" idx="111" hasCustomPrompt="1"/>
          </p:nvPr>
        </p:nvSpPr>
        <p:spPr>
          <a:xfrm>
            <a:off x="609600" y="6200775"/>
            <a:ext cx="9753600" cy="657225"/>
          </a:xfrm>
        </p:spPr>
        <p:txBody>
          <a:bodyPr bIns="72000" anchor="b" anchorCtr="0">
            <a:noAutofit/>
          </a:bodyPr>
          <a:lstStyle>
            <a:lvl1pPr>
              <a:lnSpc>
                <a:spcPct val="100000"/>
              </a:lnSpc>
              <a:spcAft>
                <a:spcPts val="300"/>
              </a:spcAft>
              <a:buNone/>
              <a:defRPr sz="800"/>
            </a:lvl1pPr>
          </a:lstStyle>
          <a:p>
            <a:pPr lvl="0"/>
            <a:r>
              <a:rPr lang="en-US" dirty="0"/>
              <a:t>Footnotes</a:t>
            </a:r>
          </a:p>
        </p:txBody>
      </p:sp>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lvl1pPr>
              <a:lnSpc>
                <a:spcPct val="100000"/>
              </a:lnSpc>
              <a:defRPr/>
            </a:lvl1pPr>
          </a:lstStyle>
          <a:p>
            <a:endParaRPr lang="en-GB"/>
          </a:p>
        </p:txBody>
      </p:sp>
      <p:sp>
        <p:nvSpPr>
          <p:cNvPr id="5" name="Picture Placeholder 4">
            <a:extLst>
              <a:ext uri="{FF2B5EF4-FFF2-40B4-BE49-F238E27FC236}">
                <a16:creationId xmlns:a16="http://schemas.microsoft.com/office/drawing/2014/main" id="{1112D1D8-F166-4F88-B507-30219E1A1C60}"/>
              </a:ext>
            </a:extLst>
          </p:cNvPr>
          <p:cNvSpPr>
            <a:spLocks noGrp="1"/>
          </p:cNvSpPr>
          <p:nvPr>
            <p:ph type="pic" sz="quarter" idx="15" hasCustomPrompt="1"/>
          </p:nvPr>
        </p:nvSpPr>
        <p:spPr>
          <a:xfrm>
            <a:off x="4775201" y="2111796"/>
            <a:ext cx="1219198" cy="1219197"/>
          </a:xfrm>
          <a:prstGeom prst="ellipse">
            <a:avLst/>
          </a:prstGeom>
          <a:blipFill>
            <a:blip>
              <a:extLst>
                <a:ext uri="{96DAC541-7B7A-43D3-8B79-37D633B846F1}">
                  <asvg:svgBlip xmlns:asvg="http://schemas.microsoft.com/office/drawing/2016/SVG/main" r:embed="rId3"/>
                </a:ext>
              </a:extLst>
            </a:blip>
            <a:stretch>
              <a:fillRect/>
            </a:stretch>
          </a:blipFill>
        </p:spPr>
        <p:txBody>
          <a:bodyPr>
            <a:noAutofit/>
          </a:bodyPr>
          <a:lstStyle>
            <a:lvl1pPr marL="0" indent="0">
              <a:lnSpc>
                <a:spcPct val="100000"/>
              </a:lnSpc>
              <a:buNone/>
              <a:defRPr/>
            </a:lvl1pPr>
          </a:lstStyle>
          <a:p>
            <a:r>
              <a:rPr lang="en-US"/>
              <a:t> </a:t>
            </a:r>
          </a:p>
        </p:txBody>
      </p:sp>
      <p:sp>
        <p:nvSpPr>
          <p:cNvPr id="2" name="Title 1">
            <a:extLst>
              <a:ext uri="{FF2B5EF4-FFF2-40B4-BE49-F238E27FC236}">
                <a16:creationId xmlns:a16="http://schemas.microsoft.com/office/drawing/2014/main" id="{2D9635B2-3D27-4FA3-B863-05E4C9624AB6}"/>
              </a:ext>
            </a:extLst>
          </p:cNvPr>
          <p:cNvSpPr>
            <a:spLocks noGrp="1"/>
          </p:cNvSpPr>
          <p:nvPr>
            <p:ph type="title" hasCustomPrompt="1"/>
          </p:nvPr>
        </p:nvSpPr>
        <p:spPr>
          <a:xfrm>
            <a:off x="609600" y="2813447"/>
            <a:ext cx="3048000" cy="1231106"/>
          </a:xfrm>
        </p:spPr>
        <p:txBody>
          <a:bodyPr wrap="square" anchor="ctr" anchorCtr="0">
            <a:spAutoFit/>
          </a:bodyPr>
          <a:lstStyle>
            <a:lvl1pPr>
              <a:lnSpc>
                <a:spcPct val="100000"/>
              </a:lnSpc>
              <a:defRPr sz="4000"/>
            </a:lvl1pPr>
          </a:lstStyle>
          <a:p>
            <a:r>
              <a:rPr lang="en-US" dirty="0"/>
              <a:t>Click to enter title here</a:t>
            </a:r>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40" name="Picture Placeholder 4">
            <a:extLst>
              <a:ext uri="{FF2B5EF4-FFF2-40B4-BE49-F238E27FC236}">
                <a16:creationId xmlns:a16="http://schemas.microsoft.com/office/drawing/2014/main" id="{1B1FC8CD-D4CE-4E11-90DE-BDAEAE7935BA}"/>
              </a:ext>
            </a:extLst>
          </p:cNvPr>
          <p:cNvSpPr>
            <a:spLocks noGrp="1"/>
          </p:cNvSpPr>
          <p:nvPr>
            <p:ph type="pic" sz="quarter" idx="18" hasCustomPrompt="1"/>
          </p:nvPr>
        </p:nvSpPr>
        <p:spPr>
          <a:xfrm>
            <a:off x="9855200" y="2111796"/>
            <a:ext cx="1219198" cy="1219197"/>
          </a:xfrm>
          <a:prstGeom prst="ellipse">
            <a:avLst/>
          </a:prstGeom>
          <a:blipFill>
            <a:blip>
              <a:extLst>
                <a:ext uri="{96DAC541-7B7A-43D3-8B79-37D633B846F1}">
                  <asvg:svgBlip xmlns:asvg="http://schemas.microsoft.com/office/drawing/2016/SVG/main" r:embed="rId4"/>
                </a:ext>
              </a:extLst>
            </a:blip>
            <a:stretch>
              <a:fillRect/>
            </a:stretch>
          </a:blipFill>
        </p:spPr>
        <p:txBody>
          <a:bodyPr>
            <a:noAutofit/>
          </a:bodyPr>
          <a:lstStyle>
            <a:lvl1pPr marL="0" indent="0">
              <a:lnSpc>
                <a:spcPct val="100000"/>
              </a:lnSpc>
              <a:buNone/>
              <a:defRPr/>
            </a:lvl1pPr>
          </a:lstStyle>
          <a:p>
            <a:r>
              <a:rPr lang="en-US"/>
              <a:t> </a:t>
            </a:r>
          </a:p>
        </p:txBody>
      </p:sp>
      <p:sp>
        <p:nvSpPr>
          <p:cNvPr id="43" name="Picture Placeholder 4">
            <a:extLst>
              <a:ext uri="{FF2B5EF4-FFF2-40B4-BE49-F238E27FC236}">
                <a16:creationId xmlns:a16="http://schemas.microsoft.com/office/drawing/2014/main" id="{98BEEA61-F657-4A84-A5AD-517F0892DC25}"/>
              </a:ext>
            </a:extLst>
          </p:cNvPr>
          <p:cNvSpPr>
            <a:spLocks noGrp="1"/>
          </p:cNvSpPr>
          <p:nvPr>
            <p:ph type="pic" sz="quarter" idx="21" hasCustomPrompt="1"/>
          </p:nvPr>
        </p:nvSpPr>
        <p:spPr>
          <a:xfrm>
            <a:off x="7315200" y="2111796"/>
            <a:ext cx="1219198" cy="1219197"/>
          </a:xfrm>
          <a:prstGeom prst="ellipse">
            <a:avLst/>
          </a:prstGeom>
          <a:blipFill>
            <a:blip>
              <a:extLst>
                <a:ext uri="{96DAC541-7B7A-43D3-8B79-37D633B846F1}">
                  <asvg:svgBlip xmlns:asvg="http://schemas.microsoft.com/office/drawing/2016/SVG/main" r:embed="rId5"/>
                </a:ext>
              </a:extLst>
            </a:blip>
            <a:stretch>
              <a:fillRect/>
            </a:stretch>
          </a:blipFill>
        </p:spPr>
        <p:txBody>
          <a:bodyPr>
            <a:noAutofit/>
          </a:bodyPr>
          <a:lstStyle>
            <a:lvl1pPr marL="0" indent="0">
              <a:lnSpc>
                <a:spcPct val="100000"/>
              </a:lnSpc>
              <a:buNone/>
              <a:defRPr/>
            </a:lvl1pPr>
          </a:lstStyle>
          <a:p>
            <a:r>
              <a:rPr lang="en-US"/>
              <a:t> </a:t>
            </a:r>
          </a:p>
        </p:txBody>
      </p:sp>
      <p:sp>
        <p:nvSpPr>
          <p:cNvPr id="60" name="Text Placeholder 57">
            <a:extLst>
              <a:ext uri="{FF2B5EF4-FFF2-40B4-BE49-F238E27FC236}">
                <a16:creationId xmlns:a16="http://schemas.microsoft.com/office/drawing/2014/main" id="{A0245B7A-36B7-48DD-8BF2-091A694BA5DC}"/>
              </a:ext>
            </a:extLst>
          </p:cNvPr>
          <p:cNvSpPr>
            <a:spLocks noGrp="1"/>
          </p:cNvSpPr>
          <p:nvPr>
            <p:ph type="body" sz="quarter" idx="25" hasCustomPrompt="1"/>
          </p:nvPr>
        </p:nvSpPr>
        <p:spPr>
          <a:xfrm>
            <a:off x="9347199" y="3541524"/>
            <a:ext cx="2235200" cy="359517"/>
          </a:xfrm>
        </p:spPr>
        <p:txBody>
          <a:bodyPr bIns="36000" anchor="b" anchorCtr="0">
            <a:noAutofit/>
          </a:bodyPr>
          <a:lstStyle>
            <a:lvl1pPr marL="0" indent="0">
              <a:lnSpc>
                <a:spcPct val="100000"/>
              </a:lnSpc>
              <a:buNone/>
              <a:defRPr sz="1800" b="1">
                <a:solidFill>
                  <a:schemeClr val="accent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dirty="0"/>
              <a:t>Click to add name</a:t>
            </a:r>
          </a:p>
        </p:txBody>
      </p:sp>
      <p:sp>
        <p:nvSpPr>
          <p:cNvPr id="61" name="Text Placeholder 57">
            <a:extLst>
              <a:ext uri="{FF2B5EF4-FFF2-40B4-BE49-F238E27FC236}">
                <a16:creationId xmlns:a16="http://schemas.microsoft.com/office/drawing/2014/main" id="{B12401EB-21B8-49A0-87B6-9030A3923DC9}"/>
              </a:ext>
            </a:extLst>
          </p:cNvPr>
          <p:cNvSpPr>
            <a:spLocks noGrp="1"/>
          </p:cNvSpPr>
          <p:nvPr>
            <p:ph type="body" sz="quarter" idx="26" hasCustomPrompt="1"/>
          </p:nvPr>
        </p:nvSpPr>
        <p:spPr>
          <a:xfrm>
            <a:off x="9347199" y="3924392"/>
            <a:ext cx="2235200" cy="313350"/>
          </a:xfrm>
        </p:spPr>
        <p:txBody>
          <a:bodyPr tIns="36000" bIns="0" anchor="t" anchorCtr="0">
            <a:noAutofit/>
          </a:bodyPr>
          <a:lstStyle>
            <a:lvl1pPr marL="0" indent="0">
              <a:lnSpc>
                <a:spcPct val="100000"/>
              </a:lnSpc>
              <a:buNone/>
              <a:defRPr sz="1800" b="0">
                <a:solidFill>
                  <a:schemeClr val="tx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dirty="0"/>
              <a:t>Click to add job title</a:t>
            </a:r>
          </a:p>
        </p:txBody>
      </p:sp>
      <p:sp>
        <p:nvSpPr>
          <p:cNvPr id="62" name="Text Placeholder 57">
            <a:extLst>
              <a:ext uri="{FF2B5EF4-FFF2-40B4-BE49-F238E27FC236}">
                <a16:creationId xmlns:a16="http://schemas.microsoft.com/office/drawing/2014/main" id="{B1E36713-F111-4648-B34F-AAFF8DEC1670}"/>
              </a:ext>
            </a:extLst>
          </p:cNvPr>
          <p:cNvSpPr>
            <a:spLocks noGrp="1"/>
          </p:cNvSpPr>
          <p:nvPr>
            <p:ph type="body" sz="quarter" idx="27" hasCustomPrompt="1"/>
          </p:nvPr>
        </p:nvSpPr>
        <p:spPr>
          <a:xfrm>
            <a:off x="4267200" y="3541524"/>
            <a:ext cx="2235200" cy="359517"/>
          </a:xfrm>
        </p:spPr>
        <p:txBody>
          <a:bodyPr wrap="square" bIns="36000" anchor="b" anchorCtr="0">
            <a:noAutofit/>
          </a:bodyPr>
          <a:lstStyle>
            <a:lvl1pPr marL="0" indent="0">
              <a:lnSpc>
                <a:spcPct val="100000"/>
              </a:lnSpc>
              <a:buNone/>
              <a:defRPr sz="1800" b="1">
                <a:solidFill>
                  <a:schemeClr val="accent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dirty="0"/>
              <a:t>Click to add name</a:t>
            </a:r>
          </a:p>
        </p:txBody>
      </p:sp>
      <p:sp>
        <p:nvSpPr>
          <p:cNvPr id="63" name="Text Placeholder 57">
            <a:extLst>
              <a:ext uri="{FF2B5EF4-FFF2-40B4-BE49-F238E27FC236}">
                <a16:creationId xmlns:a16="http://schemas.microsoft.com/office/drawing/2014/main" id="{C7941355-3F61-4691-8CBE-A8EE5B41B831}"/>
              </a:ext>
            </a:extLst>
          </p:cNvPr>
          <p:cNvSpPr>
            <a:spLocks noGrp="1"/>
          </p:cNvSpPr>
          <p:nvPr>
            <p:ph type="body" sz="quarter" idx="28" hasCustomPrompt="1"/>
          </p:nvPr>
        </p:nvSpPr>
        <p:spPr>
          <a:xfrm>
            <a:off x="4267200" y="3924392"/>
            <a:ext cx="2235200" cy="313350"/>
          </a:xfrm>
        </p:spPr>
        <p:txBody>
          <a:bodyPr wrap="square" tIns="36000" bIns="0" anchor="t" anchorCtr="0">
            <a:spAutoFit/>
          </a:bodyPr>
          <a:lstStyle>
            <a:lvl1pPr marL="0" indent="0">
              <a:lnSpc>
                <a:spcPct val="100000"/>
              </a:lnSpc>
              <a:buNone/>
              <a:defRPr sz="1800" b="0">
                <a:solidFill>
                  <a:schemeClr val="tx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dirty="0"/>
              <a:t>Click to add job title</a:t>
            </a:r>
          </a:p>
        </p:txBody>
      </p:sp>
      <p:sp>
        <p:nvSpPr>
          <p:cNvPr id="64" name="Text Placeholder 57">
            <a:extLst>
              <a:ext uri="{FF2B5EF4-FFF2-40B4-BE49-F238E27FC236}">
                <a16:creationId xmlns:a16="http://schemas.microsoft.com/office/drawing/2014/main" id="{D4C3AF58-54F1-4682-B4D9-555CBA584B33}"/>
              </a:ext>
            </a:extLst>
          </p:cNvPr>
          <p:cNvSpPr>
            <a:spLocks noGrp="1"/>
          </p:cNvSpPr>
          <p:nvPr>
            <p:ph type="body" sz="quarter" idx="29" hasCustomPrompt="1"/>
          </p:nvPr>
        </p:nvSpPr>
        <p:spPr>
          <a:xfrm>
            <a:off x="6807199" y="3541524"/>
            <a:ext cx="2235200" cy="359517"/>
          </a:xfrm>
        </p:spPr>
        <p:txBody>
          <a:bodyPr bIns="36000" anchor="b" anchorCtr="0">
            <a:noAutofit/>
          </a:bodyPr>
          <a:lstStyle>
            <a:lvl1pPr marL="0" indent="0">
              <a:lnSpc>
                <a:spcPct val="100000"/>
              </a:lnSpc>
              <a:buNone/>
              <a:defRPr sz="1800" b="1">
                <a:solidFill>
                  <a:schemeClr val="accent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dirty="0"/>
              <a:t>Click to add name</a:t>
            </a:r>
          </a:p>
        </p:txBody>
      </p:sp>
      <p:sp>
        <p:nvSpPr>
          <p:cNvPr id="65" name="Text Placeholder 57">
            <a:extLst>
              <a:ext uri="{FF2B5EF4-FFF2-40B4-BE49-F238E27FC236}">
                <a16:creationId xmlns:a16="http://schemas.microsoft.com/office/drawing/2014/main" id="{A102C3EE-ADA7-4748-833E-59DB5769D8D2}"/>
              </a:ext>
            </a:extLst>
          </p:cNvPr>
          <p:cNvSpPr>
            <a:spLocks noGrp="1"/>
          </p:cNvSpPr>
          <p:nvPr>
            <p:ph type="body" sz="quarter" idx="30" hasCustomPrompt="1"/>
          </p:nvPr>
        </p:nvSpPr>
        <p:spPr>
          <a:xfrm>
            <a:off x="6807199" y="3924392"/>
            <a:ext cx="2235200" cy="313350"/>
          </a:xfrm>
        </p:spPr>
        <p:txBody>
          <a:bodyPr tIns="36000" bIns="0" anchor="t" anchorCtr="0">
            <a:noAutofit/>
          </a:bodyPr>
          <a:lstStyle>
            <a:lvl1pPr marL="0" indent="0">
              <a:lnSpc>
                <a:spcPct val="100000"/>
              </a:lnSpc>
              <a:buNone/>
              <a:defRPr sz="1800" b="0">
                <a:solidFill>
                  <a:schemeClr val="tx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dirty="0"/>
              <a:t>Click to add job title</a:t>
            </a:r>
          </a:p>
        </p:txBody>
      </p:sp>
      <p:cxnSp>
        <p:nvCxnSpPr>
          <p:cNvPr id="15" name="Straight Connector 14">
            <a:extLst>
              <a:ext uri="{FF2B5EF4-FFF2-40B4-BE49-F238E27FC236}">
                <a16:creationId xmlns:a16="http://schemas.microsoft.com/office/drawing/2014/main" id="{B5C44839-40A6-908A-30D5-FAFFDE645937}"/>
              </a:ext>
            </a:extLst>
          </p:cNvPr>
          <p:cNvCxnSpPr/>
          <p:nvPr userDrawn="1"/>
        </p:nvCxnSpPr>
        <p:spPr>
          <a:xfrm>
            <a:off x="3962400" y="401638"/>
            <a:ext cx="0" cy="57975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057201993"/>
      </p:ext>
    </p:extLst>
  </p:cSld>
  <p:clrMapOvr>
    <a:masterClrMapping/>
  </p:clrMapOvr>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0 Speakers (Dark)">
    <p:bg>
      <p:bgPr>
        <a:solidFill>
          <a:schemeClr val="accent1"/>
        </a:solidFill>
        <a:effectLst/>
      </p:bgPr>
    </p:bg>
    <p:spTree>
      <p:nvGrpSpPr>
        <p:cNvPr id="1" name=""/>
        <p:cNvGrpSpPr/>
        <p:nvPr/>
      </p:nvGrpSpPr>
      <p:grpSpPr>
        <a:xfrm>
          <a:off x="0" y="0"/>
          <a:ext cx="0" cy="0"/>
          <a:chOff x="0" y="0"/>
          <a:chExt cx="0" cy="0"/>
        </a:xfrm>
      </p:grpSpPr>
      <p:sp>
        <p:nvSpPr>
          <p:cNvPr id="31" name="Text Placeholder 96">
            <a:extLst>
              <a:ext uri="{FF2B5EF4-FFF2-40B4-BE49-F238E27FC236}">
                <a16:creationId xmlns:a16="http://schemas.microsoft.com/office/drawing/2014/main" id="{B480DF74-92FB-4ECD-B23E-4C539F84744E}"/>
              </a:ext>
            </a:extLst>
          </p:cNvPr>
          <p:cNvSpPr>
            <a:spLocks noGrp="1"/>
          </p:cNvSpPr>
          <p:nvPr>
            <p:ph type="body" sz="quarter" idx="111" hasCustomPrompt="1"/>
          </p:nvPr>
        </p:nvSpPr>
        <p:spPr>
          <a:xfrm>
            <a:off x="609600" y="6200775"/>
            <a:ext cx="9753599" cy="657225"/>
          </a:xfrm>
        </p:spPr>
        <p:txBody>
          <a:bodyPr bIns="72000" anchor="b" anchorCtr="0">
            <a:noAutofit/>
          </a:bodyPr>
          <a:lstStyle>
            <a:lvl1pPr>
              <a:lnSpc>
                <a:spcPct val="100000"/>
              </a:lnSpc>
              <a:spcAft>
                <a:spcPts val="300"/>
              </a:spcAft>
              <a:buNone/>
              <a:defRPr sz="800">
                <a:solidFill>
                  <a:schemeClr val="bg1"/>
                </a:solidFill>
              </a:defRPr>
            </a:lvl1pPr>
          </a:lstStyle>
          <a:p>
            <a:pPr lvl="0"/>
            <a:r>
              <a:rPr lang="en-US" dirty="0"/>
              <a:t>Footnotes</a:t>
            </a:r>
          </a:p>
        </p:txBody>
      </p:sp>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lvl1pPr>
              <a:lnSpc>
                <a:spcPct val="100000"/>
              </a:lnSpc>
              <a:defRPr>
                <a:solidFill>
                  <a:schemeClr val="bg1"/>
                </a:solidFill>
              </a:defRPr>
            </a:lvl1pPr>
          </a:lstStyle>
          <a:p>
            <a:endParaRPr lang="en-GB"/>
          </a:p>
        </p:txBody>
      </p:sp>
      <p:sp>
        <p:nvSpPr>
          <p:cNvPr id="58" name="Text Placeholder 57">
            <a:extLst>
              <a:ext uri="{FF2B5EF4-FFF2-40B4-BE49-F238E27FC236}">
                <a16:creationId xmlns:a16="http://schemas.microsoft.com/office/drawing/2014/main" id="{EE263FC4-B3BF-4198-B246-A58FF8C1DAD1}"/>
              </a:ext>
            </a:extLst>
          </p:cNvPr>
          <p:cNvSpPr>
            <a:spLocks noGrp="1"/>
          </p:cNvSpPr>
          <p:nvPr>
            <p:ph type="body" sz="quarter" idx="23" hasCustomPrompt="1"/>
          </p:nvPr>
        </p:nvSpPr>
        <p:spPr>
          <a:xfrm>
            <a:off x="5368925" y="3871258"/>
            <a:ext cx="2479675" cy="313350"/>
          </a:xfrm>
        </p:spPr>
        <p:txBody>
          <a:bodyPr bIns="36000" anchor="b" anchorCtr="0">
            <a:noAutofit/>
          </a:bodyPr>
          <a:lstStyle>
            <a:lvl1pPr marL="0" indent="0">
              <a:lnSpc>
                <a:spcPct val="100000"/>
              </a:lnSpc>
              <a:buNone/>
              <a:defRPr sz="1800" b="1">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dirty="0"/>
              <a:t>Click to add name</a:t>
            </a:r>
          </a:p>
        </p:txBody>
      </p:sp>
      <p:sp>
        <p:nvSpPr>
          <p:cNvPr id="5" name="Picture Placeholder 4">
            <a:extLst>
              <a:ext uri="{FF2B5EF4-FFF2-40B4-BE49-F238E27FC236}">
                <a16:creationId xmlns:a16="http://schemas.microsoft.com/office/drawing/2014/main" id="{1112D1D8-F166-4F88-B507-30219E1A1C60}"/>
              </a:ext>
            </a:extLst>
          </p:cNvPr>
          <p:cNvSpPr>
            <a:spLocks noGrp="1"/>
          </p:cNvSpPr>
          <p:nvPr>
            <p:ph type="pic" sz="quarter" idx="15" hasCustomPrompt="1"/>
          </p:nvPr>
        </p:nvSpPr>
        <p:spPr>
          <a:xfrm>
            <a:off x="4259755" y="1054177"/>
            <a:ext cx="928195" cy="928194"/>
          </a:xfrm>
          <a:prstGeom prst="ellipse">
            <a:avLst/>
          </a:prstGeom>
          <a:blipFill>
            <a:blip>
              <a:extLst>
                <a:ext uri="{96DAC541-7B7A-43D3-8B79-37D633B846F1}">
                  <asvg:svgBlip xmlns:asvg="http://schemas.microsoft.com/office/drawing/2016/SVG/main" r:embed="rId3"/>
                </a:ext>
              </a:extLst>
            </a:blip>
            <a:stretch>
              <a:fillRect/>
            </a:stretch>
          </a:blipFill>
        </p:spPr>
        <p:txBody>
          <a:bodyPr>
            <a:noAutofit/>
          </a:bodyPr>
          <a:lstStyle>
            <a:lvl1pPr marL="0" indent="0">
              <a:lnSpc>
                <a:spcPct val="100000"/>
              </a:lnSpc>
              <a:buNone/>
              <a:defRPr/>
            </a:lvl1pPr>
          </a:lstStyle>
          <a:p>
            <a:r>
              <a:rPr lang="en-US"/>
              <a:t> </a:t>
            </a:r>
          </a:p>
        </p:txBody>
      </p:sp>
      <p:sp>
        <p:nvSpPr>
          <p:cNvPr id="2" name="Title 1">
            <a:extLst>
              <a:ext uri="{FF2B5EF4-FFF2-40B4-BE49-F238E27FC236}">
                <a16:creationId xmlns:a16="http://schemas.microsoft.com/office/drawing/2014/main" id="{2D9635B2-3D27-4FA3-B863-05E4C9624AB6}"/>
              </a:ext>
            </a:extLst>
          </p:cNvPr>
          <p:cNvSpPr>
            <a:spLocks noGrp="1"/>
          </p:cNvSpPr>
          <p:nvPr>
            <p:ph type="title" hasCustomPrompt="1"/>
          </p:nvPr>
        </p:nvSpPr>
        <p:spPr>
          <a:xfrm>
            <a:off x="609600" y="2813447"/>
            <a:ext cx="3048000" cy="1231106"/>
          </a:xfrm>
        </p:spPr>
        <p:txBody>
          <a:bodyPr wrap="square" anchor="ctr" anchorCtr="0">
            <a:spAutoFit/>
          </a:bodyPr>
          <a:lstStyle>
            <a:lvl1pPr>
              <a:lnSpc>
                <a:spcPct val="100000"/>
              </a:lnSpc>
              <a:defRPr sz="4000">
                <a:solidFill>
                  <a:schemeClr val="bg1"/>
                </a:solidFill>
              </a:defRPr>
            </a:lvl1pPr>
          </a:lstStyle>
          <a:p>
            <a:r>
              <a:rPr lang="en-US" dirty="0"/>
              <a:t>Click to enter title here</a:t>
            </a:r>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lvl1pPr>
              <a:lnSpc>
                <a:spcPct val="100000"/>
              </a:lnSpc>
              <a:defRPr>
                <a:solidFill>
                  <a:schemeClr val="bg1"/>
                </a:solidFill>
              </a:defRPr>
            </a:lvl1pPr>
          </a:lstStyle>
          <a:p>
            <a:fld id="{F8E47D07-9D1E-4FE9-B31A-2F5863681021}" type="slidenum">
              <a:rPr lang="en-GB" smtClean="0"/>
              <a:pPr/>
              <a:t>‹#›</a:t>
            </a:fld>
            <a:endParaRPr lang="en-GB"/>
          </a:p>
        </p:txBody>
      </p:sp>
      <p:sp>
        <p:nvSpPr>
          <p:cNvPr id="38" name="Picture Placeholder 4">
            <a:extLst>
              <a:ext uri="{FF2B5EF4-FFF2-40B4-BE49-F238E27FC236}">
                <a16:creationId xmlns:a16="http://schemas.microsoft.com/office/drawing/2014/main" id="{235135AB-5B49-4A2B-A09B-EFF95FECF8DE}"/>
              </a:ext>
            </a:extLst>
          </p:cNvPr>
          <p:cNvSpPr>
            <a:spLocks noGrp="1"/>
          </p:cNvSpPr>
          <p:nvPr>
            <p:ph type="pic" sz="quarter" idx="16" hasCustomPrompt="1"/>
          </p:nvPr>
        </p:nvSpPr>
        <p:spPr>
          <a:xfrm>
            <a:off x="8004573" y="1054177"/>
            <a:ext cx="928195" cy="928194"/>
          </a:xfrm>
          <a:prstGeom prst="ellipse">
            <a:avLst/>
          </a:prstGeom>
          <a:blipFill>
            <a:blip>
              <a:extLst>
                <a:ext uri="{96DAC541-7B7A-43D3-8B79-37D633B846F1}">
                  <asvg:svgBlip xmlns:asvg="http://schemas.microsoft.com/office/drawing/2016/SVG/main" r:embed="rId3"/>
                </a:ext>
              </a:extLst>
            </a:blip>
            <a:stretch>
              <a:fillRect/>
            </a:stretch>
          </a:blipFill>
        </p:spPr>
        <p:txBody>
          <a:bodyPr>
            <a:noAutofit/>
          </a:bodyPr>
          <a:lstStyle>
            <a:lvl1pPr marL="0" indent="0">
              <a:lnSpc>
                <a:spcPct val="100000"/>
              </a:lnSpc>
              <a:buNone/>
              <a:defRPr/>
            </a:lvl1pPr>
          </a:lstStyle>
          <a:p>
            <a:r>
              <a:rPr lang="en-US"/>
              <a:t> </a:t>
            </a:r>
          </a:p>
        </p:txBody>
      </p:sp>
      <p:sp>
        <p:nvSpPr>
          <p:cNvPr id="39" name="Picture Placeholder 4">
            <a:extLst>
              <a:ext uri="{FF2B5EF4-FFF2-40B4-BE49-F238E27FC236}">
                <a16:creationId xmlns:a16="http://schemas.microsoft.com/office/drawing/2014/main" id="{4FF349B1-3542-4E59-B8B3-3852BB36BFD3}"/>
              </a:ext>
            </a:extLst>
          </p:cNvPr>
          <p:cNvSpPr>
            <a:spLocks noGrp="1"/>
          </p:cNvSpPr>
          <p:nvPr>
            <p:ph type="pic" sz="quarter" idx="17" hasCustomPrompt="1"/>
          </p:nvPr>
        </p:nvSpPr>
        <p:spPr>
          <a:xfrm>
            <a:off x="8004573" y="2383210"/>
            <a:ext cx="928195" cy="928194"/>
          </a:xfrm>
          <a:prstGeom prst="ellipse">
            <a:avLst/>
          </a:prstGeom>
          <a:blipFill>
            <a:blip>
              <a:extLst>
                <a:ext uri="{96DAC541-7B7A-43D3-8B79-37D633B846F1}">
                  <asvg:svgBlip xmlns:asvg="http://schemas.microsoft.com/office/drawing/2016/SVG/main" r:embed="rId4"/>
                </a:ext>
              </a:extLst>
            </a:blip>
            <a:stretch>
              <a:fillRect/>
            </a:stretch>
          </a:blipFill>
        </p:spPr>
        <p:txBody>
          <a:bodyPr>
            <a:noAutofit/>
          </a:bodyPr>
          <a:lstStyle>
            <a:lvl1pPr marL="0" indent="0">
              <a:lnSpc>
                <a:spcPct val="100000"/>
              </a:lnSpc>
              <a:buNone/>
              <a:defRPr/>
            </a:lvl1pPr>
          </a:lstStyle>
          <a:p>
            <a:r>
              <a:rPr lang="en-US"/>
              <a:t> </a:t>
            </a:r>
          </a:p>
        </p:txBody>
      </p:sp>
      <p:sp>
        <p:nvSpPr>
          <p:cNvPr id="40" name="Picture Placeholder 4">
            <a:extLst>
              <a:ext uri="{FF2B5EF4-FFF2-40B4-BE49-F238E27FC236}">
                <a16:creationId xmlns:a16="http://schemas.microsoft.com/office/drawing/2014/main" id="{1B1FC8CD-D4CE-4E11-90DE-BDAEAE7935BA}"/>
              </a:ext>
            </a:extLst>
          </p:cNvPr>
          <p:cNvSpPr>
            <a:spLocks noGrp="1"/>
          </p:cNvSpPr>
          <p:nvPr>
            <p:ph type="pic" sz="quarter" idx="18" hasCustomPrompt="1"/>
          </p:nvPr>
        </p:nvSpPr>
        <p:spPr>
          <a:xfrm>
            <a:off x="4259755" y="3712243"/>
            <a:ext cx="928195" cy="928194"/>
          </a:xfrm>
          <a:prstGeom prst="ellipse">
            <a:avLst/>
          </a:prstGeom>
          <a:blipFill>
            <a:blip>
              <a:extLst>
                <a:ext uri="{96DAC541-7B7A-43D3-8B79-37D633B846F1}">
                  <asvg:svgBlip xmlns:asvg="http://schemas.microsoft.com/office/drawing/2016/SVG/main" r:embed="rId5"/>
                </a:ext>
              </a:extLst>
            </a:blip>
            <a:stretch>
              <a:fillRect/>
            </a:stretch>
          </a:blipFill>
        </p:spPr>
        <p:txBody>
          <a:bodyPr>
            <a:noAutofit/>
          </a:bodyPr>
          <a:lstStyle>
            <a:lvl1pPr marL="0" indent="0">
              <a:lnSpc>
                <a:spcPct val="100000"/>
              </a:lnSpc>
              <a:buNone/>
              <a:defRPr/>
            </a:lvl1pPr>
          </a:lstStyle>
          <a:p>
            <a:r>
              <a:rPr lang="en-US"/>
              <a:t> </a:t>
            </a:r>
          </a:p>
        </p:txBody>
      </p:sp>
      <p:sp>
        <p:nvSpPr>
          <p:cNvPr id="41" name="Picture Placeholder 4">
            <a:extLst>
              <a:ext uri="{FF2B5EF4-FFF2-40B4-BE49-F238E27FC236}">
                <a16:creationId xmlns:a16="http://schemas.microsoft.com/office/drawing/2014/main" id="{B9366CB7-32DA-4E9E-99FC-DE95447593E4}"/>
              </a:ext>
            </a:extLst>
          </p:cNvPr>
          <p:cNvSpPr>
            <a:spLocks noGrp="1"/>
          </p:cNvSpPr>
          <p:nvPr>
            <p:ph type="pic" sz="quarter" idx="19" hasCustomPrompt="1"/>
          </p:nvPr>
        </p:nvSpPr>
        <p:spPr>
          <a:xfrm>
            <a:off x="8004573" y="5041276"/>
            <a:ext cx="928195" cy="928194"/>
          </a:xfrm>
          <a:prstGeom prst="ellipse">
            <a:avLst/>
          </a:prstGeom>
          <a:blipFill>
            <a:blip>
              <a:extLst>
                <a:ext uri="{96DAC541-7B7A-43D3-8B79-37D633B846F1}">
                  <asvg:svgBlip xmlns:asvg="http://schemas.microsoft.com/office/drawing/2016/SVG/main" r:embed="rId6"/>
                </a:ext>
              </a:extLst>
            </a:blip>
            <a:stretch>
              <a:fillRect/>
            </a:stretch>
          </a:blipFill>
        </p:spPr>
        <p:txBody>
          <a:bodyPr>
            <a:noAutofit/>
          </a:bodyPr>
          <a:lstStyle>
            <a:lvl1pPr marL="0" indent="0">
              <a:lnSpc>
                <a:spcPct val="100000"/>
              </a:lnSpc>
              <a:buNone/>
              <a:defRPr/>
            </a:lvl1pPr>
          </a:lstStyle>
          <a:p>
            <a:r>
              <a:rPr lang="en-US"/>
              <a:t> </a:t>
            </a:r>
          </a:p>
        </p:txBody>
      </p:sp>
      <p:sp>
        <p:nvSpPr>
          <p:cNvPr id="42" name="Picture Placeholder 4">
            <a:extLst>
              <a:ext uri="{FF2B5EF4-FFF2-40B4-BE49-F238E27FC236}">
                <a16:creationId xmlns:a16="http://schemas.microsoft.com/office/drawing/2014/main" id="{72F775E8-A22B-4C7B-A7AF-7A6E5B4B25A6}"/>
              </a:ext>
            </a:extLst>
          </p:cNvPr>
          <p:cNvSpPr>
            <a:spLocks noGrp="1"/>
          </p:cNvSpPr>
          <p:nvPr>
            <p:ph type="pic" sz="quarter" idx="20" hasCustomPrompt="1"/>
          </p:nvPr>
        </p:nvSpPr>
        <p:spPr>
          <a:xfrm>
            <a:off x="8004573" y="3712243"/>
            <a:ext cx="928195" cy="928194"/>
          </a:xfrm>
          <a:prstGeom prst="ellipse">
            <a:avLst/>
          </a:prstGeom>
          <a:blipFill>
            <a:blip>
              <a:extLst>
                <a:ext uri="{96DAC541-7B7A-43D3-8B79-37D633B846F1}">
                  <asvg:svgBlip xmlns:asvg="http://schemas.microsoft.com/office/drawing/2016/SVG/main" r:embed="rId5"/>
                </a:ext>
              </a:extLst>
            </a:blip>
            <a:stretch>
              <a:fillRect/>
            </a:stretch>
          </a:blipFill>
        </p:spPr>
        <p:txBody>
          <a:bodyPr>
            <a:noAutofit/>
          </a:bodyPr>
          <a:lstStyle>
            <a:lvl1pPr marL="0" indent="0">
              <a:lnSpc>
                <a:spcPct val="100000"/>
              </a:lnSpc>
              <a:buNone/>
              <a:defRPr/>
            </a:lvl1pPr>
          </a:lstStyle>
          <a:p>
            <a:r>
              <a:rPr lang="en-US"/>
              <a:t> </a:t>
            </a:r>
          </a:p>
        </p:txBody>
      </p:sp>
      <p:sp>
        <p:nvSpPr>
          <p:cNvPr id="43" name="Picture Placeholder 4">
            <a:extLst>
              <a:ext uri="{FF2B5EF4-FFF2-40B4-BE49-F238E27FC236}">
                <a16:creationId xmlns:a16="http://schemas.microsoft.com/office/drawing/2014/main" id="{98BEEA61-F657-4A84-A5AD-517F0892DC25}"/>
              </a:ext>
            </a:extLst>
          </p:cNvPr>
          <p:cNvSpPr>
            <a:spLocks noGrp="1"/>
          </p:cNvSpPr>
          <p:nvPr>
            <p:ph type="pic" sz="quarter" idx="21" hasCustomPrompt="1"/>
          </p:nvPr>
        </p:nvSpPr>
        <p:spPr>
          <a:xfrm>
            <a:off x="4259755" y="2383210"/>
            <a:ext cx="928195" cy="928194"/>
          </a:xfrm>
          <a:prstGeom prst="ellipse">
            <a:avLst/>
          </a:prstGeom>
          <a:blipFill>
            <a:blip>
              <a:extLst>
                <a:ext uri="{96DAC541-7B7A-43D3-8B79-37D633B846F1}">
                  <asvg:svgBlip xmlns:asvg="http://schemas.microsoft.com/office/drawing/2016/SVG/main" r:embed="rId4"/>
                </a:ext>
              </a:extLst>
            </a:blip>
            <a:stretch>
              <a:fillRect/>
            </a:stretch>
          </a:blipFill>
        </p:spPr>
        <p:txBody>
          <a:bodyPr>
            <a:noAutofit/>
          </a:bodyPr>
          <a:lstStyle>
            <a:lvl1pPr marL="0" indent="0">
              <a:lnSpc>
                <a:spcPct val="100000"/>
              </a:lnSpc>
              <a:buNone/>
              <a:defRPr/>
            </a:lvl1pPr>
          </a:lstStyle>
          <a:p>
            <a:r>
              <a:rPr lang="en-US"/>
              <a:t> </a:t>
            </a:r>
          </a:p>
        </p:txBody>
      </p:sp>
      <p:sp>
        <p:nvSpPr>
          <p:cNvPr id="44" name="Picture Placeholder 4">
            <a:extLst>
              <a:ext uri="{FF2B5EF4-FFF2-40B4-BE49-F238E27FC236}">
                <a16:creationId xmlns:a16="http://schemas.microsoft.com/office/drawing/2014/main" id="{10BDC96E-E4BB-46C7-8B26-69C0CC4A1DAC}"/>
              </a:ext>
            </a:extLst>
          </p:cNvPr>
          <p:cNvSpPr>
            <a:spLocks noGrp="1"/>
          </p:cNvSpPr>
          <p:nvPr>
            <p:ph type="pic" sz="quarter" idx="22" hasCustomPrompt="1"/>
          </p:nvPr>
        </p:nvSpPr>
        <p:spPr>
          <a:xfrm>
            <a:off x="4259755" y="5041276"/>
            <a:ext cx="928195" cy="928194"/>
          </a:xfrm>
          <a:prstGeom prst="ellipse">
            <a:avLst/>
          </a:prstGeom>
          <a:blipFill>
            <a:blip>
              <a:extLst>
                <a:ext uri="{96DAC541-7B7A-43D3-8B79-37D633B846F1}">
                  <asvg:svgBlip xmlns:asvg="http://schemas.microsoft.com/office/drawing/2016/SVG/main" r:embed="rId6"/>
                </a:ext>
              </a:extLst>
            </a:blip>
            <a:stretch>
              <a:fillRect/>
            </a:stretch>
          </a:blipFill>
        </p:spPr>
        <p:txBody>
          <a:bodyPr>
            <a:noAutofit/>
          </a:bodyPr>
          <a:lstStyle>
            <a:lvl1pPr marL="0" indent="0">
              <a:lnSpc>
                <a:spcPct val="100000"/>
              </a:lnSpc>
              <a:buNone/>
              <a:defRPr/>
            </a:lvl1pPr>
          </a:lstStyle>
          <a:p>
            <a:r>
              <a:rPr lang="en-US"/>
              <a:t> </a:t>
            </a:r>
          </a:p>
        </p:txBody>
      </p:sp>
      <p:sp>
        <p:nvSpPr>
          <p:cNvPr id="59" name="Text Placeholder 57">
            <a:extLst>
              <a:ext uri="{FF2B5EF4-FFF2-40B4-BE49-F238E27FC236}">
                <a16:creationId xmlns:a16="http://schemas.microsoft.com/office/drawing/2014/main" id="{7C4BEF10-7F26-49CE-9D86-B24AFAE8B982}"/>
              </a:ext>
            </a:extLst>
          </p:cNvPr>
          <p:cNvSpPr>
            <a:spLocks noGrp="1"/>
          </p:cNvSpPr>
          <p:nvPr>
            <p:ph type="body" sz="quarter" idx="24" hasCustomPrompt="1"/>
          </p:nvPr>
        </p:nvSpPr>
        <p:spPr>
          <a:xfrm>
            <a:off x="5368925" y="4207959"/>
            <a:ext cx="2479675" cy="313350"/>
          </a:xfrm>
        </p:spPr>
        <p:txBody>
          <a:bodyPr tIns="36000" bIns="0" anchor="t" anchorCtr="0">
            <a:noAutofit/>
          </a:bodyPr>
          <a:lstStyle>
            <a:lvl1pPr marL="0" indent="0">
              <a:lnSpc>
                <a:spcPct val="100000"/>
              </a:lnSpc>
              <a:buNone/>
              <a:defRPr sz="1800" b="0">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dirty="0"/>
              <a:t>Click to add job title</a:t>
            </a:r>
          </a:p>
        </p:txBody>
      </p:sp>
      <p:sp>
        <p:nvSpPr>
          <p:cNvPr id="60" name="Text Placeholder 57">
            <a:extLst>
              <a:ext uri="{FF2B5EF4-FFF2-40B4-BE49-F238E27FC236}">
                <a16:creationId xmlns:a16="http://schemas.microsoft.com/office/drawing/2014/main" id="{A0245B7A-36B7-48DD-8BF2-091A694BA5DC}"/>
              </a:ext>
            </a:extLst>
          </p:cNvPr>
          <p:cNvSpPr>
            <a:spLocks noGrp="1"/>
          </p:cNvSpPr>
          <p:nvPr>
            <p:ph type="body" sz="quarter" idx="25" hasCustomPrompt="1"/>
          </p:nvPr>
        </p:nvSpPr>
        <p:spPr>
          <a:xfrm>
            <a:off x="5368925" y="1213334"/>
            <a:ext cx="2479675" cy="313350"/>
          </a:xfrm>
        </p:spPr>
        <p:txBody>
          <a:bodyPr bIns="36000" anchor="b" anchorCtr="0">
            <a:noAutofit/>
          </a:bodyPr>
          <a:lstStyle>
            <a:lvl1pPr marL="0" indent="0">
              <a:lnSpc>
                <a:spcPct val="100000"/>
              </a:lnSpc>
              <a:buNone/>
              <a:defRPr sz="1800" b="1">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dirty="0"/>
              <a:t>Click to add name</a:t>
            </a:r>
          </a:p>
        </p:txBody>
      </p:sp>
      <p:sp>
        <p:nvSpPr>
          <p:cNvPr id="61" name="Text Placeholder 57">
            <a:extLst>
              <a:ext uri="{FF2B5EF4-FFF2-40B4-BE49-F238E27FC236}">
                <a16:creationId xmlns:a16="http://schemas.microsoft.com/office/drawing/2014/main" id="{B12401EB-21B8-49A0-87B6-9030A3923DC9}"/>
              </a:ext>
            </a:extLst>
          </p:cNvPr>
          <p:cNvSpPr>
            <a:spLocks noGrp="1"/>
          </p:cNvSpPr>
          <p:nvPr>
            <p:ph type="body" sz="quarter" idx="26" hasCustomPrompt="1"/>
          </p:nvPr>
        </p:nvSpPr>
        <p:spPr>
          <a:xfrm>
            <a:off x="5368925" y="1550035"/>
            <a:ext cx="2479675" cy="313350"/>
          </a:xfrm>
        </p:spPr>
        <p:txBody>
          <a:bodyPr tIns="36000" bIns="0" anchor="t" anchorCtr="0">
            <a:noAutofit/>
          </a:bodyPr>
          <a:lstStyle>
            <a:lvl1pPr marL="0" indent="0">
              <a:lnSpc>
                <a:spcPct val="100000"/>
              </a:lnSpc>
              <a:buNone/>
              <a:defRPr sz="1800" b="0">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dirty="0"/>
              <a:t>Click to add job title</a:t>
            </a:r>
          </a:p>
        </p:txBody>
      </p:sp>
      <p:sp>
        <p:nvSpPr>
          <p:cNvPr id="62" name="Text Placeholder 57">
            <a:extLst>
              <a:ext uri="{FF2B5EF4-FFF2-40B4-BE49-F238E27FC236}">
                <a16:creationId xmlns:a16="http://schemas.microsoft.com/office/drawing/2014/main" id="{B1E36713-F111-4648-B34F-AAFF8DEC1670}"/>
              </a:ext>
            </a:extLst>
          </p:cNvPr>
          <p:cNvSpPr>
            <a:spLocks noGrp="1"/>
          </p:cNvSpPr>
          <p:nvPr>
            <p:ph type="body" sz="quarter" idx="27" hasCustomPrompt="1"/>
          </p:nvPr>
        </p:nvSpPr>
        <p:spPr>
          <a:xfrm>
            <a:off x="5368925" y="2542296"/>
            <a:ext cx="2479675" cy="313350"/>
          </a:xfrm>
        </p:spPr>
        <p:txBody>
          <a:bodyPr bIns="36000" anchor="b" anchorCtr="0">
            <a:noAutofit/>
          </a:bodyPr>
          <a:lstStyle>
            <a:lvl1pPr marL="0" indent="0">
              <a:lnSpc>
                <a:spcPct val="100000"/>
              </a:lnSpc>
              <a:buNone/>
              <a:defRPr sz="1800" b="1">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63" name="Text Placeholder 57">
            <a:extLst>
              <a:ext uri="{FF2B5EF4-FFF2-40B4-BE49-F238E27FC236}">
                <a16:creationId xmlns:a16="http://schemas.microsoft.com/office/drawing/2014/main" id="{C7941355-3F61-4691-8CBE-A8EE5B41B831}"/>
              </a:ext>
            </a:extLst>
          </p:cNvPr>
          <p:cNvSpPr>
            <a:spLocks noGrp="1"/>
          </p:cNvSpPr>
          <p:nvPr>
            <p:ph type="body" sz="quarter" idx="28" hasCustomPrompt="1"/>
          </p:nvPr>
        </p:nvSpPr>
        <p:spPr>
          <a:xfrm>
            <a:off x="5368925" y="2878997"/>
            <a:ext cx="2479675" cy="313350"/>
          </a:xfrm>
        </p:spPr>
        <p:txBody>
          <a:bodyPr tIns="36000" bIns="0" anchor="t" anchorCtr="0">
            <a:noAutofit/>
          </a:bodyPr>
          <a:lstStyle>
            <a:lvl1pPr marL="0" indent="0">
              <a:lnSpc>
                <a:spcPct val="100000"/>
              </a:lnSpc>
              <a:buNone/>
              <a:defRPr sz="1800" b="0">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64" name="Text Placeholder 57">
            <a:extLst>
              <a:ext uri="{FF2B5EF4-FFF2-40B4-BE49-F238E27FC236}">
                <a16:creationId xmlns:a16="http://schemas.microsoft.com/office/drawing/2014/main" id="{D4C3AF58-54F1-4682-B4D9-555CBA584B33}"/>
              </a:ext>
            </a:extLst>
          </p:cNvPr>
          <p:cNvSpPr>
            <a:spLocks noGrp="1"/>
          </p:cNvSpPr>
          <p:nvPr>
            <p:ph type="body" sz="quarter" idx="29" hasCustomPrompt="1"/>
          </p:nvPr>
        </p:nvSpPr>
        <p:spPr>
          <a:xfrm>
            <a:off x="9099288" y="1213334"/>
            <a:ext cx="2479675" cy="313350"/>
          </a:xfrm>
        </p:spPr>
        <p:txBody>
          <a:bodyPr bIns="36000" anchor="b" anchorCtr="0">
            <a:noAutofit/>
          </a:bodyPr>
          <a:lstStyle>
            <a:lvl1pPr marL="0" indent="0">
              <a:lnSpc>
                <a:spcPct val="100000"/>
              </a:lnSpc>
              <a:buNone/>
              <a:defRPr sz="1800" b="1">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dirty="0"/>
              <a:t>Click to add name</a:t>
            </a:r>
          </a:p>
        </p:txBody>
      </p:sp>
      <p:sp>
        <p:nvSpPr>
          <p:cNvPr id="65" name="Text Placeholder 57">
            <a:extLst>
              <a:ext uri="{FF2B5EF4-FFF2-40B4-BE49-F238E27FC236}">
                <a16:creationId xmlns:a16="http://schemas.microsoft.com/office/drawing/2014/main" id="{A102C3EE-ADA7-4748-833E-59DB5769D8D2}"/>
              </a:ext>
            </a:extLst>
          </p:cNvPr>
          <p:cNvSpPr>
            <a:spLocks noGrp="1"/>
          </p:cNvSpPr>
          <p:nvPr>
            <p:ph type="body" sz="quarter" idx="30" hasCustomPrompt="1"/>
          </p:nvPr>
        </p:nvSpPr>
        <p:spPr>
          <a:xfrm>
            <a:off x="9099288" y="1550035"/>
            <a:ext cx="2479675" cy="313350"/>
          </a:xfrm>
        </p:spPr>
        <p:txBody>
          <a:bodyPr tIns="36000" bIns="0" anchor="t" anchorCtr="0">
            <a:noAutofit/>
          </a:bodyPr>
          <a:lstStyle>
            <a:lvl1pPr marL="0" indent="0">
              <a:lnSpc>
                <a:spcPct val="100000"/>
              </a:lnSpc>
              <a:buNone/>
              <a:defRPr sz="1800" b="0">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dirty="0"/>
              <a:t>Click to add job title</a:t>
            </a:r>
          </a:p>
        </p:txBody>
      </p:sp>
      <p:sp>
        <p:nvSpPr>
          <p:cNvPr id="66" name="Text Placeholder 57">
            <a:extLst>
              <a:ext uri="{FF2B5EF4-FFF2-40B4-BE49-F238E27FC236}">
                <a16:creationId xmlns:a16="http://schemas.microsoft.com/office/drawing/2014/main" id="{93F601CD-C12B-4912-A9BA-1EECAE448CE5}"/>
              </a:ext>
            </a:extLst>
          </p:cNvPr>
          <p:cNvSpPr>
            <a:spLocks noGrp="1"/>
          </p:cNvSpPr>
          <p:nvPr>
            <p:ph type="body" sz="quarter" idx="31" hasCustomPrompt="1"/>
          </p:nvPr>
        </p:nvSpPr>
        <p:spPr>
          <a:xfrm>
            <a:off x="5368925" y="5200219"/>
            <a:ext cx="2479675" cy="313350"/>
          </a:xfrm>
        </p:spPr>
        <p:txBody>
          <a:bodyPr bIns="36000" anchor="b" anchorCtr="0">
            <a:noAutofit/>
          </a:bodyPr>
          <a:lstStyle>
            <a:lvl1pPr marL="0" indent="0">
              <a:lnSpc>
                <a:spcPct val="100000"/>
              </a:lnSpc>
              <a:buNone/>
              <a:defRPr sz="1800" b="1">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dirty="0"/>
              <a:t>Click to add name</a:t>
            </a:r>
          </a:p>
        </p:txBody>
      </p:sp>
      <p:sp>
        <p:nvSpPr>
          <p:cNvPr id="67" name="Text Placeholder 57">
            <a:extLst>
              <a:ext uri="{FF2B5EF4-FFF2-40B4-BE49-F238E27FC236}">
                <a16:creationId xmlns:a16="http://schemas.microsoft.com/office/drawing/2014/main" id="{20C48A33-763A-47D3-A206-1BBD3A417DD0}"/>
              </a:ext>
            </a:extLst>
          </p:cNvPr>
          <p:cNvSpPr>
            <a:spLocks noGrp="1"/>
          </p:cNvSpPr>
          <p:nvPr>
            <p:ph type="body" sz="quarter" idx="32" hasCustomPrompt="1"/>
          </p:nvPr>
        </p:nvSpPr>
        <p:spPr>
          <a:xfrm>
            <a:off x="5368925" y="5536920"/>
            <a:ext cx="2479675" cy="313350"/>
          </a:xfrm>
        </p:spPr>
        <p:txBody>
          <a:bodyPr tIns="36000" bIns="0" anchor="t" anchorCtr="0">
            <a:noAutofit/>
          </a:bodyPr>
          <a:lstStyle>
            <a:lvl1pPr marL="0" indent="0">
              <a:lnSpc>
                <a:spcPct val="100000"/>
              </a:lnSpc>
              <a:buNone/>
              <a:defRPr sz="1800" b="0">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68" name="Text Placeholder 57">
            <a:extLst>
              <a:ext uri="{FF2B5EF4-FFF2-40B4-BE49-F238E27FC236}">
                <a16:creationId xmlns:a16="http://schemas.microsoft.com/office/drawing/2014/main" id="{D875C94D-753C-4332-A792-6237EEC1F049}"/>
              </a:ext>
            </a:extLst>
          </p:cNvPr>
          <p:cNvSpPr>
            <a:spLocks noGrp="1"/>
          </p:cNvSpPr>
          <p:nvPr>
            <p:ph type="body" sz="quarter" idx="33" hasCustomPrompt="1"/>
          </p:nvPr>
        </p:nvSpPr>
        <p:spPr>
          <a:xfrm>
            <a:off x="9099288" y="2542296"/>
            <a:ext cx="2479675" cy="313350"/>
          </a:xfrm>
        </p:spPr>
        <p:txBody>
          <a:bodyPr bIns="36000" anchor="b" anchorCtr="0">
            <a:noAutofit/>
          </a:bodyPr>
          <a:lstStyle>
            <a:lvl1pPr marL="0" indent="0">
              <a:lnSpc>
                <a:spcPct val="100000"/>
              </a:lnSpc>
              <a:buNone/>
              <a:defRPr sz="1800" b="1">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dirty="0"/>
              <a:t>Click to add name</a:t>
            </a:r>
          </a:p>
        </p:txBody>
      </p:sp>
      <p:sp>
        <p:nvSpPr>
          <p:cNvPr id="69" name="Text Placeholder 57">
            <a:extLst>
              <a:ext uri="{FF2B5EF4-FFF2-40B4-BE49-F238E27FC236}">
                <a16:creationId xmlns:a16="http://schemas.microsoft.com/office/drawing/2014/main" id="{B06D4D8C-8568-423B-AABB-FB8BD683AC2A}"/>
              </a:ext>
            </a:extLst>
          </p:cNvPr>
          <p:cNvSpPr>
            <a:spLocks noGrp="1"/>
          </p:cNvSpPr>
          <p:nvPr>
            <p:ph type="body" sz="quarter" idx="34" hasCustomPrompt="1"/>
          </p:nvPr>
        </p:nvSpPr>
        <p:spPr>
          <a:xfrm>
            <a:off x="9099288" y="2878997"/>
            <a:ext cx="2479675" cy="313350"/>
          </a:xfrm>
        </p:spPr>
        <p:txBody>
          <a:bodyPr tIns="36000" bIns="0" anchor="t" anchorCtr="0">
            <a:noAutofit/>
          </a:bodyPr>
          <a:lstStyle>
            <a:lvl1pPr marL="0" indent="0">
              <a:lnSpc>
                <a:spcPct val="100000"/>
              </a:lnSpc>
              <a:buNone/>
              <a:defRPr sz="1800" b="0">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70" name="Text Placeholder 57">
            <a:extLst>
              <a:ext uri="{FF2B5EF4-FFF2-40B4-BE49-F238E27FC236}">
                <a16:creationId xmlns:a16="http://schemas.microsoft.com/office/drawing/2014/main" id="{7D2B1B3D-7A06-472C-AAC7-C6D547DD8009}"/>
              </a:ext>
            </a:extLst>
          </p:cNvPr>
          <p:cNvSpPr>
            <a:spLocks noGrp="1"/>
          </p:cNvSpPr>
          <p:nvPr>
            <p:ph type="body" sz="quarter" idx="35" hasCustomPrompt="1"/>
          </p:nvPr>
        </p:nvSpPr>
        <p:spPr>
          <a:xfrm>
            <a:off x="9099288" y="3871258"/>
            <a:ext cx="2479675" cy="313350"/>
          </a:xfrm>
        </p:spPr>
        <p:txBody>
          <a:bodyPr bIns="36000" anchor="b" anchorCtr="0">
            <a:noAutofit/>
          </a:bodyPr>
          <a:lstStyle>
            <a:lvl1pPr marL="0" indent="0">
              <a:lnSpc>
                <a:spcPct val="100000"/>
              </a:lnSpc>
              <a:buNone/>
              <a:defRPr sz="1800" b="1">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dirty="0"/>
              <a:t>Click to add name</a:t>
            </a:r>
          </a:p>
        </p:txBody>
      </p:sp>
      <p:sp>
        <p:nvSpPr>
          <p:cNvPr id="71" name="Text Placeholder 57">
            <a:extLst>
              <a:ext uri="{FF2B5EF4-FFF2-40B4-BE49-F238E27FC236}">
                <a16:creationId xmlns:a16="http://schemas.microsoft.com/office/drawing/2014/main" id="{AD040565-F4BF-45F9-8EB6-02C700DE6436}"/>
              </a:ext>
            </a:extLst>
          </p:cNvPr>
          <p:cNvSpPr>
            <a:spLocks noGrp="1"/>
          </p:cNvSpPr>
          <p:nvPr>
            <p:ph type="body" sz="quarter" idx="36" hasCustomPrompt="1"/>
          </p:nvPr>
        </p:nvSpPr>
        <p:spPr>
          <a:xfrm>
            <a:off x="9099288" y="4207959"/>
            <a:ext cx="2479675" cy="313350"/>
          </a:xfrm>
        </p:spPr>
        <p:txBody>
          <a:bodyPr tIns="36000" bIns="0" anchor="t" anchorCtr="0">
            <a:noAutofit/>
          </a:bodyPr>
          <a:lstStyle>
            <a:lvl1pPr marL="0" indent="0">
              <a:lnSpc>
                <a:spcPct val="100000"/>
              </a:lnSpc>
              <a:buNone/>
              <a:defRPr sz="1800" b="0">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72" name="Text Placeholder 57">
            <a:extLst>
              <a:ext uri="{FF2B5EF4-FFF2-40B4-BE49-F238E27FC236}">
                <a16:creationId xmlns:a16="http://schemas.microsoft.com/office/drawing/2014/main" id="{DB9F8BAF-B545-4D72-ADD4-886DC007051C}"/>
              </a:ext>
            </a:extLst>
          </p:cNvPr>
          <p:cNvSpPr>
            <a:spLocks noGrp="1"/>
          </p:cNvSpPr>
          <p:nvPr>
            <p:ph type="body" sz="quarter" idx="37" hasCustomPrompt="1"/>
          </p:nvPr>
        </p:nvSpPr>
        <p:spPr>
          <a:xfrm>
            <a:off x="9099288" y="5200219"/>
            <a:ext cx="2479675" cy="313350"/>
          </a:xfrm>
        </p:spPr>
        <p:txBody>
          <a:bodyPr bIns="36000" anchor="b" anchorCtr="0">
            <a:noAutofit/>
          </a:bodyPr>
          <a:lstStyle>
            <a:lvl1pPr marL="0" indent="0">
              <a:lnSpc>
                <a:spcPct val="100000"/>
              </a:lnSpc>
              <a:buNone/>
              <a:defRPr sz="1800" b="1">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dirty="0"/>
              <a:t>Click to add name</a:t>
            </a:r>
          </a:p>
        </p:txBody>
      </p:sp>
      <p:sp>
        <p:nvSpPr>
          <p:cNvPr id="73" name="Text Placeholder 57">
            <a:extLst>
              <a:ext uri="{FF2B5EF4-FFF2-40B4-BE49-F238E27FC236}">
                <a16:creationId xmlns:a16="http://schemas.microsoft.com/office/drawing/2014/main" id="{B0791138-7275-41D5-B115-CD52C7354E2D}"/>
              </a:ext>
            </a:extLst>
          </p:cNvPr>
          <p:cNvSpPr>
            <a:spLocks noGrp="1"/>
          </p:cNvSpPr>
          <p:nvPr>
            <p:ph type="body" sz="quarter" idx="38" hasCustomPrompt="1"/>
          </p:nvPr>
        </p:nvSpPr>
        <p:spPr>
          <a:xfrm>
            <a:off x="9099288" y="5536920"/>
            <a:ext cx="2479675" cy="313350"/>
          </a:xfrm>
        </p:spPr>
        <p:txBody>
          <a:bodyPr tIns="36000" bIns="0" anchor="t" anchorCtr="0">
            <a:noAutofit/>
          </a:bodyPr>
          <a:lstStyle>
            <a:lvl1pPr marL="0" indent="0">
              <a:lnSpc>
                <a:spcPct val="100000"/>
              </a:lnSpc>
              <a:buNone/>
              <a:defRPr sz="1800" b="0">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cxnSp>
        <p:nvCxnSpPr>
          <p:cNvPr id="3" name="Straight Connector 2">
            <a:extLst>
              <a:ext uri="{FF2B5EF4-FFF2-40B4-BE49-F238E27FC236}">
                <a16:creationId xmlns:a16="http://schemas.microsoft.com/office/drawing/2014/main" id="{24D69BAC-3FF2-BED1-918F-3937EE16BB59}"/>
              </a:ext>
            </a:extLst>
          </p:cNvPr>
          <p:cNvCxnSpPr>
            <a:cxnSpLocks/>
          </p:cNvCxnSpPr>
          <p:nvPr userDrawn="1"/>
        </p:nvCxnSpPr>
        <p:spPr>
          <a:xfrm>
            <a:off x="3962400" y="401638"/>
            <a:ext cx="0" cy="579755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019413991"/>
      </p:ext>
    </p:extLst>
  </p:cSld>
  <p:clrMapOvr>
    <a:masterClrMapping/>
  </p:clrMapOvr>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3 Speakers (Dark)">
    <p:bg>
      <p:bgPr>
        <a:solidFill>
          <a:schemeClr val="accent1"/>
        </a:solidFill>
        <a:effectLst/>
      </p:bgPr>
    </p:bg>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lvl1pPr>
              <a:lnSpc>
                <a:spcPct val="100000"/>
              </a:lnSpc>
              <a:defRPr>
                <a:solidFill>
                  <a:schemeClr val="bg1"/>
                </a:solidFill>
              </a:defRPr>
            </a:lvl1pPr>
          </a:lstStyle>
          <a:p>
            <a:endParaRPr lang="en-GB"/>
          </a:p>
        </p:txBody>
      </p:sp>
      <p:sp>
        <p:nvSpPr>
          <p:cNvPr id="16" name="Text Placeholder 96">
            <a:extLst>
              <a:ext uri="{FF2B5EF4-FFF2-40B4-BE49-F238E27FC236}">
                <a16:creationId xmlns:a16="http://schemas.microsoft.com/office/drawing/2014/main" id="{12BF79A8-D986-47A9-9552-53F98E10767E}"/>
              </a:ext>
            </a:extLst>
          </p:cNvPr>
          <p:cNvSpPr>
            <a:spLocks noGrp="1"/>
          </p:cNvSpPr>
          <p:nvPr>
            <p:ph type="body" sz="quarter" idx="111" hasCustomPrompt="1"/>
          </p:nvPr>
        </p:nvSpPr>
        <p:spPr>
          <a:xfrm>
            <a:off x="609600" y="6200775"/>
            <a:ext cx="9753597" cy="657225"/>
          </a:xfrm>
        </p:spPr>
        <p:txBody>
          <a:bodyPr bIns="72000" anchor="b" anchorCtr="0">
            <a:noAutofit/>
          </a:bodyPr>
          <a:lstStyle>
            <a:lvl1pPr>
              <a:lnSpc>
                <a:spcPct val="100000"/>
              </a:lnSpc>
              <a:spcAft>
                <a:spcPts val="300"/>
              </a:spcAft>
              <a:buNone/>
              <a:defRPr sz="800">
                <a:solidFill>
                  <a:schemeClr val="bg1"/>
                </a:solidFill>
              </a:defRPr>
            </a:lvl1pPr>
          </a:lstStyle>
          <a:p>
            <a:pPr lvl="0"/>
            <a:r>
              <a:rPr lang="en-US" dirty="0"/>
              <a:t>Footnotes</a:t>
            </a:r>
          </a:p>
        </p:txBody>
      </p:sp>
      <p:sp>
        <p:nvSpPr>
          <p:cNvPr id="5" name="Picture Placeholder 4">
            <a:extLst>
              <a:ext uri="{FF2B5EF4-FFF2-40B4-BE49-F238E27FC236}">
                <a16:creationId xmlns:a16="http://schemas.microsoft.com/office/drawing/2014/main" id="{1112D1D8-F166-4F88-B507-30219E1A1C60}"/>
              </a:ext>
            </a:extLst>
          </p:cNvPr>
          <p:cNvSpPr>
            <a:spLocks noGrp="1"/>
          </p:cNvSpPr>
          <p:nvPr>
            <p:ph type="pic" sz="quarter" idx="15" hasCustomPrompt="1"/>
          </p:nvPr>
        </p:nvSpPr>
        <p:spPr>
          <a:xfrm>
            <a:off x="4775201" y="2111796"/>
            <a:ext cx="1219198" cy="1219197"/>
          </a:xfrm>
          <a:prstGeom prst="ellipse">
            <a:avLst/>
          </a:prstGeom>
          <a:blipFill>
            <a:blip>
              <a:extLst>
                <a:ext uri="{96DAC541-7B7A-43D3-8B79-37D633B846F1}">
                  <asvg:svgBlip xmlns:asvg="http://schemas.microsoft.com/office/drawing/2016/SVG/main" r:embed="rId3"/>
                </a:ext>
              </a:extLst>
            </a:blip>
            <a:stretch>
              <a:fillRect/>
            </a:stretch>
          </a:blipFill>
        </p:spPr>
        <p:txBody>
          <a:bodyPr>
            <a:noAutofit/>
          </a:bodyPr>
          <a:lstStyle>
            <a:lvl1pPr marL="0" indent="0">
              <a:lnSpc>
                <a:spcPct val="100000"/>
              </a:lnSpc>
              <a:buNone/>
              <a:defRPr/>
            </a:lvl1pPr>
          </a:lstStyle>
          <a:p>
            <a:r>
              <a:rPr lang="en-US"/>
              <a:t> </a:t>
            </a:r>
          </a:p>
        </p:txBody>
      </p:sp>
      <p:sp>
        <p:nvSpPr>
          <p:cNvPr id="2" name="Title 1">
            <a:extLst>
              <a:ext uri="{FF2B5EF4-FFF2-40B4-BE49-F238E27FC236}">
                <a16:creationId xmlns:a16="http://schemas.microsoft.com/office/drawing/2014/main" id="{2D9635B2-3D27-4FA3-B863-05E4C9624AB6}"/>
              </a:ext>
            </a:extLst>
          </p:cNvPr>
          <p:cNvSpPr>
            <a:spLocks noGrp="1"/>
          </p:cNvSpPr>
          <p:nvPr>
            <p:ph type="title" hasCustomPrompt="1"/>
          </p:nvPr>
        </p:nvSpPr>
        <p:spPr>
          <a:xfrm>
            <a:off x="609600" y="2813447"/>
            <a:ext cx="3048000" cy="1231106"/>
          </a:xfrm>
        </p:spPr>
        <p:txBody>
          <a:bodyPr wrap="square" anchor="ctr" anchorCtr="0">
            <a:spAutoFit/>
          </a:bodyPr>
          <a:lstStyle>
            <a:lvl1pPr>
              <a:lnSpc>
                <a:spcPct val="100000"/>
              </a:lnSpc>
              <a:defRPr sz="4000">
                <a:solidFill>
                  <a:schemeClr val="bg1"/>
                </a:solidFill>
              </a:defRPr>
            </a:lvl1pPr>
          </a:lstStyle>
          <a:p>
            <a:r>
              <a:rPr lang="en-US" dirty="0"/>
              <a:t>Click to enter title here</a:t>
            </a:r>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lvl1pPr>
              <a:lnSpc>
                <a:spcPct val="100000"/>
              </a:lnSpc>
              <a:defRPr>
                <a:solidFill>
                  <a:schemeClr val="bg1"/>
                </a:solidFill>
              </a:defRPr>
            </a:lvl1pPr>
          </a:lstStyle>
          <a:p>
            <a:fld id="{F8E47D07-9D1E-4FE9-B31A-2F5863681021}" type="slidenum">
              <a:rPr lang="en-GB" smtClean="0"/>
              <a:pPr/>
              <a:t>‹#›</a:t>
            </a:fld>
            <a:endParaRPr lang="en-GB"/>
          </a:p>
        </p:txBody>
      </p:sp>
      <p:sp>
        <p:nvSpPr>
          <p:cNvPr id="40" name="Picture Placeholder 4">
            <a:extLst>
              <a:ext uri="{FF2B5EF4-FFF2-40B4-BE49-F238E27FC236}">
                <a16:creationId xmlns:a16="http://schemas.microsoft.com/office/drawing/2014/main" id="{1B1FC8CD-D4CE-4E11-90DE-BDAEAE7935BA}"/>
              </a:ext>
            </a:extLst>
          </p:cNvPr>
          <p:cNvSpPr>
            <a:spLocks noGrp="1"/>
          </p:cNvSpPr>
          <p:nvPr>
            <p:ph type="pic" sz="quarter" idx="18" hasCustomPrompt="1"/>
          </p:nvPr>
        </p:nvSpPr>
        <p:spPr>
          <a:xfrm>
            <a:off x="9855200" y="2111796"/>
            <a:ext cx="1219198" cy="1219197"/>
          </a:xfrm>
          <a:prstGeom prst="ellipse">
            <a:avLst/>
          </a:prstGeom>
          <a:blipFill>
            <a:blip>
              <a:extLst>
                <a:ext uri="{96DAC541-7B7A-43D3-8B79-37D633B846F1}">
                  <asvg:svgBlip xmlns:asvg="http://schemas.microsoft.com/office/drawing/2016/SVG/main" r:embed="rId4"/>
                </a:ext>
              </a:extLst>
            </a:blip>
            <a:stretch>
              <a:fillRect/>
            </a:stretch>
          </a:blipFill>
        </p:spPr>
        <p:txBody>
          <a:bodyPr>
            <a:noAutofit/>
          </a:bodyPr>
          <a:lstStyle>
            <a:lvl1pPr marL="0" indent="0">
              <a:lnSpc>
                <a:spcPct val="100000"/>
              </a:lnSpc>
              <a:buNone/>
              <a:defRPr/>
            </a:lvl1pPr>
          </a:lstStyle>
          <a:p>
            <a:r>
              <a:rPr lang="en-US"/>
              <a:t> </a:t>
            </a:r>
          </a:p>
        </p:txBody>
      </p:sp>
      <p:sp>
        <p:nvSpPr>
          <p:cNvPr id="43" name="Picture Placeholder 4">
            <a:extLst>
              <a:ext uri="{FF2B5EF4-FFF2-40B4-BE49-F238E27FC236}">
                <a16:creationId xmlns:a16="http://schemas.microsoft.com/office/drawing/2014/main" id="{98BEEA61-F657-4A84-A5AD-517F0892DC25}"/>
              </a:ext>
            </a:extLst>
          </p:cNvPr>
          <p:cNvSpPr>
            <a:spLocks noGrp="1"/>
          </p:cNvSpPr>
          <p:nvPr>
            <p:ph type="pic" sz="quarter" idx="21" hasCustomPrompt="1"/>
          </p:nvPr>
        </p:nvSpPr>
        <p:spPr>
          <a:xfrm>
            <a:off x="7315200" y="2111796"/>
            <a:ext cx="1219198" cy="1219197"/>
          </a:xfrm>
          <a:prstGeom prst="ellipse">
            <a:avLst/>
          </a:prstGeom>
          <a:blipFill>
            <a:blip>
              <a:extLst>
                <a:ext uri="{96DAC541-7B7A-43D3-8B79-37D633B846F1}">
                  <asvg:svgBlip xmlns:asvg="http://schemas.microsoft.com/office/drawing/2016/SVG/main" r:embed="rId5"/>
                </a:ext>
              </a:extLst>
            </a:blip>
            <a:stretch>
              <a:fillRect/>
            </a:stretch>
          </a:blipFill>
        </p:spPr>
        <p:txBody>
          <a:bodyPr>
            <a:noAutofit/>
          </a:bodyPr>
          <a:lstStyle>
            <a:lvl1pPr marL="0" indent="0">
              <a:lnSpc>
                <a:spcPct val="100000"/>
              </a:lnSpc>
              <a:buNone/>
              <a:defRPr/>
            </a:lvl1pPr>
          </a:lstStyle>
          <a:p>
            <a:r>
              <a:rPr lang="en-US"/>
              <a:t> </a:t>
            </a:r>
          </a:p>
        </p:txBody>
      </p:sp>
      <p:sp>
        <p:nvSpPr>
          <p:cNvPr id="60" name="Text Placeholder 57">
            <a:extLst>
              <a:ext uri="{FF2B5EF4-FFF2-40B4-BE49-F238E27FC236}">
                <a16:creationId xmlns:a16="http://schemas.microsoft.com/office/drawing/2014/main" id="{A0245B7A-36B7-48DD-8BF2-091A694BA5DC}"/>
              </a:ext>
            </a:extLst>
          </p:cNvPr>
          <p:cNvSpPr>
            <a:spLocks noGrp="1"/>
          </p:cNvSpPr>
          <p:nvPr>
            <p:ph type="body" sz="quarter" idx="25" hasCustomPrompt="1"/>
          </p:nvPr>
        </p:nvSpPr>
        <p:spPr>
          <a:xfrm>
            <a:off x="9347199" y="3541524"/>
            <a:ext cx="2235200" cy="359517"/>
          </a:xfrm>
        </p:spPr>
        <p:txBody>
          <a:bodyPr bIns="36000" anchor="b" anchorCtr="0">
            <a:noAutofit/>
          </a:bodyPr>
          <a:lstStyle>
            <a:lvl1pPr marL="0" indent="0">
              <a:lnSpc>
                <a:spcPct val="100000"/>
              </a:lnSpc>
              <a:buNone/>
              <a:defRPr sz="1800" b="1">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dirty="0"/>
              <a:t>Click to add name</a:t>
            </a:r>
          </a:p>
        </p:txBody>
      </p:sp>
      <p:sp>
        <p:nvSpPr>
          <p:cNvPr id="61" name="Text Placeholder 57">
            <a:extLst>
              <a:ext uri="{FF2B5EF4-FFF2-40B4-BE49-F238E27FC236}">
                <a16:creationId xmlns:a16="http://schemas.microsoft.com/office/drawing/2014/main" id="{B12401EB-21B8-49A0-87B6-9030A3923DC9}"/>
              </a:ext>
            </a:extLst>
          </p:cNvPr>
          <p:cNvSpPr>
            <a:spLocks noGrp="1"/>
          </p:cNvSpPr>
          <p:nvPr>
            <p:ph type="body" sz="quarter" idx="26" hasCustomPrompt="1"/>
          </p:nvPr>
        </p:nvSpPr>
        <p:spPr>
          <a:xfrm>
            <a:off x="9347199" y="3924392"/>
            <a:ext cx="2235200" cy="313350"/>
          </a:xfrm>
        </p:spPr>
        <p:txBody>
          <a:bodyPr tIns="36000" bIns="0" anchor="t" anchorCtr="0">
            <a:noAutofit/>
          </a:bodyPr>
          <a:lstStyle>
            <a:lvl1pPr marL="0" indent="0">
              <a:lnSpc>
                <a:spcPct val="100000"/>
              </a:lnSpc>
              <a:buNone/>
              <a:defRPr sz="1800" b="0">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dirty="0"/>
              <a:t>Click to add job title</a:t>
            </a:r>
          </a:p>
        </p:txBody>
      </p:sp>
      <p:sp>
        <p:nvSpPr>
          <p:cNvPr id="62" name="Text Placeholder 57">
            <a:extLst>
              <a:ext uri="{FF2B5EF4-FFF2-40B4-BE49-F238E27FC236}">
                <a16:creationId xmlns:a16="http://schemas.microsoft.com/office/drawing/2014/main" id="{B1E36713-F111-4648-B34F-AAFF8DEC1670}"/>
              </a:ext>
            </a:extLst>
          </p:cNvPr>
          <p:cNvSpPr>
            <a:spLocks noGrp="1"/>
          </p:cNvSpPr>
          <p:nvPr>
            <p:ph type="body" sz="quarter" idx="27" hasCustomPrompt="1"/>
          </p:nvPr>
        </p:nvSpPr>
        <p:spPr>
          <a:xfrm>
            <a:off x="4267200" y="3541524"/>
            <a:ext cx="2235200" cy="359517"/>
          </a:xfrm>
        </p:spPr>
        <p:txBody>
          <a:bodyPr bIns="36000" anchor="b" anchorCtr="0">
            <a:noAutofit/>
          </a:bodyPr>
          <a:lstStyle>
            <a:lvl1pPr marL="0" indent="0">
              <a:lnSpc>
                <a:spcPct val="100000"/>
              </a:lnSpc>
              <a:buNone/>
              <a:defRPr sz="1800" b="1">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dirty="0"/>
              <a:t>Click to add name</a:t>
            </a:r>
          </a:p>
        </p:txBody>
      </p:sp>
      <p:sp>
        <p:nvSpPr>
          <p:cNvPr id="63" name="Text Placeholder 57">
            <a:extLst>
              <a:ext uri="{FF2B5EF4-FFF2-40B4-BE49-F238E27FC236}">
                <a16:creationId xmlns:a16="http://schemas.microsoft.com/office/drawing/2014/main" id="{C7941355-3F61-4691-8CBE-A8EE5B41B831}"/>
              </a:ext>
            </a:extLst>
          </p:cNvPr>
          <p:cNvSpPr>
            <a:spLocks noGrp="1"/>
          </p:cNvSpPr>
          <p:nvPr>
            <p:ph type="body" sz="quarter" idx="28" hasCustomPrompt="1"/>
          </p:nvPr>
        </p:nvSpPr>
        <p:spPr>
          <a:xfrm>
            <a:off x="4267200" y="3924392"/>
            <a:ext cx="2235200" cy="313350"/>
          </a:xfrm>
        </p:spPr>
        <p:txBody>
          <a:bodyPr tIns="36000" bIns="0" anchor="t" anchorCtr="0">
            <a:noAutofit/>
          </a:bodyPr>
          <a:lstStyle>
            <a:lvl1pPr marL="0" indent="0">
              <a:lnSpc>
                <a:spcPct val="100000"/>
              </a:lnSpc>
              <a:buNone/>
              <a:defRPr sz="1800" b="0">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64" name="Text Placeholder 57">
            <a:extLst>
              <a:ext uri="{FF2B5EF4-FFF2-40B4-BE49-F238E27FC236}">
                <a16:creationId xmlns:a16="http://schemas.microsoft.com/office/drawing/2014/main" id="{D4C3AF58-54F1-4682-B4D9-555CBA584B33}"/>
              </a:ext>
            </a:extLst>
          </p:cNvPr>
          <p:cNvSpPr>
            <a:spLocks noGrp="1"/>
          </p:cNvSpPr>
          <p:nvPr>
            <p:ph type="body" sz="quarter" idx="29" hasCustomPrompt="1"/>
          </p:nvPr>
        </p:nvSpPr>
        <p:spPr>
          <a:xfrm>
            <a:off x="6807200" y="3541524"/>
            <a:ext cx="2235200" cy="359517"/>
          </a:xfrm>
        </p:spPr>
        <p:txBody>
          <a:bodyPr bIns="36000" anchor="b" anchorCtr="0">
            <a:noAutofit/>
          </a:bodyPr>
          <a:lstStyle>
            <a:lvl1pPr marL="0" indent="0">
              <a:lnSpc>
                <a:spcPct val="100000"/>
              </a:lnSpc>
              <a:buNone/>
              <a:defRPr sz="1800" b="1">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dirty="0"/>
              <a:t>Click to add name</a:t>
            </a:r>
          </a:p>
        </p:txBody>
      </p:sp>
      <p:sp>
        <p:nvSpPr>
          <p:cNvPr id="65" name="Text Placeholder 57">
            <a:extLst>
              <a:ext uri="{FF2B5EF4-FFF2-40B4-BE49-F238E27FC236}">
                <a16:creationId xmlns:a16="http://schemas.microsoft.com/office/drawing/2014/main" id="{A102C3EE-ADA7-4748-833E-59DB5769D8D2}"/>
              </a:ext>
            </a:extLst>
          </p:cNvPr>
          <p:cNvSpPr>
            <a:spLocks noGrp="1"/>
          </p:cNvSpPr>
          <p:nvPr>
            <p:ph type="body" sz="quarter" idx="30" hasCustomPrompt="1"/>
          </p:nvPr>
        </p:nvSpPr>
        <p:spPr>
          <a:xfrm>
            <a:off x="6807200" y="3924392"/>
            <a:ext cx="2235200" cy="313350"/>
          </a:xfrm>
        </p:spPr>
        <p:txBody>
          <a:bodyPr tIns="36000" bIns="0" anchor="t" anchorCtr="0">
            <a:noAutofit/>
          </a:bodyPr>
          <a:lstStyle>
            <a:lvl1pPr marL="0" indent="0">
              <a:lnSpc>
                <a:spcPct val="100000"/>
              </a:lnSpc>
              <a:buNone/>
              <a:defRPr sz="1800" b="0">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dirty="0"/>
              <a:t>Click to add job title</a:t>
            </a:r>
          </a:p>
        </p:txBody>
      </p:sp>
      <p:cxnSp>
        <p:nvCxnSpPr>
          <p:cNvPr id="28" name="Straight Connector 27">
            <a:extLst>
              <a:ext uri="{FF2B5EF4-FFF2-40B4-BE49-F238E27FC236}">
                <a16:creationId xmlns:a16="http://schemas.microsoft.com/office/drawing/2014/main" id="{B4B142DA-6D97-E8D9-1635-883092A8E37B}"/>
              </a:ext>
            </a:extLst>
          </p:cNvPr>
          <p:cNvCxnSpPr>
            <a:cxnSpLocks/>
          </p:cNvCxnSpPr>
          <p:nvPr userDrawn="1"/>
        </p:nvCxnSpPr>
        <p:spPr>
          <a:xfrm>
            <a:off x="3962400" y="401638"/>
            <a:ext cx="0" cy="579755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834424837"/>
      </p:ext>
    </p:extLst>
  </p:cSld>
  <p:clrMapOvr>
    <a:masterClrMapping/>
  </p:clrMapOvr>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END">
    <p:bg>
      <p:bgPr>
        <a:solidFill>
          <a:schemeClr val="tx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C22DA5D-EC7E-40C3-8862-3E3748AD6C3A}"/>
              </a:ext>
            </a:extLst>
          </p:cNvPr>
          <p:cNvSpPr txBox="1">
            <a:spLocks/>
          </p:cNvSpPr>
          <p:nvPr userDrawn="1"/>
        </p:nvSpPr>
        <p:spPr>
          <a:xfrm>
            <a:off x="1257304" y="769811"/>
            <a:ext cx="9677394" cy="5909310"/>
          </a:xfrm>
          <a:prstGeom prst="rect">
            <a:avLst/>
          </a:prstGeom>
        </p:spPr>
        <p:txBody>
          <a:bodyPr vert="horz" wrap="square" lIns="0" tIns="0" rIns="0" bIns="0" rtlCol="0" anchor="t">
            <a:spAutoFit/>
          </a:bodyPr>
          <a:lstStyle>
            <a:lvl1pPr algn="ctr" defTabSz="914400" rtl="0" eaLnBrk="1" latinLnBrk="0" hangingPunct="1">
              <a:lnSpc>
                <a:spcPct val="90000"/>
              </a:lnSpc>
              <a:spcBef>
                <a:spcPct val="0"/>
              </a:spcBef>
              <a:buNone/>
              <a:defRPr sz="6000" kern="1200">
                <a:solidFill>
                  <a:schemeClr val="bg1"/>
                </a:solidFill>
                <a:latin typeface="+mj-lt"/>
                <a:ea typeface="+mj-ea"/>
                <a:cs typeface="+mj-cs"/>
              </a:defRPr>
            </a:lvl1pPr>
          </a:lstStyle>
          <a:p>
            <a:pPr>
              <a:lnSpc>
                <a:spcPct val="100000"/>
              </a:lnSpc>
            </a:pPr>
            <a:r>
              <a:rPr lang="en-US" sz="9600"/>
              <a:t>Do not use layouts</a:t>
            </a:r>
            <a:br>
              <a:rPr lang="en-US" sz="9600"/>
            </a:br>
            <a:r>
              <a:rPr lang="en-US" sz="9600"/>
              <a:t>in this section appearing after this point. </a:t>
            </a:r>
          </a:p>
        </p:txBody>
      </p:sp>
      <p:sp>
        <p:nvSpPr>
          <p:cNvPr id="3" name="DO NOT DELETE (BRANDIN)">
            <a:extLst>
              <a:ext uri="{FF2B5EF4-FFF2-40B4-BE49-F238E27FC236}">
                <a16:creationId xmlns:a16="http://schemas.microsoft.com/office/drawing/2014/main" id="{1ACB46BA-7BAE-3F4C-9E6D-BBDFFAAF37B1}"/>
              </a:ext>
            </a:extLst>
          </p:cNvPr>
          <p:cNvSpPr/>
          <p:nvPr userDrawn="1"/>
        </p:nvSpPr>
        <p:spPr>
          <a:xfrm>
            <a:off x="152400" y="15240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20000"/>
              </a:lnSpc>
              <a:spcAft>
                <a:spcPts val="600"/>
              </a:spcAft>
            </a:pPr>
            <a:endParaRPr lang="en-US" dirty="0" err="1"/>
          </a:p>
        </p:txBody>
      </p:sp>
    </p:spTree>
    <p:custDataLst>
      <p:custData r:id="rId1"/>
      <p:tags r:id="rId2"/>
    </p:custDataLst>
    <p:extLst>
      <p:ext uri="{BB962C8B-B14F-4D97-AF65-F5344CB8AC3E}">
        <p14:creationId xmlns:p14="http://schemas.microsoft.com/office/powerpoint/2010/main" val="264820902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5 Logo Holders">
    <p:bg>
      <p:bgPr>
        <a:solidFill>
          <a:schemeClr val="accent1"/>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C4A1AB8-2EE2-468C-A083-D01CE559E67F}"/>
              </a:ext>
            </a:extLst>
          </p:cNvPr>
          <p:cNvSpPr>
            <a:spLocks noGrp="1"/>
          </p:cNvSpPr>
          <p:nvPr>
            <p:ph type="dt" sz="half" idx="10"/>
          </p:nvPr>
        </p:nvSpPr>
        <p:spPr/>
        <p:txBody>
          <a:bodyPr/>
          <a:lstStyle>
            <a:lvl1pPr>
              <a:lnSpc>
                <a:spcPct val="100000"/>
              </a:lnSpc>
              <a:defRPr>
                <a:solidFill>
                  <a:schemeClr val="bg1"/>
                </a:solidFill>
              </a:defRPr>
            </a:lvl1pPr>
          </a:lstStyle>
          <a:p>
            <a:endParaRPr lang="en-GB"/>
          </a:p>
        </p:txBody>
      </p:sp>
      <p:sp>
        <p:nvSpPr>
          <p:cNvPr id="11" name="Text Placeholder 96">
            <a:extLst>
              <a:ext uri="{FF2B5EF4-FFF2-40B4-BE49-F238E27FC236}">
                <a16:creationId xmlns:a16="http://schemas.microsoft.com/office/drawing/2014/main" id="{B5788CA3-B109-4C1E-8BEF-296AE5E5BBD7}"/>
              </a:ext>
            </a:extLst>
          </p:cNvPr>
          <p:cNvSpPr>
            <a:spLocks noGrp="1"/>
          </p:cNvSpPr>
          <p:nvPr>
            <p:ph type="body" sz="quarter" idx="111" hasCustomPrompt="1"/>
          </p:nvPr>
        </p:nvSpPr>
        <p:spPr>
          <a:xfrm>
            <a:off x="609600" y="6200775"/>
            <a:ext cx="9753599" cy="657225"/>
          </a:xfrm>
        </p:spPr>
        <p:txBody>
          <a:bodyPr bIns="72000" anchor="b" anchorCtr="0">
            <a:noAutofit/>
          </a:bodyPr>
          <a:lstStyle>
            <a:lvl1pPr>
              <a:lnSpc>
                <a:spcPct val="100000"/>
              </a:lnSpc>
              <a:spcAft>
                <a:spcPts val="300"/>
              </a:spcAft>
              <a:buNone/>
              <a:defRPr sz="800">
                <a:solidFill>
                  <a:schemeClr val="bg1"/>
                </a:solidFill>
              </a:defRPr>
            </a:lvl1pPr>
          </a:lstStyle>
          <a:p>
            <a:pPr lvl="0"/>
            <a:r>
              <a:rPr lang="en-US" dirty="0"/>
              <a:t>Footnotes</a:t>
            </a:r>
          </a:p>
        </p:txBody>
      </p:sp>
      <p:sp>
        <p:nvSpPr>
          <p:cNvPr id="12" name="Picture Placeholder 11">
            <a:extLst>
              <a:ext uri="{FF2B5EF4-FFF2-40B4-BE49-F238E27FC236}">
                <a16:creationId xmlns:a16="http://schemas.microsoft.com/office/drawing/2014/main" id="{75E460CF-60CD-4D04-8BD0-34A76029C4BA}"/>
              </a:ext>
            </a:extLst>
          </p:cNvPr>
          <p:cNvSpPr>
            <a:spLocks noGrp="1"/>
          </p:cNvSpPr>
          <p:nvPr>
            <p:ph type="pic" sz="quarter" idx="13" hasCustomPrompt="1"/>
          </p:nvPr>
        </p:nvSpPr>
        <p:spPr>
          <a:xfrm>
            <a:off x="609600" y="2514600"/>
            <a:ext cx="1828800" cy="1828800"/>
          </a:xfrm>
          <a:prstGeom prst="ellipse">
            <a:avLst/>
          </a:prstGeom>
          <a:solidFill>
            <a:schemeClr val="bg1"/>
          </a:solidFill>
        </p:spPr>
        <p:txBody>
          <a:bodyPr>
            <a:noAutofit/>
          </a:bodyPr>
          <a:lstStyle>
            <a:lvl1pPr marL="0" indent="0">
              <a:lnSpc>
                <a:spcPct val="100000"/>
              </a:lnSpc>
              <a:buNone/>
              <a:defRPr>
                <a:solidFill>
                  <a:schemeClr val="tx1"/>
                </a:solidFill>
              </a:defRPr>
            </a:lvl1pPr>
          </a:lstStyle>
          <a:p>
            <a:r>
              <a:rPr lang="en-US"/>
              <a:t> </a:t>
            </a:r>
          </a:p>
        </p:txBody>
      </p:sp>
      <p:sp>
        <p:nvSpPr>
          <p:cNvPr id="5" name="Slide Number Placeholder 4">
            <a:extLst>
              <a:ext uri="{FF2B5EF4-FFF2-40B4-BE49-F238E27FC236}">
                <a16:creationId xmlns:a16="http://schemas.microsoft.com/office/drawing/2014/main" id="{BC99263C-FBED-4354-9C78-6D47AE0C620C}"/>
              </a:ext>
            </a:extLst>
          </p:cNvPr>
          <p:cNvSpPr>
            <a:spLocks noGrp="1"/>
          </p:cNvSpPr>
          <p:nvPr>
            <p:ph type="sldNum" sz="quarter" idx="12"/>
          </p:nvPr>
        </p:nvSpPr>
        <p:spPr/>
        <p:txBody>
          <a:bodyPr/>
          <a:lstStyle>
            <a:lvl1pPr>
              <a:lnSpc>
                <a:spcPct val="100000"/>
              </a:lnSpc>
              <a:defRPr>
                <a:solidFill>
                  <a:schemeClr val="bg1"/>
                </a:solidFill>
              </a:defRPr>
            </a:lvl1pPr>
          </a:lstStyle>
          <a:p>
            <a:fld id="{F8E47D07-9D1E-4FE9-B31A-2F5863681021}" type="slidenum">
              <a:rPr lang="en-GB" smtClean="0"/>
              <a:pPr/>
              <a:t>‹#›</a:t>
            </a:fld>
            <a:endParaRPr lang="en-GB"/>
          </a:p>
        </p:txBody>
      </p:sp>
      <p:sp>
        <p:nvSpPr>
          <p:cNvPr id="13" name="Picture Placeholder 11">
            <a:extLst>
              <a:ext uri="{FF2B5EF4-FFF2-40B4-BE49-F238E27FC236}">
                <a16:creationId xmlns:a16="http://schemas.microsoft.com/office/drawing/2014/main" id="{5C87F9B8-D0F5-497C-AE63-5A450E0E1DA9}"/>
              </a:ext>
            </a:extLst>
          </p:cNvPr>
          <p:cNvSpPr>
            <a:spLocks noGrp="1"/>
          </p:cNvSpPr>
          <p:nvPr>
            <p:ph type="pic" sz="quarter" idx="14" hasCustomPrompt="1"/>
          </p:nvPr>
        </p:nvSpPr>
        <p:spPr>
          <a:xfrm>
            <a:off x="2895600" y="2514600"/>
            <a:ext cx="1828800" cy="1828800"/>
          </a:xfrm>
          <a:prstGeom prst="ellipse">
            <a:avLst/>
          </a:prstGeom>
          <a:solidFill>
            <a:schemeClr val="bg1"/>
          </a:solidFill>
        </p:spPr>
        <p:txBody>
          <a:bodyPr>
            <a:noAutofit/>
          </a:bodyPr>
          <a:lstStyle>
            <a:lvl1pPr marL="0" indent="0">
              <a:lnSpc>
                <a:spcPct val="100000"/>
              </a:lnSpc>
              <a:buNone/>
              <a:defRPr>
                <a:solidFill>
                  <a:schemeClr val="tx1"/>
                </a:solidFill>
              </a:defRPr>
            </a:lvl1pPr>
          </a:lstStyle>
          <a:p>
            <a:r>
              <a:rPr lang="en-US"/>
              <a:t> </a:t>
            </a:r>
          </a:p>
        </p:txBody>
      </p:sp>
      <p:sp>
        <p:nvSpPr>
          <p:cNvPr id="14" name="Picture Placeholder 11">
            <a:extLst>
              <a:ext uri="{FF2B5EF4-FFF2-40B4-BE49-F238E27FC236}">
                <a16:creationId xmlns:a16="http://schemas.microsoft.com/office/drawing/2014/main" id="{CA7090BA-5395-4466-845D-2FFF88988FC5}"/>
              </a:ext>
            </a:extLst>
          </p:cNvPr>
          <p:cNvSpPr>
            <a:spLocks noGrp="1"/>
          </p:cNvSpPr>
          <p:nvPr>
            <p:ph type="pic" sz="quarter" idx="15" hasCustomPrompt="1"/>
          </p:nvPr>
        </p:nvSpPr>
        <p:spPr>
          <a:xfrm>
            <a:off x="5181600" y="2514600"/>
            <a:ext cx="1828800" cy="1828800"/>
          </a:xfrm>
          <a:prstGeom prst="ellipse">
            <a:avLst/>
          </a:prstGeom>
          <a:solidFill>
            <a:schemeClr val="bg1"/>
          </a:solidFill>
        </p:spPr>
        <p:txBody>
          <a:bodyPr>
            <a:noAutofit/>
          </a:bodyPr>
          <a:lstStyle>
            <a:lvl1pPr marL="0" indent="0">
              <a:lnSpc>
                <a:spcPct val="100000"/>
              </a:lnSpc>
              <a:buNone/>
              <a:defRPr>
                <a:solidFill>
                  <a:schemeClr val="tx1"/>
                </a:solidFill>
              </a:defRPr>
            </a:lvl1pPr>
          </a:lstStyle>
          <a:p>
            <a:r>
              <a:rPr lang="en-US"/>
              <a:t> </a:t>
            </a:r>
          </a:p>
        </p:txBody>
      </p:sp>
      <p:sp>
        <p:nvSpPr>
          <p:cNvPr id="15" name="Picture Placeholder 11">
            <a:extLst>
              <a:ext uri="{FF2B5EF4-FFF2-40B4-BE49-F238E27FC236}">
                <a16:creationId xmlns:a16="http://schemas.microsoft.com/office/drawing/2014/main" id="{07BD6C02-2D88-4407-AB5F-1B4EE05F3EB7}"/>
              </a:ext>
            </a:extLst>
          </p:cNvPr>
          <p:cNvSpPr>
            <a:spLocks noGrp="1"/>
          </p:cNvSpPr>
          <p:nvPr>
            <p:ph type="pic" sz="quarter" idx="16" hasCustomPrompt="1"/>
          </p:nvPr>
        </p:nvSpPr>
        <p:spPr>
          <a:xfrm>
            <a:off x="7467600" y="2514600"/>
            <a:ext cx="1828800" cy="1828800"/>
          </a:xfrm>
          <a:prstGeom prst="ellipse">
            <a:avLst/>
          </a:prstGeom>
          <a:solidFill>
            <a:schemeClr val="bg1"/>
          </a:solidFill>
        </p:spPr>
        <p:txBody>
          <a:bodyPr>
            <a:noAutofit/>
          </a:bodyPr>
          <a:lstStyle>
            <a:lvl1pPr marL="0" indent="0">
              <a:lnSpc>
                <a:spcPct val="100000"/>
              </a:lnSpc>
              <a:buNone/>
              <a:defRPr>
                <a:solidFill>
                  <a:schemeClr val="tx1"/>
                </a:solidFill>
              </a:defRPr>
            </a:lvl1pPr>
          </a:lstStyle>
          <a:p>
            <a:r>
              <a:rPr lang="en-US"/>
              <a:t> </a:t>
            </a:r>
          </a:p>
        </p:txBody>
      </p:sp>
      <p:sp>
        <p:nvSpPr>
          <p:cNvPr id="16" name="Picture Placeholder 11">
            <a:extLst>
              <a:ext uri="{FF2B5EF4-FFF2-40B4-BE49-F238E27FC236}">
                <a16:creationId xmlns:a16="http://schemas.microsoft.com/office/drawing/2014/main" id="{266000A8-5305-480E-9CC7-8E85E0C22DB8}"/>
              </a:ext>
            </a:extLst>
          </p:cNvPr>
          <p:cNvSpPr>
            <a:spLocks noGrp="1"/>
          </p:cNvSpPr>
          <p:nvPr>
            <p:ph type="pic" sz="quarter" idx="17" hasCustomPrompt="1"/>
          </p:nvPr>
        </p:nvSpPr>
        <p:spPr>
          <a:xfrm>
            <a:off x="9753599" y="2514600"/>
            <a:ext cx="1828800" cy="1828800"/>
          </a:xfrm>
          <a:prstGeom prst="ellipse">
            <a:avLst/>
          </a:prstGeom>
          <a:solidFill>
            <a:schemeClr val="bg1"/>
          </a:solidFill>
        </p:spPr>
        <p:txBody>
          <a:bodyPr>
            <a:noAutofit/>
          </a:bodyPr>
          <a:lstStyle>
            <a:lvl1pPr marL="0" indent="0">
              <a:lnSpc>
                <a:spcPct val="100000"/>
              </a:lnSpc>
              <a:buNone/>
              <a:defRPr>
                <a:solidFill>
                  <a:schemeClr val="tx1"/>
                </a:solidFill>
              </a:defRPr>
            </a:lvl1pPr>
          </a:lstStyle>
          <a:p>
            <a:r>
              <a:rPr lang="en-US"/>
              <a:t> </a:t>
            </a:r>
          </a:p>
        </p:txBody>
      </p:sp>
      <p:sp>
        <p:nvSpPr>
          <p:cNvPr id="4" name="Title 3">
            <a:extLst>
              <a:ext uri="{FF2B5EF4-FFF2-40B4-BE49-F238E27FC236}">
                <a16:creationId xmlns:a16="http://schemas.microsoft.com/office/drawing/2014/main" id="{59E6B730-5A42-208D-B433-6B6B39E4788A}"/>
              </a:ext>
            </a:extLst>
          </p:cNvPr>
          <p:cNvSpPr>
            <a:spLocks noGrp="1"/>
          </p:cNvSpPr>
          <p:nvPr>
            <p:ph type="title" hasCustomPrompt="1"/>
          </p:nvPr>
        </p:nvSpPr>
        <p:spPr/>
        <p:txBody>
          <a:bodyPr/>
          <a:lstStyle>
            <a:lvl1pPr>
              <a:defRPr>
                <a:solidFill>
                  <a:schemeClr val="bg1"/>
                </a:solidFill>
              </a:defRPr>
            </a:lvl1pPr>
          </a:lstStyle>
          <a:p>
            <a:r>
              <a:rPr lang="en-US" dirty="0"/>
              <a:t>Click to enter title here</a:t>
            </a:r>
          </a:p>
        </p:txBody>
      </p:sp>
    </p:spTree>
    <p:custDataLst>
      <p:tags r:id="rId1"/>
    </p:custDataLst>
    <p:extLst>
      <p:ext uri="{BB962C8B-B14F-4D97-AF65-F5344CB8AC3E}">
        <p14:creationId xmlns:p14="http://schemas.microsoft.com/office/powerpoint/2010/main" val="3046564347"/>
      </p:ext>
    </p:extLst>
  </p:cSld>
  <p:clrMapOvr>
    <a:masterClrMapping/>
  </p:clrMapOvr>
  <p:extLst>
    <p:ext uri="{DCECCB84-F9BA-43D5-87BE-67443E8EF086}">
      <p15:sldGuideLst xmlns:p15="http://schemas.microsoft.com/office/powerpoint/2012/main">
        <p15:guide id="1" orient="horz" pos="890" userDrawn="1">
          <p15:clr>
            <a:srgbClr val="C35EA4"/>
          </p15:clr>
        </p15:guide>
        <p15:guide id="2" orient="horz" pos="981" userDrawn="1">
          <p15:clr>
            <a:srgbClr val="C35EA4"/>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5 Logo Holders">
    <p:bg>
      <p:bgPr>
        <a:solidFill>
          <a:schemeClr val="accent1"/>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C4A1AB8-2EE2-468C-A083-D01CE559E67F}"/>
              </a:ext>
            </a:extLst>
          </p:cNvPr>
          <p:cNvSpPr>
            <a:spLocks noGrp="1"/>
          </p:cNvSpPr>
          <p:nvPr>
            <p:ph type="dt" sz="half" idx="10"/>
          </p:nvPr>
        </p:nvSpPr>
        <p:spPr/>
        <p:txBody>
          <a:bodyPr/>
          <a:lstStyle>
            <a:lvl1pPr>
              <a:lnSpc>
                <a:spcPct val="100000"/>
              </a:lnSpc>
              <a:defRPr>
                <a:solidFill>
                  <a:schemeClr val="bg1"/>
                </a:solidFill>
              </a:defRPr>
            </a:lvl1pPr>
          </a:lstStyle>
          <a:p>
            <a:endParaRPr lang="en-GB"/>
          </a:p>
        </p:txBody>
      </p:sp>
      <p:sp>
        <p:nvSpPr>
          <p:cNvPr id="20" name="Text Placeholder 96">
            <a:extLst>
              <a:ext uri="{FF2B5EF4-FFF2-40B4-BE49-F238E27FC236}">
                <a16:creationId xmlns:a16="http://schemas.microsoft.com/office/drawing/2014/main" id="{CCEEFB9C-D904-475F-96C7-94205FF977B7}"/>
              </a:ext>
            </a:extLst>
          </p:cNvPr>
          <p:cNvSpPr>
            <a:spLocks noGrp="1"/>
          </p:cNvSpPr>
          <p:nvPr>
            <p:ph type="body" sz="quarter" idx="111" hasCustomPrompt="1"/>
          </p:nvPr>
        </p:nvSpPr>
        <p:spPr>
          <a:xfrm>
            <a:off x="609600" y="6200775"/>
            <a:ext cx="9753600" cy="657225"/>
          </a:xfrm>
        </p:spPr>
        <p:txBody>
          <a:bodyPr bIns="72000" anchor="b" anchorCtr="0">
            <a:noAutofit/>
          </a:bodyPr>
          <a:lstStyle>
            <a:lvl1pPr>
              <a:lnSpc>
                <a:spcPct val="100000"/>
              </a:lnSpc>
              <a:spcAft>
                <a:spcPts val="300"/>
              </a:spcAft>
              <a:buNone/>
              <a:defRPr sz="800">
                <a:solidFill>
                  <a:schemeClr val="bg1"/>
                </a:solidFill>
              </a:defRPr>
            </a:lvl1pPr>
          </a:lstStyle>
          <a:p>
            <a:pPr lvl="0"/>
            <a:r>
              <a:rPr lang="en-US" dirty="0"/>
              <a:t>Footnotes</a:t>
            </a:r>
          </a:p>
        </p:txBody>
      </p:sp>
      <p:sp>
        <p:nvSpPr>
          <p:cNvPr id="22" name="Picture Placeholder 11">
            <a:extLst>
              <a:ext uri="{FF2B5EF4-FFF2-40B4-BE49-F238E27FC236}">
                <a16:creationId xmlns:a16="http://schemas.microsoft.com/office/drawing/2014/main" id="{55383348-573F-407C-AC42-10E5B337AC52}"/>
              </a:ext>
            </a:extLst>
          </p:cNvPr>
          <p:cNvSpPr>
            <a:spLocks noGrp="1"/>
          </p:cNvSpPr>
          <p:nvPr>
            <p:ph type="pic" sz="quarter" idx="22" hasCustomPrompt="1"/>
          </p:nvPr>
        </p:nvSpPr>
        <p:spPr>
          <a:xfrm>
            <a:off x="609600" y="4312602"/>
            <a:ext cx="1508761" cy="1508761"/>
          </a:xfrm>
          <a:prstGeom prst="ellipse">
            <a:avLst/>
          </a:prstGeom>
          <a:solidFill>
            <a:schemeClr val="bg1"/>
          </a:solidFill>
        </p:spPr>
        <p:txBody>
          <a:bodyPr>
            <a:noAutofit/>
          </a:bodyPr>
          <a:lstStyle>
            <a:lvl1pPr>
              <a:lnSpc>
                <a:spcPct val="100000"/>
              </a:lnSpc>
              <a:defRPr>
                <a:solidFill>
                  <a:schemeClr val="bg1"/>
                </a:solidFill>
              </a:defRPr>
            </a:lvl1pPr>
          </a:lstStyle>
          <a:p>
            <a:r>
              <a:rPr lang="en-US"/>
              <a:t> </a:t>
            </a:r>
          </a:p>
        </p:txBody>
      </p:sp>
      <p:sp>
        <p:nvSpPr>
          <p:cNvPr id="12" name="Picture Placeholder 11">
            <a:extLst>
              <a:ext uri="{FF2B5EF4-FFF2-40B4-BE49-F238E27FC236}">
                <a16:creationId xmlns:a16="http://schemas.microsoft.com/office/drawing/2014/main" id="{75E460CF-60CD-4D04-8BD0-34A76029C4BA}"/>
              </a:ext>
            </a:extLst>
          </p:cNvPr>
          <p:cNvSpPr>
            <a:spLocks noGrp="1"/>
          </p:cNvSpPr>
          <p:nvPr>
            <p:ph type="pic" sz="quarter" idx="13" hasCustomPrompt="1"/>
          </p:nvPr>
        </p:nvSpPr>
        <p:spPr>
          <a:xfrm>
            <a:off x="609600" y="1791652"/>
            <a:ext cx="1508761" cy="1508761"/>
          </a:xfrm>
          <a:prstGeom prst="ellipse">
            <a:avLst/>
          </a:prstGeom>
          <a:solidFill>
            <a:schemeClr val="bg1"/>
          </a:solidFill>
        </p:spPr>
        <p:txBody>
          <a:bodyPr>
            <a:noAutofit/>
          </a:bodyPr>
          <a:lstStyle>
            <a:lvl1pPr>
              <a:lnSpc>
                <a:spcPct val="100000"/>
              </a:lnSpc>
              <a:defRPr>
                <a:solidFill>
                  <a:schemeClr val="bg1"/>
                </a:solidFill>
              </a:defRPr>
            </a:lvl1pPr>
          </a:lstStyle>
          <a:p>
            <a:r>
              <a:rPr lang="en-US"/>
              <a:t> </a:t>
            </a:r>
          </a:p>
        </p:txBody>
      </p:sp>
      <p:sp>
        <p:nvSpPr>
          <p:cNvPr id="5" name="Slide Number Placeholder 4">
            <a:extLst>
              <a:ext uri="{FF2B5EF4-FFF2-40B4-BE49-F238E27FC236}">
                <a16:creationId xmlns:a16="http://schemas.microsoft.com/office/drawing/2014/main" id="{BC99263C-FBED-4354-9C78-6D47AE0C620C}"/>
              </a:ext>
            </a:extLst>
          </p:cNvPr>
          <p:cNvSpPr>
            <a:spLocks noGrp="1"/>
          </p:cNvSpPr>
          <p:nvPr>
            <p:ph type="sldNum" sz="quarter" idx="12"/>
          </p:nvPr>
        </p:nvSpPr>
        <p:spPr/>
        <p:txBody>
          <a:bodyPr/>
          <a:lstStyle>
            <a:lvl1pPr>
              <a:lnSpc>
                <a:spcPct val="100000"/>
              </a:lnSpc>
              <a:defRPr>
                <a:solidFill>
                  <a:schemeClr val="bg1"/>
                </a:solidFill>
              </a:defRPr>
            </a:lvl1pPr>
          </a:lstStyle>
          <a:p>
            <a:fld id="{F8E47D07-9D1E-4FE9-B31A-2F5863681021}" type="slidenum">
              <a:rPr lang="en-GB" smtClean="0"/>
              <a:pPr/>
              <a:t>‹#›</a:t>
            </a:fld>
            <a:endParaRPr lang="en-GB"/>
          </a:p>
        </p:txBody>
      </p:sp>
      <p:sp>
        <p:nvSpPr>
          <p:cNvPr id="13" name="Picture Placeholder 11">
            <a:extLst>
              <a:ext uri="{FF2B5EF4-FFF2-40B4-BE49-F238E27FC236}">
                <a16:creationId xmlns:a16="http://schemas.microsoft.com/office/drawing/2014/main" id="{5C87F9B8-D0F5-497C-AE63-5A450E0E1DA9}"/>
              </a:ext>
            </a:extLst>
          </p:cNvPr>
          <p:cNvSpPr>
            <a:spLocks noGrp="1"/>
          </p:cNvSpPr>
          <p:nvPr>
            <p:ph type="pic" sz="quarter" idx="14" hasCustomPrompt="1"/>
          </p:nvPr>
        </p:nvSpPr>
        <p:spPr>
          <a:xfrm>
            <a:off x="2975610" y="1791652"/>
            <a:ext cx="1508761" cy="1508761"/>
          </a:xfrm>
          <a:prstGeom prst="ellipse">
            <a:avLst/>
          </a:prstGeom>
          <a:solidFill>
            <a:schemeClr val="bg1"/>
          </a:solidFill>
        </p:spPr>
        <p:txBody>
          <a:bodyPr>
            <a:noAutofit/>
          </a:bodyPr>
          <a:lstStyle>
            <a:lvl1pPr>
              <a:lnSpc>
                <a:spcPct val="100000"/>
              </a:lnSpc>
              <a:defRPr>
                <a:solidFill>
                  <a:schemeClr val="bg1"/>
                </a:solidFill>
              </a:defRPr>
            </a:lvl1pPr>
          </a:lstStyle>
          <a:p>
            <a:r>
              <a:rPr lang="en-US"/>
              <a:t> </a:t>
            </a:r>
          </a:p>
        </p:txBody>
      </p:sp>
      <p:sp>
        <p:nvSpPr>
          <p:cNvPr id="14" name="Picture Placeholder 11">
            <a:extLst>
              <a:ext uri="{FF2B5EF4-FFF2-40B4-BE49-F238E27FC236}">
                <a16:creationId xmlns:a16="http://schemas.microsoft.com/office/drawing/2014/main" id="{CA7090BA-5395-4466-845D-2FFF88988FC5}"/>
              </a:ext>
            </a:extLst>
          </p:cNvPr>
          <p:cNvSpPr>
            <a:spLocks noGrp="1"/>
          </p:cNvSpPr>
          <p:nvPr>
            <p:ph type="pic" sz="quarter" idx="15" hasCustomPrompt="1"/>
          </p:nvPr>
        </p:nvSpPr>
        <p:spPr>
          <a:xfrm>
            <a:off x="5341620" y="1791652"/>
            <a:ext cx="1508761" cy="1508761"/>
          </a:xfrm>
          <a:prstGeom prst="ellipse">
            <a:avLst/>
          </a:prstGeom>
          <a:solidFill>
            <a:schemeClr val="bg1"/>
          </a:solidFill>
        </p:spPr>
        <p:txBody>
          <a:bodyPr>
            <a:noAutofit/>
          </a:bodyPr>
          <a:lstStyle>
            <a:lvl1pPr>
              <a:lnSpc>
                <a:spcPct val="100000"/>
              </a:lnSpc>
              <a:defRPr>
                <a:solidFill>
                  <a:schemeClr val="bg1"/>
                </a:solidFill>
              </a:defRPr>
            </a:lvl1pPr>
          </a:lstStyle>
          <a:p>
            <a:r>
              <a:rPr lang="en-US"/>
              <a:t> </a:t>
            </a:r>
          </a:p>
        </p:txBody>
      </p:sp>
      <p:sp>
        <p:nvSpPr>
          <p:cNvPr id="15" name="Picture Placeholder 11">
            <a:extLst>
              <a:ext uri="{FF2B5EF4-FFF2-40B4-BE49-F238E27FC236}">
                <a16:creationId xmlns:a16="http://schemas.microsoft.com/office/drawing/2014/main" id="{07BD6C02-2D88-4407-AB5F-1B4EE05F3EB7}"/>
              </a:ext>
            </a:extLst>
          </p:cNvPr>
          <p:cNvSpPr>
            <a:spLocks noGrp="1"/>
          </p:cNvSpPr>
          <p:nvPr>
            <p:ph type="pic" sz="quarter" idx="16" hasCustomPrompt="1"/>
          </p:nvPr>
        </p:nvSpPr>
        <p:spPr>
          <a:xfrm>
            <a:off x="7707630" y="1791652"/>
            <a:ext cx="1508761" cy="1508761"/>
          </a:xfrm>
          <a:prstGeom prst="ellipse">
            <a:avLst/>
          </a:prstGeom>
          <a:solidFill>
            <a:schemeClr val="bg1"/>
          </a:solidFill>
        </p:spPr>
        <p:txBody>
          <a:bodyPr>
            <a:noAutofit/>
          </a:bodyPr>
          <a:lstStyle>
            <a:lvl1pPr>
              <a:lnSpc>
                <a:spcPct val="100000"/>
              </a:lnSpc>
              <a:defRPr>
                <a:solidFill>
                  <a:schemeClr val="bg1"/>
                </a:solidFill>
              </a:defRPr>
            </a:lvl1pPr>
          </a:lstStyle>
          <a:p>
            <a:r>
              <a:rPr lang="en-US"/>
              <a:t> </a:t>
            </a:r>
          </a:p>
        </p:txBody>
      </p:sp>
      <p:sp>
        <p:nvSpPr>
          <p:cNvPr id="16" name="Picture Placeholder 11">
            <a:extLst>
              <a:ext uri="{FF2B5EF4-FFF2-40B4-BE49-F238E27FC236}">
                <a16:creationId xmlns:a16="http://schemas.microsoft.com/office/drawing/2014/main" id="{266000A8-5305-480E-9CC7-8E85E0C22DB8}"/>
              </a:ext>
            </a:extLst>
          </p:cNvPr>
          <p:cNvSpPr>
            <a:spLocks noGrp="1"/>
          </p:cNvSpPr>
          <p:nvPr>
            <p:ph type="pic" sz="quarter" idx="17" hasCustomPrompt="1"/>
          </p:nvPr>
        </p:nvSpPr>
        <p:spPr>
          <a:xfrm>
            <a:off x="10073639" y="1791652"/>
            <a:ext cx="1508761" cy="1508761"/>
          </a:xfrm>
          <a:prstGeom prst="ellipse">
            <a:avLst/>
          </a:prstGeom>
          <a:solidFill>
            <a:schemeClr val="bg1"/>
          </a:solidFill>
        </p:spPr>
        <p:txBody>
          <a:bodyPr>
            <a:noAutofit/>
          </a:bodyPr>
          <a:lstStyle>
            <a:lvl1pPr>
              <a:lnSpc>
                <a:spcPct val="100000"/>
              </a:lnSpc>
              <a:defRPr>
                <a:solidFill>
                  <a:schemeClr val="bg1"/>
                </a:solidFill>
              </a:defRPr>
            </a:lvl1pPr>
          </a:lstStyle>
          <a:p>
            <a:r>
              <a:rPr lang="en-US"/>
              <a:t> </a:t>
            </a:r>
          </a:p>
        </p:txBody>
      </p:sp>
      <p:sp>
        <p:nvSpPr>
          <p:cNvPr id="10" name="Picture Placeholder 11">
            <a:extLst>
              <a:ext uri="{FF2B5EF4-FFF2-40B4-BE49-F238E27FC236}">
                <a16:creationId xmlns:a16="http://schemas.microsoft.com/office/drawing/2014/main" id="{528F52C5-394F-4E1B-B272-53ADE5734408}"/>
              </a:ext>
            </a:extLst>
          </p:cNvPr>
          <p:cNvSpPr>
            <a:spLocks noGrp="1"/>
          </p:cNvSpPr>
          <p:nvPr>
            <p:ph type="pic" sz="quarter" idx="18" hasCustomPrompt="1"/>
          </p:nvPr>
        </p:nvSpPr>
        <p:spPr>
          <a:xfrm>
            <a:off x="1792605" y="3052127"/>
            <a:ext cx="1508761" cy="1508761"/>
          </a:xfrm>
          <a:prstGeom prst="ellipse">
            <a:avLst/>
          </a:prstGeom>
          <a:solidFill>
            <a:schemeClr val="bg1"/>
          </a:solidFill>
        </p:spPr>
        <p:txBody>
          <a:bodyPr>
            <a:noAutofit/>
          </a:bodyPr>
          <a:lstStyle>
            <a:lvl1pPr>
              <a:lnSpc>
                <a:spcPct val="100000"/>
              </a:lnSpc>
              <a:defRPr>
                <a:solidFill>
                  <a:schemeClr val="bg1"/>
                </a:solidFill>
              </a:defRPr>
            </a:lvl1pPr>
          </a:lstStyle>
          <a:p>
            <a:r>
              <a:rPr lang="en-US"/>
              <a:t> </a:t>
            </a:r>
          </a:p>
        </p:txBody>
      </p:sp>
      <p:sp>
        <p:nvSpPr>
          <p:cNvPr id="11" name="Picture Placeholder 11">
            <a:extLst>
              <a:ext uri="{FF2B5EF4-FFF2-40B4-BE49-F238E27FC236}">
                <a16:creationId xmlns:a16="http://schemas.microsoft.com/office/drawing/2014/main" id="{010FBB93-0F37-4614-B044-1F82ABF9CE63}"/>
              </a:ext>
            </a:extLst>
          </p:cNvPr>
          <p:cNvSpPr>
            <a:spLocks noGrp="1"/>
          </p:cNvSpPr>
          <p:nvPr>
            <p:ph type="pic" sz="quarter" idx="19" hasCustomPrompt="1"/>
          </p:nvPr>
        </p:nvSpPr>
        <p:spPr>
          <a:xfrm>
            <a:off x="4158615" y="3052127"/>
            <a:ext cx="1508761" cy="1508761"/>
          </a:xfrm>
          <a:prstGeom prst="ellipse">
            <a:avLst/>
          </a:prstGeom>
          <a:solidFill>
            <a:schemeClr val="bg1"/>
          </a:solidFill>
        </p:spPr>
        <p:txBody>
          <a:bodyPr>
            <a:noAutofit/>
          </a:bodyPr>
          <a:lstStyle>
            <a:lvl1pPr>
              <a:lnSpc>
                <a:spcPct val="100000"/>
              </a:lnSpc>
              <a:defRPr>
                <a:solidFill>
                  <a:schemeClr val="bg1"/>
                </a:solidFill>
              </a:defRPr>
            </a:lvl1pPr>
          </a:lstStyle>
          <a:p>
            <a:r>
              <a:rPr lang="en-US"/>
              <a:t> </a:t>
            </a:r>
          </a:p>
        </p:txBody>
      </p:sp>
      <p:sp>
        <p:nvSpPr>
          <p:cNvPr id="17" name="Picture Placeholder 11">
            <a:extLst>
              <a:ext uri="{FF2B5EF4-FFF2-40B4-BE49-F238E27FC236}">
                <a16:creationId xmlns:a16="http://schemas.microsoft.com/office/drawing/2014/main" id="{B422470C-0E1C-419C-8572-16476BEE7FA8}"/>
              </a:ext>
            </a:extLst>
          </p:cNvPr>
          <p:cNvSpPr>
            <a:spLocks noGrp="1"/>
          </p:cNvSpPr>
          <p:nvPr>
            <p:ph type="pic" sz="quarter" idx="20" hasCustomPrompt="1"/>
          </p:nvPr>
        </p:nvSpPr>
        <p:spPr>
          <a:xfrm>
            <a:off x="6524625" y="3052127"/>
            <a:ext cx="1508761" cy="1508761"/>
          </a:xfrm>
          <a:prstGeom prst="ellipse">
            <a:avLst/>
          </a:prstGeom>
          <a:solidFill>
            <a:schemeClr val="bg1"/>
          </a:solidFill>
        </p:spPr>
        <p:txBody>
          <a:bodyPr>
            <a:noAutofit/>
          </a:bodyPr>
          <a:lstStyle>
            <a:lvl1pPr>
              <a:lnSpc>
                <a:spcPct val="100000"/>
              </a:lnSpc>
              <a:defRPr>
                <a:solidFill>
                  <a:schemeClr val="bg1"/>
                </a:solidFill>
              </a:defRPr>
            </a:lvl1pPr>
          </a:lstStyle>
          <a:p>
            <a:r>
              <a:rPr lang="en-US"/>
              <a:t> </a:t>
            </a:r>
          </a:p>
        </p:txBody>
      </p:sp>
      <p:sp>
        <p:nvSpPr>
          <p:cNvPr id="18" name="Picture Placeholder 11">
            <a:extLst>
              <a:ext uri="{FF2B5EF4-FFF2-40B4-BE49-F238E27FC236}">
                <a16:creationId xmlns:a16="http://schemas.microsoft.com/office/drawing/2014/main" id="{531AA156-F64E-4378-B7E9-92F3B595809A}"/>
              </a:ext>
            </a:extLst>
          </p:cNvPr>
          <p:cNvSpPr>
            <a:spLocks noGrp="1"/>
          </p:cNvSpPr>
          <p:nvPr>
            <p:ph type="pic" sz="quarter" idx="21" hasCustomPrompt="1"/>
          </p:nvPr>
        </p:nvSpPr>
        <p:spPr>
          <a:xfrm>
            <a:off x="8890635" y="3052127"/>
            <a:ext cx="1508761" cy="1508761"/>
          </a:xfrm>
          <a:prstGeom prst="ellipse">
            <a:avLst/>
          </a:prstGeom>
          <a:solidFill>
            <a:schemeClr val="bg1"/>
          </a:solidFill>
        </p:spPr>
        <p:txBody>
          <a:bodyPr>
            <a:noAutofit/>
          </a:bodyPr>
          <a:lstStyle>
            <a:lvl1pPr>
              <a:lnSpc>
                <a:spcPct val="100000"/>
              </a:lnSpc>
              <a:defRPr>
                <a:solidFill>
                  <a:schemeClr val="bg1"/>
                </a:solidFill>
              </a:defRPr>
            </a:lvl1pPr>
          </a:lstStyle>
          <a:p>
            <a:r>
              <a:rPr lang="en-US"/>
              <a:t> </a:t>
            </a:r>
          </a:p>
        </p:txBody>
      </p:sp>
      <p:sp>
        <p:nvSpPr>
          <p:cNvPr id="23" name="Picture Placeholder 11">
            <a:extLst>
              <a:ext uri="{FF2B5EF4-FFF2-40B4-BE49-F238E27FC236}">
                <a16:creationId xmlns:a16="http://schemas.microsoft.com/office/drawing/2014/main" id="{433BEA04-0693-4052-8B02-BF6FC678BA1D}"/>
              </a:ext>
            </a:extLst>
          </p:cNvPr>
          <p:cNvSpPr>
            <a:spLocks noGrp="1"/>
          </p:cNvSpPr>
          <p:nvPr>
            <p:ph type="pic" sz="quarter" idx="23" hasCustomPrompt="1"/>
          </p:nvPr>
        </p:nvSpPr>
        <p:spPr>
          <a:xfrm>
            <a:off x="2975610" y="4312602"/>
            <a:ext cx="1508761" cy="1508761"/>
          </a:xfrm>
          <a:prstGeom prst="ellipse">
            <a:avLst/>
          </a:prstGeom>
          <a:solidFill>
            <a:schemeClr val="bg1"/>
          </a:solidFill>
        </p:spPr>
        <p:txBody>
          <a:bodyPr>
            <a:noAutofit/>
          </a:bodyPr>
          <a:lstStyle>
            <a:lvl1pPr>
              <a:lnSpc>
                <a:spcPct val="100000"/>
              </a:lnSpc>
              <a:defRPr>
                <a:solidFill>
                  <a:schemeClr val="bg1"/>
                </a:solidFill>
              </a:defRPr>
            </a:lvl1pPr>
          </a:lstStyle>
          <a:p>
            <a:r>
              <a:rPr lang="en-US"/>
              <a:t> </a:t>
            </a:r>
          </a:p>
        </p:txBody>
      </p:sp>
      <p:sp>
        <p:nvSpPr>
          <p:cNvPr id="24" name="Picture Placeholder 11">
            <a:extLst>
              <a:ext uri="{FF2B5EF4-FFF2-40B4-BE49-F238E27FC236}">
                <a16:creationId xmlns:a16="http://schemas.microsoft.com/office/drawing/2014/main" id="{B88C8BE9-D35E-4988-80D5-BB7AD3E6AD9E}"/>
              </a:ext>
            </a:extLst>
          </p:cNvPr>
          <p:cNvSpPr>
            <a:spLocks noGrp="1"/>
          </p:cNvSpPr>
          <p:nvPr>
            <p:ph type="pic" sz="quarter" idx="24" hasCustomPrompt="1"/>
          </p:nvPr>
        </p:nvSpPr>
        <p:spPr>
          <a:xfrm>
            <a:off x="5341620" y="4312602"/>
            <a:ext cx="1508761" cy="1508761"/>
          </a:xfrm>
          <a:prstGeom prst="ellipse">
            <a:avLst/>
          </a:prstGeom>
          <a:solidFill>
            <a:schemeClr val="bg1"/>
          </a:solidFill>
        </p:spPr>
        <p:txBody>
          <a:bodyPr>
            <a:noAutofit/>
          </a:bodyPr>
          <a:lstStyle>
            <a:lvl1pPr>
              <a:lnSpc>
                <a:spcPct val="100000"/>
              </a:lnSpc>
              <a:defRPr>
                <a:solidFill>
                  <a:schemeClr val="bg1"/>
                </a:solidFill>
              </a:defRPr>
            </a:lvl1pPr>
          </a:lstStyle>
          <a:p>
            <a:r>
              <a:rPr lang="en-US"/>
              <a:t> </a:t>
            </a:r>
          </a:p>
        </p:txBody>
      </p:sp>
      <p:sp>
        <p:nvSpPr>
          <p:cNvPr id="25" name="Picture Placeholder 11">
            <a:extLst>
              <a:ext uri="{FF2B5EF4-FFF2-40B4-BE49-F238E27FC236}">
                <a16:creationId xmlns:a16="http://schemas.microsoft.com/office/drawing/2014/main" id="{18A22AE5-FC27-4F35-A0A4-5A75925CEFE6}"/>
              </a:ext>
            </a:extLst>
          </p:cNvPr>
          <p:cNvSpPr>
            <a:spLocks noGrp="1"/>
          </p:cNvSpPr>
          <p:nvPr>
            <p:ph type="pic" sz="quarter" idx="25" hasCustomPrompt="1"/>
          </p:nvPr>
        </p:nvSpPr>
        <p:spPr>
          <a:xfrm>
            <a:off x="7707630" y="4312602"/>
            <a:ext cx="1508761" cy="1508761"/>
          </a:xfrm>
          <a:prstGeom prst="ellipse">
            <a:avLst/>
          </a:prstGeom>
          <a:solidFill>
            <a:schemeClr val="bg1"/>
          </a:solidFill>
        </p:spPr>
        <p:txBody>
          <a:bodyPr>
            <a:noAutofit/>
          </a:bodyPr>
          <a:lstStyle>
            <a:lvl1pPr>
              <a:lnSpc>
                <a:spcPct val="100000"/>
              </a:lnSpc>
              <a:defRPr>
                <a:solidFill>
                  <a:schemeClr val="bg1"/>
                </a:solidFill>
              </a:defRPr>
            </a:lvl1pPr>
          </a:lstStyle>
          <a:p>
            <a:r>
              <a:rPr lang="en-US"/>
              <a:t> </a:t>
            </a:r>
          </a:p>
        </p:txBody>
      </p:sp>
      <p:sp>
        <p:nvSpPr>
          <p:cNvPr id="26" name="Picture Placeholder 11">
            <a:extLst>
              <a:ext uri="{FF2B5EF4-FFF2-40B4-BE49-F238E27FC236}">
                <a16:creationId xmlns:a16="http://schemas.microsoft.com/office/drawing/2014/main" id="{E918B138-DFE8-4A19-AB1C-B0F83FA25063}"/>
              </a:ext>
            </a:extLst>
          </p:cNvPr>
          <p:cNvSpPr>
            <a:spLocks noGrp="1"/>
          </p:cNvSpPr>
          <p:nvPr>
            <p:ph type="pic" sz="quarter" idx="26" hasCustomPrompt="1"/>
          </p:nvPr>
        </p:nvSpPr>
        <p:spPr>
          <a:xfrm>
            <a:off x="10073639" y="4312602"/>
            <a:ext cx="1508761" cy="1508761"/>
          </a:xfrm>
          <a:prstGeom prst="ellipse">
            <a:avLst/>
          </a:prstGeom>
          <a:solidFill>
            <a:schemeClr val="bg1"/>
          </a:solidFill>
        </p:spPr>
        <p:txBody>
          <a:bodyPr>
            <a:noAutofit/>
          </a:bodyPr>
          <a:lstStyle>
            <a:lvl1pPr>
              <a:lnSpc>
                <a:spcPct val="100000"/>
              </a:lnSpc>
              <a:defRPr>
                <a:solidFill>
                  <a:schemeClr val="bg1"/>
                </a:solidFill>
              </a:defRPr>
            </a:lvl1pPr>
          </a:lstStyle>
          <a:p>
            <a:r>
              <a:rPr lang="en-US"/>
              <a:t> </a:t>
            </a:r>
          </a:p>
        </p:txBody>
      </p:sp>
      <p:sp>
        <p:nvSpPr>
          <p:cNvPr id="4" name="Title 3">
            <a:extLst>
              <a:ext uri="{FF2B5EF4-FFF2-40B4-BE49-F238E27FC236}">
                <a16:creationId xmlns:a16="http://schemas.microsoft.com/office/drawing/2014/main" id="{42A7A832-AF78-1D3F-183D-D1C1FAD9DB49}"/>
              </a:ext>
            </a:extLst>
          </p:cNvPr>
          <p:cNvSpPr>
            <a:spLocks noGrp="1"/>
          </p:cNvSpPr>
          <p:nvPr>
            <p:ph type="title" hasCustomPrompt="1"/>
          </p:nvPr>
        </p:nvSpPr>
        <p:spPr/>
        <p:txBody>
          <a:bodyPr/>
          <a:lstStyle>
            <a:lvl1pPr>
              <a:defRPr>
                <a:solidFill>
                  <a:schemeClr val="bg1"/>
                </a:solidFill>
              </a:defRPr>
            </a:lvl1pPr>
          </a:lstStyle>
          <a:p>
            <a:r>
              <a:rPr lang="en-US" dirty="0"/>
              <a:t>Click to enter title here</a:t>
            </a:r>
          </a:p>
        </p:txBody>
      </p:sp>
    </p:spTree>
    <p:custDataLst>
      <p:tags r:id="rId1"/>
    </p:custDataLst>
    <p:extLst>
      <p:ext uri="{BB962C8B-B14F-4D97-AF65-F5344CB8AC3E}">
        <p14:creationId xmlns:p14="http://schemas.microsoft.com/office/powerpoint/2010/main" val="1492247719"/>
      </p:ext>
    </p:extLst>
  </p:cSld>
  <p:clrMapOvr>
    <a:masterClrMapping/>
  </p:clrMapOvr>
  <p:extLst>
    <p:ext uri="{DCECCB84-F9BA-43D5-87BE-67443E8EF086}">
      <p15:sldGuideLst xmlns:p15="http://schemas.microsoft.com/office/powerpoint/2012/main">
        <p15:guide id="1" orient="horz" pos="890" userDrawn="1">
          <p15:clr>
            <a:srgbClr val="C35EA4"/>
          </p15:clr>
        </p15:guide>
        <p15:guide id="2" orient="horz" pos="981" userDrawn="1">
          <p15:clr>
            <a:srgbClr val="C35EA4"/>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END">
    <p:bg>
      <p:bgPr>
        <a:solidFill>
          <a:schemeClr val="tx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C22DA5D-EC7E-40C3-8862-3E3748AD6C3A}"/>
              </a:ext>
            </a:extLst>
          </p:cNvPr>
          <p:cNvSpPr txBox="1">
            <a:spLocks/>
          </p:cNvSpPr>
          <p:nvPr userDrawn="1"/>
        </p:nvSpPr>
        <p:spPr>
          <a:xfrm>
            <a:off x="1257304" y="769811"/>
            <a:ext cx="9677394" cy="5318379"/>
          </a:xfrm>
          <a:prstGeom prst="rect">
            <a:avLst/>
          </a:prstGeom>
        </p:spPr>
        <p:txBody>
          <a:bodyPr vert="horz" wrap="square" lIns="0" tIns="0" rIns="0" bIns="0" rtlCol="0" anchor="t">
            <a:spAutoFit/>
          </a:bodyPr>
          <a:lstStyle>
            <a:lvl1pPr algn="ctr" defTabSz="914400" rtl="0" eaLnBrk="1" latinLnBrk="0" hangingPunct="1">
              <a:lnSpc>
                <a:spcPct val="90000"/>
              </a:lnSpc>
              <a:spcBef>
                <a:spcPct val="0"/>
              </a:spcBef>
              <a:buNone/>
              <a:defRPr sz="6000" kern="1200">
                <a:solidFill>
                  <a:schemeClr val="bg1"/>
                </a:solidFill>
                <a:latin typeface="+mj-lt"/>
                <a:ea typeface="+mj-ea"/>
                <a:cs typeface="+mj-cs"/>
              </a:defRPr>
            </a:lvl1pPr>
          </a:lstStyle>
          <a:p>
            <a:pPr>
              <a:lnSpc>
                <a:spcPct val="90000"/>
              </a:lnSpc>
            </a:pPr>
            <a:r>
              <a:rPr lang="en-US" sz="9600" dirty="0"/>
              <a:t>Do not use layouts</a:t>
            </a:r>
            <a:br>
              <a:rPr lang="en-US" sz="9600" dirty="0"/>
            </a:br>
            <a:r>
              <a:rPr lang="en-US" sz="9600" dirty="0"/>
              <a:t>in this section appearing after this point. </a:t>
            </a:r>
          </a:p>
        </p:txBody>
      </p:sp>
      <p:sp>
        <p:nvSpPr>
          <p:cNvPr id="3" name="DO NOT DELETE (BRANDIN)">
            <a:extLst>
              <a:ext uri="{FF2B5EF4-FFF2-40B4-BE49-F238E27FC236}">
                <a16:creationId xmlns:a16="http://schemas.microsoft.com/office/drawing/2014/main" id="{C17AC543-38B8-5244-ACFA-121DD8C94A06}"/>
              </a:ext>
            </a:extLst>
          </p:cNvPr>
          <p:cNvSpPr/>
          <p:nvPr userDrawn="1"/>
        </p:nvSpPr>
        <p:spPr>
          <a:xfrm>
            <a:off x="152400" y="15240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20000"/>
              </a:lnSpc>
              <a:spcAft>
                <a:spcPts val="600"/>
              </a:spcAft>
            </a:pPr>
            <a:endParaRPr lang="en-US" dirty="0" err="1"/>
          </a:p>
        </p:txBody>
      </p:sp>
    </p:spTree>
    <p:custDataLst>
      <p:custData r:id="rId1"/>
      <p:tags r:id="rId2"/>
    </p:custDataLst>
    <p:extLst>
      <p:ext uri="{BB962C8B-B14F-4D97-AF65-F5344CB8AC3E}">
        <p14:creationId xmlns:p14="http://schemas.microsoft.com/office/powerpoint/2010/main" val="283179047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3 Step Cycl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E4832AD-985D-4D13-ADFF-E382CC2CA7F2}"/>
              </a:ext>
            </a:extLst>
          </p:cNvPr>
          <p:cNvSpPr>
            <a:spLocks noGrp="1"/>
          </p:cNvSpPr>
          <p:nvPr>
            <p:ph type="dt" sz="half" idx="10"/>
          </p:nvPr>
        </p:nvSpPr>
        <p:spPr/>
        <p:txBody>
          <a:bodyPr/>
          <a:lstStyle>
            <a:lvl1pPr>
              <a:lnSpc>
                <a:spcPct val="100000"/>
              </a:lnSpc>
              <a:defRPr/>
            </a:lvl1pPr>
          </a:lstStyle>
          <a:p>
            <a:endParaRPr lang="en-GB"/>
          </a:p>
        </p:txBody>
      </p:sp>
      <p:sp>
        <p:nvSpPr>
          <p:cNvPr id="21" name="Text Placeholder 96">
            <a:extLst>
              <a:ext uri="{FF2B5EF4-FFF2-40B4-BE49-F238E27FC236}">
                <a16:creationId xmlns:a16="http://schemas.microsoft.com/office/drawing/2014/main" id="{E5E4BB74-DA2D-41B2-AA1D-6A62934140E9}"/>
              </a:ext>
            </a:extLst>
          </p:cNvPr>
          <p:cNvSpPr>
            <a:spLocks noGrp="1"/>
          </p:cNvSpPr>
          <p:nvPr>
            <p:ph type="body" sz="quarter" idx="111" hasCustomPrompt="1"/>
          </p:nvPr>
        </p:nvSpPr>
        <p:spPr>
          <a:xfrm>
            <a:off x="609600" y="6200775"/>
            <a:ext cx="9753600" cy="657225"/>
          </a:xfrm>
        </p:spPr>
        <p:txBody>
          <a:bodyPr bIns="72000" anchor="b" anchorCtr="0">
            <a:noAutofit/>
          </a:bodyPr>
          <a:lstStyle>
            <a:lvl1pPr>
              <a:lnSpc>
                <a:spcPct val="100000"/>
              </a:lnSpc>
              <a:spcAft>
                <a:spcPts val="300"/>
              </a:spcAft>
              <a:buNone/>
              <a:defRPr sz="800"/>
            </a:lvl1pPr>
          </a:lstStyle>
          <a:p>
            <a:pPr lvl="0"/>
            <a:r>
              <a:rPr lang="en-US" dirty="0"/>
              <a:t>Footnotes</a:t>
            </a:r>
          </a:p>
        </p:txBody>
      </p:sp>
      <p:sp>
        <p:nvSpPr>
          <p:cNvPr id="37" name="Text Placeholder 35">
            <a:extLst>
              <a:ext uri="{FF2B5EF4-FFF2-40B4-BE49-F238E27FC236}">
                <a16:creationId xmlns:a16="http://schemas.microsoft.com/office/drawing/2014/main" id="{8552BE03-1563-4153-9F03-4CF477C6D0B8}"/>
              </a:ext>
            </a:extLst>
          </p:cNvPr>
          <p:cNvSpPr>
            <a:spLocks noGrp="1"/>
          </p:cNvSpPr>
          <p:nvPr>
            <p:ph type="body" sz="quarter" idx="32" hasCustomPrompt="1"/>
          </p:nvPr>
        </p:nvSpPr>
        <p:spPr>
          <a:xfrm>
            <a:off x="609600" y="2381412"/>
            <a:ext cx="3048000" cy="889200"/>
          </a:xfrm>
        </p:spPr>
        <p:txBody>
          <a:bodyPr lIns="0" tIns="0"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dirty="0"/>
              <a:t>Click to add text.</a:t>
            </a:r>
            <a:br>
              <a:rPr lang="en-US" dirty="0"/>
            </a:br>
            <a:r>
              <a:rPr lang="en-US" dirty="0"/>
              <a:t>Please change lens </a:t>
            </a:r>
            <a:r>
              <a:rPr lang="en-US" dirty="0" err="1"/>
              <a:t>colour</a:t>
            </a:r>
            <a:r>
              <a:rPr lang="en-US" dirty="0"/>
              <a:t> before adding images or icons. </a:t>
            </a:r>
          </a:p>
        </p:txBody>
      </p:sp>
      <p:sp>
        <p:nvSpPr>
          <p:cNvPr id="36" name="Text Placeholder 35">
            <a:extLst>
              <a:ext uri="{FF2B5EF4-FFF2-40B4-BE49-F238E27FC236}">
                <a16:creationId xmlns:a16="http://schemas.microsoft.com/office/drawing/2014/main" id="{8D44FBB5-0816-4A67-9A1E-11064CBAD7FC}"/>
              </a:ext>
            </a:extLst>
          </p:cNvPr>
          <p:cNvSpPr>
            <a:spLocks noGrp="1"/>
          </p:cNvSpPr>
          <p:nvPr>
            <p:ph type="body" sz="quarter" idx="31" hasCustomPrompt="1"/>
          </p:nvPr>
        </p:nvSpPr>
        <p:spPr>
          <a:xfrm>
            <a:off x="609600" y="1977323"/>
            <a:ext cx="3048000" cy="364129"/>
          </a:xfrm>
        </p:spPr>
        <p:txBody>
          <a:bodyPr lIns="0" tIns="0"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dirty="0"/>
              <a:t>Click to add heading</a:t>
            </a:r>
          </a:p>
        </p:txBody>
      </p:sp>
      <p:sp>
        <p:nvSpPr>
          <p:cNvPr id="5" name="Slide Number Placeholder 4">
            <a:extLst>
              <a:ext uri="{FF2B5EF4-FFF2-40B4-BE49-F238E27FC236}">
                <a16:creationId xmlns:a16="http://schemas.microsoft.com/office/drawing/2014/main" id="{D0F3331A-221C-4BB7-BE2C-92316653FCF1}"/>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grpSp>
        <p:nvGrpSpPr>
          <p:cNvPr id="4" name="Group 3">
            <a:extLst>
              <a:ext uri="{FF2B5EF4-FFF2-40B4-BE49-F238E27FC236}">
                <a16:creationId xmlns:a16="http://schemas.microsoft.com/office/drawing/2014/main" id="{07A1BF01-A79B-4385-8031-297EE30136DC}"/>
              </a:ext>
            </a:extLst>
          </p:cNvPr>
          <p:cNvGrpSpPr/>
          <p:nvPr userDrawn="1"/>
        </p:nvGrpSpPr>
        <p:grpSpPr>
          <a:xfrm>
            <a:off x="4702794" y="2368567"/>
            <a:ext cx="2786412" cy="2786898"/>
            <a:chOff x="4702794" y="1940301"/>
            <a:chExt cx="2786412" cy="2786898"/>
          </a:xfrm>
        </p:grpSpPr>
        <p:sp>
          <p:nvSpPr>
            <p:cNvPr id="13" name="Oval 12">
              <a:extLst>
                <a:ext uri="{FF2B5EF4-FFF2-40B4-BE49-F238E27FC236}">
                  <a16:creationId xmlns:a16="http://schemas.microsoft.com/office/drawing/2014/main" id="{230997DD-D22B-4EFC-9126-67C2C54698BB}"/>
                </a:ext>
              </a:extLst>
            </p:cNvPr>
            <p:cNvSpPr/>
            <p:nvPr/>
          </p:nvSpPr>
          <p:spPr>
            <a:xfrm>
              <a:off x="4702794" y="1940301"/>
              <a:ext cx="2786412" cy="2786898"/>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US" sz="3600" b="1">
                <a:latin typeface="+mj-lt"/>
              </a:endParaRPr>
            </a:p>
          </p:txBody>
        </p:sp>
        <p:sp>
          <p:nvSpPr>
            <p:cNvPr id="14" name="Freeform 17">
              <a:extLst>
                <a:ext uri="{FF2B5EF4-FFF2-40B4-BE49-F238E27FC236}">
                  <a16:creationId xmlns:a16="http://schemas.microsoft.com/office/drawing/2014/main" id="{29FAD213-61FD-4539-A69F-3C32018A24DB}"/>
                </a:ext>
              </a:extLst>
            </p:cNvPr>
            <p:cNvSpPr>
              <a:spLocks/>
            </p:cNvSpPr>
            <p:nvPr/>
          </p:nvSpPr>
          <p:spPr bwMode="auto">
            <a:xfrm rot="2035772" flipH="1">
              <a:off x="6585832" y="2580721"/>
              <a:ext cx="842959" cy="303261"/>
            </a:xfrm>
            <a:custGeom>
              <a:avLst/>
              <a:gdLst>
                <a:gd name="T0" fmla="*/ 601 w 601"/>
                <a:gd name="T1" fmla="*/ 0 h 217"/>
                <a:gd name="T2" fmla="*/ 600 w 601"/>
                <a:gd name="T3" fmla="*/ 0 h 217"/>
                <a:gd name="T4" fmla="*/ 413 w 601"/>
                <a:gd name="T5" fmla="*/ 19 h 217"/>
                <a:gd name="T6" fmla="*/ 0 w 601"/>
                <a:gd name="T7" fmla="*/ 217 h 217"/>
              </a:gdLst>
              <a:ahLst/>
              <a:cxnLst>
                <a:cxn ang="0">
                  <a:pos x="T0" y="T1"/>
                </a:cxn>
                <a:cxn ang="0">
                  <a:pos x="T2" y="T3"/>
                </a:cxn>
                <a:cxn ang="0">
                  <a:pos x="T4" y="T5"/>
                </a:cxn>
                <a:cxn ang="0">
                  <a:pos x="T6" y="T7"/>
                </a:cxn>
              </a:cxnLst>
              <a:rect l="0" t="0" r="r" b="b"/>
              <a:pathLst>
                <a:path w="601" h="217">
                  <a:moveTo>
                    <a:pt x="601" y="0"/>
                  </a:moveTo>
                  <a:cubicBezTo>
                    <a:pt x="600" y="0"/>
                    <a:pt x="600" y="0"/>
                    <a:pt x="600" y="0"/>
                  </a:cubicBezTo>
                  <a:cubicBezTo>
                    <a:pt x="537" y="0"/>
                    <a:pt x="474" y="6"/>
                    <a:pt x="413" y="19"/>
                  </a:cubicBezTo>
                  <a:cubicBezTo>
                    <a:pt x="262" y="50"/>
                    <a:pt x="120" y="117"/>
                    <a:pt x="0" y="217"/>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endParaRPr lang="en-US"/>
            </a:p>
          </p:txBody>
        </p:sp>
        <p:sp>
          <p:nvSpPr>
            <p:cNvPr id="11" name="Freeform 17">
              <a:extLst>
                <a:ext uri="{FF2B5EF4-FFF2-40B4-BE49-F238E27FC236}">
                  <a16:creationId xmlns:a16="http://schemas.microsoft.com/office/drawing/2014/main" id="{98D6951D-FE9A-4665-95E2-3F19B0E744E3}"/>
                </a:ext>
              </a:extLst>
            </p:cNvPr>
            <p:cNvSpPr>
              <a:spLocks/>
            </p:cNvSpPr>
            <p:nvPr/>
          </p:nvSpPr>
          <p:spPr bwMode="auto">
            <a:xfrm rot="16435772" flipH="1">
              <a:off x="4698038" y="2693600"/>
              <a:ext cx="842959" cy="303261"/>
            </a:xfrm>
            <a:custGeom>
              <a:avLst/>
              <a:gdLst>
                <a:gd name="T0" fmla="*/ 601 w 601"/>
                <a:gd name="T1" fmla="*/ 0 h 217"/>
                <a:gd name="T2" fmla="*/ 600 w 601"/>
                <a:gd name="T3" fmla="*/ 0 h 217"/>
                <a:gd name="T4" fmla="*/ 413 w 601"/>
                <a:gd name="T5" fmla="*/ 19 h 217"/>
                <a:gd name="T6" fmla="*/ 0 w 601"/>
                <a:gd name="T7" fmla="*/ 217 h 217"/>
              </a:gdLst>
              <a:ahLst/>
              <a:cxnLst>
                <a:cxn ang="0">
                  <a:pos x="T0" y="T1"/>
                </a:cxn>
                <a:cxn ang="0">
                  <a:pos x="T2" y="T3"/>
                </a:cxn>
                <a:cxn ang="0">
                  <a:pos x="T4" y="T5"/>
                </a:cxn>
                <a:cxn ang="0">
                  <a:pos x="T6" y="T7"/>
                </a:cxn>
              </a:cxnLst>
              <a:rect l="0" t="0" r="r" b="b"/>
              <a:pathLst>
                <a:path w="601" h="217">
                  <a:moveTo>
                    <a:pt x="601" y="0"/>
                  </a:moveTo>
                  <a:cubicBezTo>
                    <a:pt x="600" y="0"/>
                    <a:pt x="600" y="0"/>
                    <a:pt x="600" y="0"/>
                  </a:cubicBezTo>
                  <a:cubicBezTo>
                    <a:pt x="537" y="0"/>
                    <a:pt x="474" y="6"/>
                    <a:pt x="413" y="19"/>
                  </a:cubicBezTo>
                  <a:cubicBezTo>
                    <a:pt x="262" y="50"/>
                    <a:pt x="120" y="117"/>
                    <a:pt x="0" y="217"/>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endParaRPr lang="en-US"/>
            </a:p>
          </p:txBody>
        </p:sp>
        <p:sp>
          <p:nvSpPr>
            <p:cNvPr id="12" name="Freeform 17">
              <a:extLst>
                <a:ext uri="{FF2B5EF4-FFF2-40B4-BE49-F238E27FC236}">
                  <a16:creationId xmlns:a16="http://schemas.microsoft.com/office/drawing/2014/main" id="{2768B24A-1E90-4139-8E9B-B4B117E517F1}"/>
                </a:ext>
              </a:extLst>
            </p:cNvPr>
            <p:cNvSpPr>
              <a:spLocks/>
            </p:cNvSpPr>
            <p:nvPr/>
          </p:nvSpPr>
          <p:spPr bwMode="auto">
            <a:xfrm rot="9235772" flipH="1">
              <a:off x="5739691" y="4272038"/>
              <a:ext cx="842959" cy="303261"/>
            </a:xfrm>
            <a:custGeom>
              <a:avLst/>
              <a:gdLst>
                <a:gd name="T0" fmla="*/ 601 w 601"/>
                <a:gd name="T1" fmla="*/ 0 h 217"/>
                <a:gd name="T2" fmla="*/ 600 w 601"/>
                <a:gd name="T3" fmla="*/ 0 h 217"/>
                <a:gd name="T4" fmla="*/ 413 w 601"/>
                <a:gd name="T5" fmla="*/ 19 h 217"/>
                <a:gd name="T6" fmla="*/ 0 w 601"/>
                <a:gd name="T7" fmla="*/ 217 h 217"/>
              </a:gdLst>
              <a:ahLst/>
              <a:cxnLst>
                <a:cxn ang="0">
                  <a:pos x="T0" y="T1"/>
                </a:cxn>
                <a:cxn ang="0">
                  <a:pos x="T2" y="T3"/>
                </a:cxn>
                <a:cxn ang="0">
                  <a:pos x="T4" y="T5"/>
                </a:cxn>
                <a:cxn ang="0">
                  <a:pos x="T6" y="T7"/>
                </a:cxn>
              </a:cxnLst>
              <a:rect l="0" t="0" r="r" b="b"/>
              <a:pathLst>
                <a:path w="601" h="217">
                  <a:moveTo>
                    <a:pt x="601" y="0"/>
                  </a:moveTo>
                  <a:cubicBezTo>
                    <a:pt x="600" y="0"/>
                    <a:pt x="600" y="0"/>
                    <a:pt x="600" y="0"/>
                  </a:cubicBezTo>
                  <a:cubicBezTo>
                    <a:pt x="537" y="0"/>
                    <a:pt x="474" y="6"/>
                    <a:pt x="413" y="19"/>
                  </a:cubicBezTo>
                  <a:cubicBezTo>
                    <a:pt x="262" y="50"/>
                    <a:pt x="120" y="117"/>
                    <a:pt x="0" y="217"/>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endParaRPr lang="en-US"/>
            </a:p>
          </p:txBody>
        </p:sp>
      </p:grpSp>
      <p:sp>
        <p:nvSpPr>
          <p:cNvPr id="16" name="Oval 15">
            <a:extLst>
              <a:ext uri="{FF2B5EF4-FFF2-40B4-BE49-F238E27FC236}">
                <a16:creationId xmlns:a16="http://schemas.microsoft.com/office/drawing/2014/main" id="{225B7881-80A4-4DE1-92CC-18F43E2DBF8A}"/>
              </a:ext>
            </a:extLst>
          </p:cNvPr>
          <p:cNvSpPr/>
          <p:nvPr/>
        </p:nvSpPr>
        <p:spPr>
          <a:xfrm flipH="1">
            <a:off x="4010019" y="1340375"/>
            <a:ext cx="4171962" cy="417195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Aft>
                <a:spcPts val="600"/>
              </a:spcAft>
            </a:pPr>
            <a:endParaRPr lang="en-US" sz="3600" b="1">
              <a:latin typeface="+mj-lt"/>
            </a:endParaRPr>
          </a:p>
        </p:txBody>
      </p:sp>
      <p:sp>
        <p:nvSpPr>
          <p:cNvPr id="33" name="Picture Placeholder 18">
            <a:extLst>
              <a:ext uri="{FF2B5EF4-FFF2-40B4-BE49-F238E27FC236}">
                <a16:creationId xmlns:a16="http://schemas.microsoft.com/office/drawing/2014/main" id="{98B8D385-C24B-4777-A949-9567F02FB157}"/>
              </a:ext>
            </a:extLst>
          </p:cNvPr>
          <p:cNvSpPr>
            <a:spLocks noGrp="1"/>
          </p:cNvSpPr>
          <p:nvPr>
            <p:ph type="pic" sz="quarter" idx="21" hasCustomPrompt="1"/>
          </p:nvPr>
        </p:nvSpPr>
        <p:spPr>
          <a:xfrm>
            <a:off x="5266890" y="1703838"/>
            <a:ext cx="1658270" cy="165827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a:solidFill>
                  <a:schemeClr val="tx1"/>
                </a:solidFill>
                <a:latin typeface="+mj-lt"/>
              </a:defRPr>
            </a:lvl1pPr>
          </a:lstStyle>
          <a:p>
            <a:pPr lvl="0" algn="ctr"/>
            <a:r>
              <a:rPr lang="en-US"/>
              <a:t> </a:t>
            </a:r>
          </a:p>
        </p:txBody>
      </p:sp>
      <p:sp>
        <p:nvSpPr>
          <p:cNvPr id="34" name="Picture Placeholder 18">
            <a:extLst>
              <a:ext uri="{FF2B5EF4-FFF2-40B4-BE49-F238E27FC236}">
                <a16:creationId xmlns:a16="http://schemas.microsoft.com/office/drawing/2014/main" id="{0FEB6459-32DC-4DA1-A8F5-8F0A8A38CEF6}"/>
              </a:ext>
            </a:extLst>
          </p:cNvPr>
          <p:cNvSpPr>
            <a:spLocks noGrp="1"/>
          </p:cNvSpPr>
          <p:nvPr>
            <p:ph type="pic" sz="quarter" idx="23" hasCustomPrompt="1"/>
          </p:nvPr>
        </p:nvSpPr>
        <p:spPr>
          <a:xfrm>
            <a:off x="6467158" y="3634224"/>
            <a:ext cx="1658270" cy="165827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dirty="0">
                <a:solidFill>
                  <a:schemeClr val="tx1"/>
                </a:solidFill>
                <a:latin typeface="+mj-lt"/>
              </a:defRPr>
            </a:lvl1pPr>
          </a:lstStyle>
          <a:p>
            <a:pPr lvl="0" algn="ctr"/>
            <a:r>
              <a:rPr lang="en-US"/>
              <a:t> </a:t>
            </a:r>
          </a:p>
        </p:txBody>
      </p:sp>
      <p:sp>
        <p:nvSpPr>
          <p:cNvPr id="35" name="Picture Placeholder 18">
            <a:extLst>
              <a:ext uri="{FF2B5EF4-FFF2-40B4-BE49-F238E27FC236}">
                <a16:creationId xmlns:a16="http://schemas.microsoft.com/office/drawing/2014/main" id="{1A1E17F1-1D9F-4878-AA4D-733B2CB3375E}"/>
              </a:ext>
            </a:extLst>
          </p:cNvPr>
          <p:cNvSpPr>
            <a:spLocks noGrp="1"/>
          </p:cNvSpPr>
          <p:nvPr>
            <p:ph type="pic" sz="quarter" idx="30" hasCustomPrompt="1"/>
          </p:nvPr>
        </p:nvSpPr>
        <p:spPr>
          <a:xfrm>
            <a:off x="4136020" y="3634224"/>
            <a:ext cx="1658270" cy="165827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dirty="0">
                <a:solidFill>
                  <a:schemeClr val="tx1"/>
                </a:solidFill>
                <a:latin typeface="+mj-lt"/>
              </a:defRPr>
            </a:lvl1pPr>
          </a:lstStyle>
          <a:p>
            <a:pPr lvl="0" algn="ctr"/>
            <a:r>
              <a:rPr lang="en-US"/>
              <a:t> </a:t>
            </a:r>
          </a:p>
        </p:txBody>
      </p:sp>
      <p:sp>
        <p:nvSpPr>
          <p:cNvPr id="40" name="Text Placeholder 35">
            <a:extLst>
              <a:ext uri="{FF2B5EF4-FFF2-40B4-BE49-F238E27FC236}">
                <a16:creationId xmlns:a16="http://schemas.microsoft.com/office/drawing/2014/main" id="{B5A9EE24-117D-4356-9278-0CDA5ECC9B11}"/>
              </a:ext>
            </a:extLst>
          </p:cNvPr>
          <p:cNvSpPr>
            <a:spLocks noGrp="1"/>
          </p:cNvSpPr>
          <p:nvPr>
            <p:ph type="body" sz="quarter" idx="35" hasCustomPrompt="1"/>
          </p:nvPr>
        </p:nvSpPr>
        <p:spPr>
          <a:xfrm>
            <a:off x="609600" y="4394948"/>
            <a:ext cx="3048000" cy="889200"/>
          </a:xfrm>
        </p:spPr>
        <p:txBody>
          <a:bodyPr lIns="0" tIns="0"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dirty="0"/>
              <a:t>Click to add text.</a:t>
            </a:r>
            <a:br>
              <a:rPr lang="en-US" dirty="0"/>
            </a:br>
            <a:r>
              <a:rPr lang="en-US" dirty="0"/>
              <a:t>Please change lens </a:t>
            </a:r>
            <a:r>
              <a:rPr lang="en-US" dirty="0" err="1"/>
              <a:t>colour</a:t>
            </a:r>
            <a:r>
              <a:rPr lang="en-US" dirty="0"/>
              <a:t> before adding images or icons. </a:t>
            </a:r>
          </a:p>
        </p:txBody>
      </p:sp>
      <p:sp>
        <p:nvSpPr>
          <p:cNvPr id="41" name="Text Placeholder 35">
            <a:extLst>
              <a:ext uri="{FF2B5EF4-FFF2-40B4-BE49-F238E27FC236}">
                <a16:creationId xmlns:a16="http://schemas.microsoft.com/office/drawing/2014/main" id="{FCECF160-D8C9-495C-A20A-83370080554E}"/>
              </a:ext>
            </a:extLst>
          </p:cNvPr>
          <p:cNvSpPr>
            <a:spLocks noGrp="1"/>
          </p:cNvSpPr>
          <p:nvPr>
            <p:ph type="body" sz="quarter" idx="36" hasCustomPrompt="1"/>
          </p:nvPr>
        </p:nvSpPr>
        <p:spPr>
          <a:xfrm>
            <a:off x="609600" y="3990859"/>
            <a:ext cx="3048000" cy="364129"/>
          </a:xfrm>
        </p:spPr>
        <p:txBody>
          <a:bodyPr lIns="0" tIns="0"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dirty="0"/>
              <a:t>Click to add heading</a:t>
            </a:r>
          </a:p>
        </p:txBody>
      </p:sp>
      <p:sp>
        <p:nvSpPr>
          <p:cNvPr id="42" name="Text Placeholder 35">
            <a:extLst>
              <a:ext uri="{FF2B5EF4-FFF2-40B4-BE49-F238E27FC236}">
                <a16:creationId xmlns:a16="http://schemas.microsoft.com/office/drawing/2014/main" id="{3576F2D3-5E56-44DC-B72E-E5651D4085EB}"/>
              </a:ext>
            </a:extLst>
          </p:cNvPr>
          <p:cNvSpPr>
            <a:spLocks noGrp="1"/>
          </p:cNvSpPr>
          <p:nvPr>
            <p:ph type="body" sz="quarter" idx="37" hasCustomPrompt="1"/>
          </p:nvPr>
        </p:nvSpPr>
        <p:spPr>
          <a:xfrm>
            <a:off x="8534400" y="4394948"/>
            <a:ext cx="3048000" cy="889200"/>
          </a:xfrm>
        </p:spPr>
        <p:txBody>
          <a:bodyPr lIns="0" tIns="0"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dirty="0"/>
              <a:t>Click to add text.</a:t>
            </a:r>
            <a:br>
              <a:rPr lang="en-US" dirty="0"/>
            </a:br>
            <a:r>
              <a:rPr lang="en-US" dirty="0"/>
              <a:t>Please change lens </a:t>
            </a:r>
            <a:r>
              <a:rPr lang="en-US" dirty="0" err="1"/>
              <a:t>colour</a:t>
            </a:r>
            <a:r>
              <a:rPr lang="en-US" dirty="0"/>
              <a:t> before adding images or icons. </a:t>
            </a:r>
          </a:p>
        </p:txBody>
      </p:sp>
      <p:sp>
        <p:nvSpPr>
          <p:cNvPr id="43" name="Text Placeholder 35">
            <a:extLst>
              <a:ext uri="{FF2B5EF4-FFF2-40B4-BE49-F238E27FC236}">
                <a16:creationId xmlns:a16="http://schemas.microsoft.com/office/drawing/2014/main" id="{7FC4BBC1-5DC6-4EB2-B41F-E08BFBDE682F}"/>
              </a:ext>
            </a:extLst>
          </p:cNvPr>
          <p:cNvSpPr>
            <a:spLocks noGrp="1"/>
          </p:cNvSpPr>
          <p:nvPr>
            <p:ph type="body" sz="quarter" idx="38" hasCustomPrompt="1"/>
          </p:nvPr>
        </p:nvSpPr>
        <p:spPr>
          <a:xfrm>
            <a:off x="8534400" y="3990859"/>
            <a:ext cx="3048000" cy="364129"/>
          </a:xfrm>
        </p:spPr>
        <p:txBody>
          <a:bodyPr lIns="0" tIns="0"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dirty="0"/>
              <a:t>Click to add heading</a:t>
            </a:r>
          </a:p>
        </p:txBody>
      </p:sp>
      <p:sp>
        <p:nvSpPr>
          <p:cNvPr id="6" name="Title 5">
            <a:extLst>
              <a:ext uri="{FF2B5EF4-FFF2-40B4-BE49-F238E27FC236}">
                <a16:creationId xmlns:a16="http://schemas.microsoft.com/office/drawing/2014/main" id="{2399D7DC-907E-8D70-ABA4-33299889E97A}"/>
              </a:ext>
            </a:extLst>
          </p:cNvPr>
          <p:cNvSpPr>
            <a:spLocks noGrp="1"/>
          </p:cNvSpPr>
          <p:nvPr>
            <p:ph type="title" hasCustomPrompt="1"/>
          </p:nvPr>
        </p:nvSpPr>
        <p:spPr>
          <a:xfrm>
            <a:off x="609600" y="401638"/>
            <a:ext cx="10972800" cy="914400"/>
          </a:xfrm>
        </p:spPr>
        <p:txBody>
          <a:bodyPr/>
          <a:lstStyle/>
          <a:p>
            <a:r>
              <a:rPr lang="en-US" dirty="0"/>
              <a:t>Click to enter title here</a:t>
            </a:r>
          </a:p>
        </p:txBody>
      </p:sp>
    </p:spTree>
    <p:custDataLst>
      <p:tags r:id="rId1"/>
    </p:custDataLst>
    <p:extLst>
      <p:ext uri="{BB962C8B-B14F-4D97-AF65-F5344CB8AC3E}">
        <p14:creationId xmlns:p14="http://schemas.microsoft.com/office/powerpoint/2010/main" val="2111345146"/>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4 Step Cycl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E4832AD-985D-4D13-ADFF-E382CC2CA7F2}"/>
              </a:ext>
            </a:extLst>
          </p:cNvPr>
          <p:cNvSpPr>
            <a:spLocks noGrp="1"/>
          </p:cNvSpPr>
          <p:nvPr>
            <p:ph type="dt" sz="half" idx="10"/>
          </p:nvPr>
        </p:nvSpPr>
        <p:spPr/>
        <p:txBody>
          <a:bodyPr/>
          <a:lstStyle>
            <a:lvl1pPr>
              <a:lnSpc>
                <a:spcPct val="100000"/>
              </a:lnSpc>
              <a:defRPr/>
            </a:lvl1pPr>
          </a:lstStyle>
          <a:p>
            <a:endParaRPr lang="en-GB"/>
          </a:p>
        </p:txBody>
      </p:sp>
      <p:sp>
        <p:nvSpPr>
          <p:cNvPr id="24" name="Text Placeholder 96">
            <a:extLst>
              <a:ext uri="{FF2B5EF4-FFF2-40B4-BE49-F238E27FC236}">
                <a16:creationId xmlns:a16="http://schemas.microsoft.com/office/drawing/2014/main" id="{CE8C3807-87D9-42F7-9FDA-C83B7DA9469E}"/>
              </a:ext>
            </a:extLst>
          </p:cNvPr>
          <p:cNvSpPr>
            <a:spLocks noGrp="1"/>
          </p:cNvSpPr>
          <p:nvPr>
            <p:ph type="body" sz="quarter" idx="111" hasCustomPrompt="1"/>
          </p:nvPr>
        </p:nvSpPr>
        <p:spPr>
          <a:xfrm>
            <a:off x="609600" y="6200775"/>
            <a:ext cx="9753600" cy="657225"/>
          </a:xfrm>
        </p:spPr>
        <p:txBody>
          <a:bodyPr bIns="72000" anchor="b" anchorCtr="0">
            <a:noAutofit/>
          </a:bodyPr>
          <a:lstStyle>
            <a:lvl1pPr>
              <a:lnSpc>
                <a:spcPct val="100000"/>
              </a:lnSpc>
              <a:spcAft>
                <a:spcPts val="300"/>
              </a:spcAft>
              <a:buNone/>
              <a:defRPr sz="800"/>
            </a:lvl1pPr>
          </a:lstStyle>
          <a:p>
            <a:pPr lvl="0"/>
            <a:r>
              <a:rPr lang="en-US" dirty="0"/>
              <a:t>Footnotes</a:t>
            </a:r>
          </a:p>
        </p:txBody>
      </p:sp>
      <p:grpSp>
        <p:nvGrpSpPr>
          <p:cNvPr id="28" name="Group 27">
            <a:extLst>
              <a:ext uri="{FF2B5EF4-FFF2-40B4-BE49-F238E27FC236}">
                <a16:creationId xmlns:a16="http://schemas.microsoft.com/office/drawing/2014/main" id="{8E131E32-D591-4D01-92AB-485CBED924ED}"/>
              </a:ext>
            </a:extLst>
          </p:cNvPr>
          <p:cNvGrpSpPr/>
          <p:nvPr/>
        </p:nvGrpSpPr>
        <p:grpSpPr>
          <a:xfrm>
            <a:off x="4382752" y="2025571"/>
            <a:ext cx="3499796" cy="3499894"/>
            <a:chOff x="4490400" y="1728106"/>
            <a:chExt cx="3211200" cy="3211290"/>
          </a:xfrm>
        </p:grpSpPr>
        <p:sp>
          <p:nvSpPr>
            <p:cNvPr id="50" name="Oval 49">
              <a:extLst>
                <a:ext uri="{FF2B5EF4-FFF2-40B4-BE49-F238E27FC236}">
                  <a16:creationId xmlns:a16="http://schemas.microsoft.com/office/drawing/2014/main" id="{C289433E-E4BD-447F-A5D3-E923FF48D138}"/>
                </a:ext>
              </a:extLst>
            </p:cNvPr>
            <p:cNvSpPr/>
            <p:nvPr/>
          </p:nvSpPr>
          <p:spPr>
            <a:xfrm>
              <a:off x="4490400" y="1728106"/>
              <a:ext cx="3211200" cy="321129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US" sz="3600" b="1">
                <a:latin typeface="+mj-lt"/>
              </a:endParaRPr>
            </a:p>
          </p:txBody>
        </p:sp>
        <p:sp>
          <p:nvSpPr>
            <p:cNvPr id="51" name="Freeform 17">
              <a:extLst>
                <a:ext uri="{FF2B5EF4-FFF2-40B4-BE49-F238E27FC236}">
                  <a16:creationId xmlns:a16="http://schemas.microsoft.com/office/drawing/2014/main" id="{42772CDC-6E6C-420D-900E-FDB16E44FD16}"/>
                </a:ext>
              </a:extLst>
            </p:cNvPr>
            <p:cNvSpPr>
              <a:spLocks/>
            </p:cNvSpPr>
            <p:nvPr/>
          </p:nvSpPr>
          <p:spPr bwMode="auto">
            <a:xfrm rot="19854777" flipH="1">
              <a:off x="5535147" y="1908953"/>
              <a:ext cx="841174" cy="349442"/>
            </a:xfrm>
            <a:custGeom>
              <a:avLst/>
              <a:gdLst>
                <a:gd name="T0" fmla="*/ 601 w 601"/>
                <a:gd name="T1" fmla="*/ 0 h 217"/>
                <a:gd name="T2" fmla="*/ 600 w 601"/>
                <a:gd name="T3" fmla="*/ 0 h 217"/>
                <a:gd name="T4" fmla="*/ 413 w 601"/>
                <a:gd name="T5" fmla="*/ 19 h 217"/>
                <a:gd name="T6" fmla="*/ 0 w 601"/>
                <a:gd name="T7" fmla="*/ 217 h 217"/>
              </a:gdLst>
              <a:ahLst/>
              <a:cxnLst>
                <a:cxn ang="0">
                  <a:pos x="T0" y="T1"/>
                </a:cxn>
                <a:cxn ang="0">
                  <a:pos x="T2" y="T3"/>
                </a:cxn>
                <a:cxn ang="0">
                  <a:pos x="T4" y="T5"/>
                </a:cxn>
                <a:cxn ang="0">
                  <a:pos x="T6" y="T7"/>
                </a:cxn>
              </a:cxnLst>
              <a:rect l="0" t="0" r="r" b="b"/>
              <a:pathLst>
                <a:path w="601" h="217">
                  <a:moveTo>
                    <a:pt x="601" y="0"/>
                  </a:moveTo>
                  <a:cubicBezTo>
                    <a:pt x="600" y="0"/>
                    <a:pt x="600" y="0"/>
                    <a:pt x="600" y="0"/>
                  </a:cubicBezTo>
                  <a:cubicBezTo>
                    <a:pt x="537" y="0"/>
                    <a:pt x="474" y="6"/>
                    <a:pt x="413" y="19"/>
                  </a:cubicBezTo>
                  <a:cubicBezTo>
                    <a:pt x="262" y="50"/>
                    <a:pt x="120" y="117"/>
                    <a:pt x="0" y="217"/>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endParaRPr lang="en-US"/>
            </a:p>
          </p:txBody>
        </p:sp>
        <p:sp>
          <p:nvSpPr>
            <p:cNvPr id="52" name="Freeform 17">
              <a:extLst>
                <a:ext uri="{FF2B5EF4-FFF2-40B4-BE49-F238E27FC236}">
                  <a16:creationId xmlns:a16="http://schemas.microsoft.com/office/drawing/2014/main" id="{0D540155-5B59-4189-895D-F8654D5FF389}"/>
                </a:ext>
              </a:extLst>
            </p:cNvPr>
            <p:cNvSpPr>
              <a:spLocks/>
            </p:cNvSpPr>
            <p:nvPr/>
          </p:nvSpPr>
          <p:spPr bwMode="auto">
            <a:xfrm rot="13554777" flipH="1">
              <a:off x="4504235" y="3618060"/>
              <a:ext cx="841174" cy="349442"/>
            </a:xfrm>
            <a:custGeom>
              <a:avLst/>
              <a:gdLst>
                <a:gd name="T0" fmla="*/ 601 w 601"/>
                <a:gd name="T1" fmla="*/ 0 h 217"/>
                <a:gd name="T2" fmla="*/ 600 w 601"/>
                <a:gd name="T3" fmla="*/ 0 h 217"/>
                <a:gd name="T4" fmla="*/ 413 w 601"/>
                <a:gd name="T5" fmla="*/ 19 h 217"/>
                <a:gd name="T6" fmla="*/ 0 w 601"/>
                <a:gd name="T7" fmla="*/ 217 h 217"/>
              </a:gdLst>
              <a:ahLst/>
              <a:cxnLst>
                <a:cxn ang="0">
                  <a:pos x="T0" y="T1"/>
                </a:cxn>
                <a:cxn ang="0">
                  <a:pos x="T2" y="T3"/>
                </a:cxn>
                <a:cxn ang="0">
                  <a:pos x="T4" y="T5"/>
                </a:cxn>
                <a:cxn ang="0">
                  <a:pos x="T6" y="T7"/>
                </a:cxn>
              </a:cxnLst>
              <a:rect l="0" t="0" r="r" b="b"/>
              <a:pathLst>
                <a:path w="601" h="217">
                  <a:moveTo>
                    <a:pt x="601" y="0"/>
                  </a:moveTo>
                  <a:cubicBezTo>
                    <a:pt x="600" y="0"/>
                    <a:pt x="600" y="0"/>
                    <a:pt x="600" y="0"/>
                  </a:cubicBezTo>
                  <a:cubicBezTo>
                    <a:pt x="537" y="0"/>
                    <a:pt x="474" y="6"/>
                    <a:pt x="413" y="19"/>
                  </a:cubicBezTo>
                  <a:cubicBezTo>
                    <a:pt x="262" y="50"/>
                    <a:pt x="120" y="117"/>
                    <a:pt x="0" y="217"/>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endParaRPr lang="en-US"/>
            </a:p>
          </p:txBody>
        </p:sp>
        <p:sp>
          <p:nvSpPr>
            <p:cNvPr id="53" name="Freeform 17">
              <a:extLst>
                <a:ext uri="{FF2B5EF4-FFF2-40B4-BE49-F238E27FC236}">
                  <a16:creationId xmlns:a16="http://schemas.microsoft.com/office/drawing/2014/main" id="{FE10B99A-BD03-430A-9F22-CFE36F812487}"/>
                </a:ext>
              </a:extLst>
            </p:cNvPr>
            <p:cNvSpPr>
              <a:spLocks/>
            </p:cNvSpPr>
            <p:nvPr/>
          </p:nvSpPr>
          <p:spPr bwMode="auto">
            <a:xfrm rot="9054777" flipH="1">
              <a:off x="5815679" y="4409107"/>
              <a:ext cx="841174" cy="349442"/>
            </a:xfrm>
            <a:custGeom>
              <a:avLst/>
              <a:gdLst>
                <a:gd name="T0" fmla="*/ 601 w 601"/>
                <a:gd name="T1" fmla="*/ 0 h 217"/>
                <a:gd name="T2" fmla="*/ 600 w 601"/>
                <a:gd name="T3" fmla="*/ 0 h 217"/>
                <a:gd name="T4" fmla="*/ 413 w 601"/>
                <a:gd name="T5" fmla="*/ 19 h 217"/>
                <a:gd name="T6" fmla="*/ 0 w 601"/>
                <a:gd name="T7" fmla="*/ 217 h 217"/>
              </a:gdLst>
              <a:ahLst/>
              <a:cxnLst>
                <a:cxn ang="0">
                  <a:pos x="T0" y="T1"/>
                </a:cxn>
                <a:cxn ang="0">
                  <a:pos x="T2" y="T3"/>
                </a:cxn>
                <a:cxn ang="0">
                  <a:pos x="T4" y="T5"/>
                </a:cxn>
                <a:cxn ang="0">
                  <a:pos x="T6" y="T7"/>
                </a:cxn>
              </a:cxnLst>
              <a:rect l="0" t="0" r="r" b="b"/>
              <a:pathLst>
                <a:path w="601" h="217">
                  <a:moveTo>
                    <a:pt x="601" y="0"/>
                  </a:moveTo>
                  <a:cubicBezTo>
                    <a:pt x="600" y="0"/>
                    <a:pt x="600" y="0"/>
                    <a:pt x="600" y="0"/>
                  </a:cubicBezTo>
                  <a:cubicBezTo>
                    <a:pt x="537" y="0"/>
                    <a:pt x="474" y="6"/>
                    <a:pt x="413" y="19"/>
                  </a:cubicBezTo>
                  <a:cubicBezTo>
                    <a:pt x="262" y="50"/>
                    <a:pt x="120" y="117"/>
                    <a:pt x="0" y="217"/>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endParaRPr lang="en-US"/>
            </a:p>
          </p:txBody>
        </p:sp>
        <p:sp>
          <p:nvSpPr>
            <p:cNvPr id="54" name="Freeform 17">
              <a:extLst>
                <a:ext uri="{FF2B5EF4-FFF2-40B4-BE49-F238E27FC236}">
                  <a16:creationId xmlns:a16="http://schemas.microsoft.com/office/drawing/2014/main" id="{1D6D7828-85FD-428A-B05F-5C2C1BC9BEF4}"/>
                </a:ext>
              </a:extLst>
            </p:cNvPr>
            <p:cNvSpPr>
              <a:spLocks/>
            </p:cNvSpPr>
            <p:nvPr/>
          </p:nvSpPr>
          <p:spPr bwMode="auto">
            <a:xfrm rot="2754777" flipH="1">
              <a:off x="6846591" y="2700000"/>
              <a:ext cx="841174" cy="349442"/>
            </a:xfrm>
            <a:custGeom>
              <a:avLst/>
              <a:gdLst>
                <a:gd name="T0" fmla="*/ 601 w 601"/>
                <a:gd name="T1" fmla="*/ 0 h 217"/>
                <a:gd name="T2" fmla="*/ 600 w 601"/>
                <a:gd name="T3" fmla="*/ 0 h 217"/>
                <a:gd name="T4" fmla="*/ 413 w 601"/>
                <a:gd name="T5" fmla="*/ 19 h 217"/>
                <a:gd name="T6" fmla="*/ 0 w 601"/>
                <a:gd name="T7" fmla="*/ 217 h 217"/>
              </a:gdLst>
              <a:ahLst/>
              <a:cxnLst>
                <a:cxn ang="0">
                  <a:pos x="T0" y="T1"/>
                </a:cxn>
                <a:cxn ang="0">
                  <a:pos x="T2" y="T3"/>
                </a:cxn>
                <a:cxn ang="0">
                  <a:pos x="T4" y="T5"/>
                </a:cxn>
                <a:cxn ang="0">
                  <a:pos x="T6" y="T7"/>
                </a:cxn>
              </a:cxnLst>
              <a:rect l="0" t="0" r="r" b="b"/>
              <a:pathLst>
                <a:path w="601" h="217">
                  <a:moveTo>
                    <a:pt x="601" y="0"/>
                  </a:moveTo>
                  <a:cubicBezTo>
                    <a:pt x="600" y="0"/>
                    <a:pt x="600" y="0"/>
                    <a:pt x="600" y="0"/>
                  </a:cubicBezTo>
                  <a:cubicBezTo>
                    <a:pt x="537" y="0"/>
                    <a:pt x="474" y="6"/>
                    <a:pt x="413" y="19"/>
                  </a:cubicBezTo>
                  <a:cubicBezTo>
                    <a:pt x="262" y="50"/>
                    <a:pt x="120" y="117"/>
                    <a:pt x="0" y="217"/>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endParaRPr lang="en-US"/>
            </a:p>
          </p:txBody>
        </p:sp>
      </p:grpSp>
      <p:sp>
        <p:nvSpPr>
          <p:cNvPr id="37" name="Text Placeholder 35">
            <a:extLst>
              <a:ext uri="{FF2B5EF4-FFF2-40B4-BE49-F238E27FC236}">
                <a16:creationId xmlns:a16="http://schemas.microsoft.com/office/drawing/2014/main" id="{8552BE03-1563-4153-9F03-4CF477C6D0B8}"/>
              </a:ext>
            </a:extLst>
          </p:cNvPr>
          <p:cNvSpPr>
            <a:spLocks noGrp="1"/>
          </p:cNvSpPr>
          <p:nvPr>
            <p:ph type="body" sz="quarter" idx="32" hasCustomPrompt="1"/>
          </p:nvPr>
        </p:nvSpPr>
        <p:spPr>
          <a:xfrm>
            <a:off x="609600" y="2381412"/>
            <a:ext cx="3048000" cy="889200"/>
          </a:xfrm>
        </p:spPr>
        <p:txBody>
          <a:bodyPr tIns="0"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dirty="0"/>
              <a:t>Click to add text.</a:t>
            </a:r>
            <a:br>
              <a:rPr lang="en-US" dirty="0"/>
            </a:br>
            <a:r>
              <a:rPr lang="en-US" dirty="0"/>
              <a:t>Please change lens </a:t>
            </a:r>
            <a:r>
              <a:rPr lang="en-US" dirty="0" err="1"/>
              <a:t>colour</a:t>
            </a:r>
            <a:r>
              <a:rPr lang="en-US" dirty="0"/>
              <a:t> before adding images or icons. </a:t>
            </a:r>
          </a:p>
        </p:txBody>
      </p:sp>
      <p:sp>
        <p:nvSpPr>
          <p:cNvPr id="36" name="Text Placeholder 35">
            <a:extLst>
              <a:ext uri="{FF2B5EF4-FFF2-40B4-BE49-F238E27FC236}">
                <a16:creationId xmlns:a16="http://schemas.microsoft.com/office/drawing/2014/main" id="{8D44FBB5-0816-4A67-9A1E-11064CBAD7FC}"/>
              </a:ext>
            </a:extLst>
          </p:cNvPr>
          <p:cNvSpPr>
            <a:spLocks noGrp="1"/>
          </p:cNvSpPr>
          <p:nvPr>
            <p:ph type="body" sz="quarter" idx="31" hasCustomPrompt="1"/>
          </p:nvPr>
        </p:nvSpPr>
        <p:spPr>
          <a:xfrm>
            <a:off x="609600" y="1977323"/>
            <a:ext cx="3048000" cy="364129"/>
          </a:xfrm>
        </p:spPr>
        <p:txBody>
          <a:bodyPr tIns="0"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dirty="0"/>
              <a:t>Click to add heading</a:t>
            </a:r>
          </a:p>
        </p:txBody>
      </p:sp>
      <p:sp>
        <p:nvSpPr>
          <p:cNvPr id="5" name="Slide Number Placeholder 4">
            <a:extLst>
              <a:ext uri="{FF2B5EF4-FFF2-40B4-BE49-F238E27FC236}">
                <a16:creationId xmlns:a16="http://schemas.microsoft.com/office/drawing/2014/main" id="{D0F3331A-221C-4BB7-BE2C-92316653FCF1}"/>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34" name="Picture Placeholder 18">
            <a:extLst>
              <a:ext uri="{FF2B5EF4-FFF2-40B4-BE49-F238E27FC236}">
                <a16:creationId xmlns:a16="http://schemas.microsoft.com/office/drawing/2014/main" id="{0FEB6459-32DC-4DA1-A8F5-8F0A8A38CEF6}"/>
              </a:ext>
            </a:extLst>
          </p:cNvPr>
          <p:cNvSpPr>
            <a:spLocks noGrp="1"/>
          </p:cNvSpPr>
          <p:nvPr>
            <p:ph type="pic" sz="quarter" idx="23" hasCustomPrompt="1"/>
          </p:nvPr>
        </p:nvSpPr>
        <p:spPr>
          <a:xfrm>
            <a:off x="6198447" y="3791095"/>
            <a:ext cx="1915200" cy="1915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dirty="0">
                <a:solidFill>
                  <a:schemeClr val="tx1"/>
                </a:solidFill>
                <a:latin typeface="+mj-lt"/>
              </a:defRPr>
            </a:lvl1pPr>
          </a:lstStyle>
          <a:p>
            <a:pPr lvl="0" algn="ctr"/>
            <a:r>
              <a:rPr lang="en-US"/>
              <a:t> </a:t>
            </a:r>
          </a:p>
        </p:txBody>
      </p:sp>
      <p:sp>
        <p:nvSpPr>
          <p:cNvPr id="35" name="Picture Placeholder 18">
            <a:extLst>
              <a:ext uri="{FF2B5EF4-FFF2-40B4-BE49-F238E27FC236}">
                <a16:creationId xmlns:a16="http://schemas.microsoft.com/office/drawing/2014/main" id="{1A1E17F1-1D9F-4878-AA4D-733B2CB3375E}"/>
              </a:ext>
            </a:extLst>
          </p:cNvPr>
          <p:cNvSpPr>
            <a:spLocks noGrp="1"/>
          </p:cNvSpPr>
          <p:nvPr>
            <p:ph type="pic" sz="quarter" idx="30" hasCustomPrompt="1"/>
          </p:nvPr>
        </p:nvSpPr>
        <p:spPr>
          <a:xfrm>
            <a:off x="4471325" y="4079859"/>
            <a:ext cx="1317600" cy="131760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dirty="0">
                <a:solidFill>
                  <a:schemeClr val="tx1"/>
                </a:solidFill>
                <a:latin typeface="+mj-lt"/>
              </a:defRPr>
            </a:lvl1pPr>
          </a:lstStyle>
          <a:p>
            <a:pPr lvl="0" algn="ctr"/>
            <a:r>
              <a:rPr lang="en-US"/>
              <a:t> </a:t>
            </a:r>
          </a:p>
        </p:txBody>
      </p:sp>
      <p:sp>
        <p:nvSpPr>
          <p:cNvPr id="38" name="Text Placeholder 35">
            <a:extLst>
              <a:ext uri="{FF2B5EF4-FFF2-40B4-BE49-F238E27FC236}">
                <a16:creationId xmlns:a16="http://schemas.microsoft.com/office/drawing/2014/main" id="{B2CDFEC6-77B5-48E1-AD00-558860A3B7D7}"/>
              </a:ext>
            </a:extLst>
          </p:cNvPr>
          <p:cNvSpPr>
            <a:spLocks noGrp="1"/>
          </p:cNvSpPr>
          <p:nvPr>
            <p:ph type="body" sz="quarter" idx="33" hasCustomPrompt="1"/>
          </p:nvPr>
        </p:nvSpPr>
        <p:spPr>
          <a:xfrm>
            <a:off x="609600" y="4394948"/>
            <a:ext cx="3048000" cy="889200"/>
          </a:xfrm>
        </p:spPr>
        <p:txBody>
          <a:bodyPr tIns="0"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dirty="0"/>
              <a:t>Click to add text.</a:t>
            </a:r>
            <a:br>
              <a:rPr lang="en-US" dirty="0"/>
            </a:br>
            <a:r>
              <a:rPr lang="en-US" dirty="0"/>
              <a:t>Please change lens </a:t>
            </a:r>
            <a:r>
              <a:rPr lang="en-US" dirty="0" err="1"/>
              <a:t>colour</a:t>
            </a:r>
            <a:r>
              <a:rPr lang="en-US" dirty="0"/>
              <a:t> before adding images or icons. </a:t>
            </a:r>
          </a:p>
        </p:txBody>
      </p:sp>
      <p:sp>
        <p:nvSpPr>
          <p:cNvPr id="39" name="Text Placeholder 35">
            <a:extLst>
              <a:ext uri="{FF2B5EF4-FFF2-40B4-BE49-F238E27FC236}">
                <a16:creationId xmlns:a16="http://schemas.microsoft.com/office/drawing/2014/main" id="{6D92BE5C-CD11-4FE3-BBAA-4E269EF03186}"/>
              </a:ext>
            </a:extLst>
          </p:cNvPr>
          <p:cNvSpPr>
            <a:spLocks noGrp="1"/>
          </p:cNvSpPr>
          <p:nvPr>
            <p:ph type="body" sz="quarter" idx="34" hasCustomPrompt="1"/>
          </p:nvPr>
        </p:nvSpPr>
        <p:spPr>
          <a:xfrm>
            <a:off x="609600" y="3990859"/>
            <a:ext cx="3048000" cy="364129"/>
          </a:xfrm>
        </p:spPr>
        <p:txBody>
          <a:bodyPr tIns="0"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a:t>Click to add heading</a:t>
            </a:r>
          </a:p>
        </p:txBody>
      </p:sp>
      <p:sp>
        <p:nvSpPr>
          <p:cNvPr id="40" name="Text Placeholder 35">
            <a:extLst>
              <a:ext uri="{FF2B5EF4-FFF2-40B4-BE49-F238E27FC236}">
                <a16:creationId xmlns:a16="http://schemas.microsoft.com/office/drawing/2014/main" id="{B5A9EE24-117D-4356-9278-0CDA5ECC9B11}"/>
              </a:ext>
            </a:extLst>
          </p:cNvPr>
          <p:cNvSpPr>
            <a:spLocks noGrp="1"/>
          </p:cNvSpPr>
          <p:nvPr>
            <p:ph type="body" sz="quarter" idx="35" hasCustomPrompt="1"/>
          </p:nvPr>
        </p:nvSpPr>
        <p:spPr>
          <a:xfrm>
            <a:off x="8534400" y="4394948"/>
            <a:ext cx="3048000" cy="889200"/>
          </a:xfrm>
        </p:spPr>
        <p:txBody>
          <a:bodyPr tIns="0"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dirty="0"/>
              <a:t>Click to add text.</a:t>
            </a:r>
            <a:br>
              <a:rPr lang="en-US" dirty="0"/>
            </a:br>
            <a:r>
              <a:rPr lang="en-US" dirty="0"/>
              <a:t>Please change lens </a:t>
            </a:r>
            <a:r>
              <a:rPr lang="en-US" dirty="0" err="1"/>
              <a:t>colour</a:t>
            </a:r>
            <a:r>
              <a:rPr lang="en-US" dirty="0"/>
              <a:t> before adding images or icons. </a:t>
            </a:r>
          </a:p>
        </p:txBody>
      </p:sp>
      <p:sp>
        <p:nvSpPr>
          <p:cNvPr id="41" name="Text Placeholder 35">
            <a:extLst>
              <a:ext uri="{FF2B5EF4-FFF2-40B4-BE49-F238E27FC236}">
                <a16:creationId xmlns:a16="http://schemas.microsoft.com/office/drawing/2014/main" id="{FCECF160-D8C9-495C-A20A-83370080554E}"/>
              </a:ext>
            </a:extLst>
          </p:cNvPr>
          <p:cNvSpPr>
            <a:spLocks noGrp="1"/>
          </p:cNvSpPr>
          <p:nvPr>
            <p:ph type="body" sz="quarter" idx="36" hasCustomPrompt="1"/>
          </p:nvPr>
        </p:nvSpPr>
        <p:spPr>
          <a:xfrm>
            <a:off x="8534400" y="3990859"/>
            <a:ext cx="3048000" cy="364129"/>
          </a:xfrm>
        </p:spPr>
        <p:txBody>
          <a:bodyPr tIns="0"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a:t>Click to add heading</a:t>
            </a:r>
          </a:p>
        </p:txBody>
      </p:sp>
      <p:sp>
        <p:nvSpPr>
          <p:cNvPr id="42" name="Text Placeholder 35">
            <a:extLst>
              <a:ext uri="{FF2B5EF4-FFF2-40B4-BE49-F238E27FC236}">
                <a16:creationId xmlns:a16="http://schemas.microsoft.com/office/drawing/2014/main" id="{3576F2D3-5E56-44DC-B72E-E5651D4085EB}"/>
              </a:ext>
            </a:extLst>
          </p:cNvPr>
          <p:cNvSpPr>
            <a:spLocks noGrp="1"/>
          </p:cNvSpPr>
          <p:nvPr>
            <p:ph type="body" sz="quarter" idx="37" hasCustomPrompt="1"/>
          </p:nvPr>
        </p:nvSpPr>
        <p:spPr>
          <a:xfrm>
            <a:off x="8534400" y="2381412"/>
            <a:ext cx="3048000" cy="889200"/>
          </a:xfrm>
        </p:spPr>
        <p:txBody>
          <a:bodyPr tIns="0"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dirty="0"/>
              <a:t>Click to add text.</a:t>
            </a:r>
            <a:br>
              <a:rPr lang="en-US" dirty="0"/>
            </a:br>
            <a:r>
              <a:rPr lang="en-US" dirty="0"/>
              <a:t>Please change lens </a:t>
            </a:r>
            <a:r>
              <a:rPr lang="en-US" dirty="0" err="1"/>
              <a:t>colour</a:t>
            </a:r>
            <a:r>
              <a:rPr lang="en-US" dirty="0"/>
              <a:t> before adding images or icons. </a:t>
            </a:r>
          </a:p>
        </p:txBody>
      </p:sp>
      <p:sp>
        <p:nvSpPr>
          <p:cNvPr id="43" name="Text Placeholder 35">
            <a:extLst>
              <a:ext uri="{FF2B5EF4-FFF2-40B4-BE49-F238E27FC236}">
                <a16:creationId xmlns:a16="http://schemas.microsoft.com/office/drawing/2014/main" id="{7FC4BBC1-5DC6-4EB2-B41F-E08BFBDE682F}"/>
              </a:ext>
            </a:extLst>
          </p:cNvPr>
          <p:cNvSpPr>
            <a:spLocks noGrp="1"/>
          </p:cNvSpPr>
          <p:nvPr>
            <p:ph type="body" sz="quarter" idx="38" hasCustomPrompt="1"/>
          </p:nvPr>
        </p:nvSpPr>
        <p:spPr>
          <a:xfrm>
            <a:off x="8534400" y="1977323"/>
            <a:ext cx="3048000" cy="364129"/>
          </a:xfrm>
        </p:spPr>
        <p:txBody>
          <a:bodyPr tIns="0"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dirty="0"/>
              <a:t>Click to add heading</a:t>
            </a:r>
          </a:p>
        </p:txBody>
      </p:sp>
      <p:sp>
        <p:nvSpPr>
          <p:cNvPr id="55" name="Picture Placeholder 18">
            <a:extLst>
              <a:ext uri="{FF2B5EF4-FFF2-40B4-BE49-F238E27FC236}">
                <a16:creationId xmlns:a16="http://schemas.microsoft.com/office/drawing/2014/main" id="{1C0612FC-2E67-4816-A17C-A913B264C318}"/>
              </a:ext>
            </a:extLst>
          </p:cNvPr>
          <p:cNvSpPr>
            <a:spLocks noGrp="1"/>
          </p:cNvSpPr>
          <p:nvPr>
            <p:ph type="pic" sz="quarter" idx="39" hasCustomPrompt="1"/>
          </p:nvPr>
        </p:nvSpPr>
        <p:spPr>
          <a:xfrm>
            <a:off x="6497247" y="2133195"/>
            <a:ext cx="1317600" cy="13176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dirty="0">
                <a:solidFill>
                  <a:schemeClr val="tx1"/>
                </a:solidFill>
                <a:latin typeface="+mj-lt"/>
              </a:defRPr>
            </a:lvl1pPr>
          </a:lstStyle>
          <a:p>
            <a:pPr lvl="0" algn="ctr"/>
            <a:r>
              <a:rPr lang="en-US"/>
              <a:t> </a:t>
            </a:r>
          </a:p>
        </p:txBody>
      </p:sp>
      <p:sp>
        <p:nvSpPr>
          <p:cNvPr id="33" name="Picture Placeholder 18">
            <a:extLst>
              <a:ext uri="{FF2B5EF4-FFF2-40B4-BE49-F238E27FC236}">
                <a16:creationId xmlns:a16="http://schemas.microsoft.com/office/drawing/2014/main" id="{98B8D385-C24B-4777-A949-9567F02FB157}"/>
              </a:ext>
            </a:extLst>
          </p:cNvPr>
          <p:cNvSpPr>
            <a:spLocks noGrp="1"/>
          </p:cNvSpPr>
          <p:nvPr>
            <p:ph type="pic" sz="quarter" idx="21" hasCustomPrompt="1"/>
          </p:nvPr>
        </p:nvSpPr>
        <p:spPr>
          <a:xfrm rot="5400000">
            <a:off x="4172926" y="1834797"/>
            <a:ext cx="1914398" cy="191439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a:solidFill>
                  <a:schemeClr val="tx1"/>
                </a:solidFill>
                <a:latin typeface="+mj-lt"/>
              </a:defRPr>
            </a:lvl1pPr>
          </a:lstStyle>
          <a:p>
            <a:pPr lvl="0" algn="ctr"/>
            <a:r>
              <a:rPr lang="en-US"/>
              <a:t> </a:t>
            </a:r>
          </a:p>
        </p:txBody>
      </p:sp>
      <p:sp>
        <p:nvSpPr>
          <p:cNvPr id="4" name="Title 3">
            <a:extLst>
              <a:ext uri="{FF2B5EF4-FFF2-40B4-BE49-F238E27FC236}">
                <a16:creationId xmlns:a16="http://schemas.microsoft.com/office/drawing/2014/main" id="{F5EBAB4B-6164-4B6B-A4AF-AFBC4A74749A}"/>
              </a:ext>
            </a:extLst>
          </p:cNvPr>
          <p:cNvSpPr>
            <a:spLocks noGrp="1"/>
          </p:cNvSpPr>
          <p:nvPr>
            <p:ph type="title" hasCustomPrompt="1"/>
          </p:nvPr>
        </p:nvSpPr>
        <p:spPr>
          <a:xfrm>
            <a:off x="609600" y="401638"/>
            <a:ext cx="10972800" cy="914400"/>
          </a:xfrm>
        </p:spPr>
        <p:txBody>
          <a:bodyPr/>
          <a:lstStyle/>
          <a:p>
            <a:r>
              <a:rPr lang="en-US" dirty="0"/>
              <a:t>Click to enter title here</a:t>
            </a:r>
          </a:p>
        </p:txBody>
      </p:sp>
    </p:spTree>
    <p:custDataLst>
      <p:tags r:id="rId1"/>
    </p:custDataLst>
    <p:extLst>
      <p:ext uri="{BB962C8B-B14F-4D97-AF65-F5344CB8AC3E}">
        <p14:creationId xmlns:p14="http://schemas.microsoft.com/office/powerpoint/2010/main" val="496562107"/>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5 Step Cycl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E4832AD-985D-4D13-ADFF-E382CC2CA7F2}"/>
              </a:ext>
            </a:extLst>
          </p:cNvPr>
          <p:cNvSpPr>
            <a:spLocks noGrp="1"/>
          </p:cNvSpPr>
          <p:nvPr userDrawn="1">
            <p:ph type="dt" sz="half" idx="10"/>
          </p:nvPr>
        </p:nvSpPr>
        <p:spPr/>
        <p:txBody>
          <a:bodyPr/>
          <a:lstStyle>
            <a:lvl1pPr>
              <a:lnSpc>
                <a:spcPct val="100000"/>
              </a:lnSpc>
              <a:defRPr/>
            </a:lvl1pPr>
          </a:lstStyle>
          <a:p>
            <a:endParaRPr lang="en-GB"/>
          </a:p>
        </p:txBody>
      </p:sp>
      <p:sp>
        <p:nvSpPr>
          <p:cNvPr id="28" name="Text Placeholder 96">
            <a:extLst>
              <a:ext uri="{FF2B5EF4-FFF2-40B4-BE49-F238E27FC236}">
                <a16:creationId xmlns:a16="http://schemas.microsoft.com/office/drawing/2014/main" id="{5D62670B-0564-448A-81BB-05FE5CE78A4B}"/>
              </a:ext>
            </a:extLst>
          </p:cNvPr>
          <p:cNvSpPr>
            <a:spLocks noGrp="1"/>
          </p:cNvSpPr>
          <p:nvPr>
            <p:ph type="body" sz="quarter" idx="111" hasCustomPrompt="1"/>
          </p:nvPr>
        </p:nvSpPr>
        <p:spPr>
          <a:xfrm>
            <a:off x="609600" y="6200775"/>
            <a:ext cx="9753599" cy="657225"/>
          </a:xfrm>
        </p:spPr>
        <p:txBody>
          <a:bodyPr bIns="72000" anchor="b" anchorCtr="0">
            <a:noAutofit/>
          </a:bodyPr>
          <a:lstStyle>
            <a:lvl1pPr>
              <a:lnSpc>
                <a:spcPct val="100000"/>
              </a:lnSpc>
              <a:spcAft>
                <a:spcPts val="300"/>
              </a:spcAft>
              <a:buNone/>
              <a:defRPr sz="800"/>
            </a:lvl1pPr>
          </a:lstStyle>
          <a:p>
            <a:pPr lvl="0"/>
            <a:r>
              <a:rPr lang="en-US" dirty="0"/>
              <a:t>Footnotes</a:t>
            </a:r>
          </a:p>
        </p:txBody>
      </p:sp>
      <p:grpSp>
        <p:nvGrpSpPr>
          <p:cNvPr id="51" name="Group 50">
            <a:extLst>
              <a:ext uri="{FF2B5EF4-FFF2-40B4-BE49-F238E27FC236}">
                <a16:creationId xmlns:a16="http://schemas.microsoft.com/office/drawing/2014/main" id="{25E9D534-D83A-4B31-A3BE-9427DD348BAF}"/>
              </a:ext>
            </a:extLst>
          </p:cNvPr>
          <p:cNvGrpSpPr/>
          <p:nvPr userDrawn="1"/>
        </p:nvGrpSpPr>
        <p:grpSpPr>
          <a:xfrm>
            <a:off x="4500562" y="2232668"/>
            <a:ext cx="3267076" cy="3267070"/>
            <a:chOff x="4500562" y="1662253"/>
            <a:chExt cx="3267076" cy="3267070"/>
          </a:xfrm>
        </p:grpSpPr>
        <p:sp>
          <p:nvSpPr>
            <p:cNvPr id="52" name="Oval 51">
              <a:extLst>
                <a:ext uri="{FF2B5EF4-FFF2-40B4-BE49-F238E27FC236}">
                  <a16:creationId xmlns:a16="http://schemas.microsoft.com/office/drawing/2014/main" id="{3C512217-6459-4660-9829-4DE5567187F7}"/>
                </a:ext>
              </a:extLst>
            </p:cNvPr>
            <p:cNvSpPr/>
            <p:nvPr/>
          </p:nvSpPr>
          <p:spPr>
            <a:xfrm rot="1639321">
              <a:off x="4500562" y="1662253"/>
              <a:ext cx="3267076" cy="326707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US" sz="3600" b="1">
                <a:latin typeface="+mj-lt"/>
              </a:endParaRPr>
            </a:p>
          </p:txBody>
        </p:sp>
        <p:sp>
          <p:nvSpPr>
            <p:cNvPr id="53" name="Freeform 19">
              <a:extLst>
                <a:ext uri="{FF2B5EF4-FFF2-40B4-BE49-F238E27FC236}">
                  <a16:creationId xmlns:a16="http://schemas.microsoft.com/office/drawing/2014/main" id="{59D28C0B-069A-4D30-B857-D43033D72094}"/>
                </a:ext>
              </a:extLst>
            </p:cNvPr>
            <p:cNvSpPr>
              <a:spLocks/>
            </p:cNvSpPr>
            <p:nvPr/>
          </p:nvSpPr>
          <p:spPr bwMode="auto">
            <a:xfrm rot="1405703" flipH="1">
              <a:off x="6695740" y="2010380"/>
              <a:ext cx="294717" cy="30962"/>
            </a:xfrm>
            <a:custGeom>
              <a:avLst/>
              <a:gdLst>
                <a:gd name="T0" fmla="*/ 188 w 188"/>
                <a:gd name="T1" fmla="*/ 1 h 20"/>
                <a:gd name="T2" fmla="*/ 188 w 188"/>
                <a:gd name="T3" fmla="*/ 0 h 20"/>
                <a:gd name="T4" fmla="*/ 0 w 188"/>
                <a:gd name="T5" fmla="*/ 20 h 20"/>
              </a:gdLst>
              <a:ahLst/>
              <a:cxnLst>
                <a:cxn ang="0">
                  <a:pos x="T0" y="T1"/>
                </a:cxn>
                <a:cxn ang="0">
                  <a:pos x="T2" y="T3"/>
                </a:cxn>
                <a:cxn ang="0">
                  <a:pos x="T4" y="T5"/>
                </a:cxn>
              </a:cxnLst>
              <a:rect l="0" t="0" r="r" b="b"/>
              <a:pathLst>
                <a:path w="188" h="20">
                  <a:moveTo>
                    <a:pt x="188" y="1"/>
                  </a:moveTo>
                  <a:cubicBezTo>
                    <a:pt x="188" y="0"/>
                    <a:pt x="188" y="0"/>
                    <a:pt x="188" y="0"/>
                  </a:cubicBezTo>
                  <a:cubicBezTo>
                    <a:pt x="124" y="0"/>
                    <a:pt x="61" y="7"/>
                    <a:pt x="0" y="20"/>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endParaRPr lang="en-US"/>
            </a:p>
          </p:txBody>
        </p:sp>
        <p:sp>
          <p:nvSpPr>
            <p:cNvPr id="54" name="Freeform 19">
              <a:extLst>
                <a:ext uri="{FF2B5EF4-FFF2-40B4-BE49-F238E27FC236}">
                  <a16:creationId xmlns:a16="http://schemas.microsoft.com/office/drawing/2014/main" id="{245FE08A-350D-4ADF-B528-DE0441A1AB41}"/>
                </a:ext>
              </a:extLst>
            </p:cNvPr>
            <p:cNvSpPr>
              <a:spLocks/>
            </p:cNvSpPr>
            <p:nvPr/>
          </p:nvSpPr>
          <p:spPr bwMode="auto">
            <a:xfrm rot="14365703" flipH="1">
              <a:off x="4628605" y="3890961"/>
              <a:ext cx="294717" cy="30962"/>
            </a:xfrm>
            <a:custGeom>
              <a:avLst/>
              <a:gdLst>
                <a:gd name="T0" fmla="*/ 188 w 188"/>
                <a:gd name="T1" fmla="*/ 1 h 20"/>
                <a:gd name="T2" fmla="*/ 188 w 188"/>
                <a:gd name="T3" fmla="*/ 0 h 20"/>
                <a:gd name="T4" fmla="*/ 0 w 188"/>
                <a:gd name="T5" fmla="*/ 20 h 20"/>
              </a:gdLst>
              <a:ahLst/>
              <a:cxnLst>
                <a:cxn ang="0">
                  <a:pos x="T0" y="T1"/>
                </a:cxn>
                <a:cxn ang="0">
                  <a:pos x="T2" y="T3"/>
                </a:cxn>
                <a:cxn ang="0">
                  <a:pos x="T4" y="T5"/>
                </a:cxn>
              </a:cxnLst>
              <a:rect l="0" t="0" r="r" b="b"/>
              <a:pathLst>
                <a:path w="188" h="20">
                  <a:moveTo>
                    <a:pt x="188" y="1"/>
                  </a:moveTo>
                  <a:cubicBezTo>
                    <a:pt x="188" y="0"/>
                    <a:pt x="188" y="0"/>
                    <a:pt x="188" y="0"/>
                  </a:cubicBezTo>
                  <a:cubicBezTo>
                    <a:pt x="124" y="0"/>
                    <a:pt x="61" y="7"/>
                    <a:pt x="0" y="20"/>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endParaRPr lang="en-US"/>
            </a:p>
          </p:txBody>
        </p:sp>
        <p:sp>
          <p:nvSpPr>
            <p:cNvPr id="56" name="Freeform 19">
              <a:extLst>
                <a:ext uri="{FF2B5EF4-FFF2-40B4-BE49-F238E27FC236}">
                  <a16:creationId xmlns:a16="http://schemas.microsoft.com/office/drawing/2014/main" id="{EE0CA3E0-C143-41E0-AF74-49D1F216DF07}"/>
                </a:ext>
              </a:extLst>
            </p:cNvPr>
            <p:cNvSpPr>
              <a:spLocks/>
            </p:cNvSpPr>
            <p:nvPr/>
          </p:nvSpPr>
          <p:spPr bwMode="auto">
            <a:xfrm rot="18685703" flipH="1">
              <a:off x="4959962" y="2213580"/>
              <a:ext cx="294717" cy="30962"/>
            </a:xfrm>
            <a:custGeom>
              <a:avLst/>
              <a:gdLst>
                <a:gd name="T0" fmla="*/ 188 w 188"/>
                <a:gd name="T1" fmla="*/ 1 h 20"/>
                <a:gd name="T2" fmla="*/ 188 w 188"/>
                <a:gd name="T3" fmla="*/ 0 h 20"/>
                <a:gd name="T4" fmla="*/ 0 w 188"/>
                <a:gd name="T5" fmla="*/ 20 h 20"/>
              </a:gdLst>
              <a:ahLst/>
              <a:cxnLst>
                <a:cxn ang="0">
                  <a:pos x="T0" y="T1"/>
                </a:cxn>
                <a:cxn ang="0">
                  <a:pos x="T2" y="T3"/>
                </a:cxn>
                <a:cxn ang="0">
                  <a:pos x="T4" y="T5"/>
                </a:cxn>
              </a:cxnLst>
              <a:rect l="0" t="0" r="r" b="b"/>
              <a:pathLst>
                <a:path w="188" h="20">
                  <a:moveTo>
                    <a:pt x="188" y="1"/>
                  </a:moveTo>
                  <a:cubicBezTo>
                    <a:pt x="188" y="0"/>
                    <a:pt x="188" y="0"/>
                    <a:pt x="188" y="0"/>
                  </a:cubicBezTo>
                  <a:cubicBezTo>
                    <a:pt x="124" y="0"/>
                    <a:pt x="61" y="7"/>
                    <a:pt x="0" y="20"/>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endParaRPr lang="en-US"/>
            </a:p>
          </p:txBody>
        </p:sp>
        <p:sp>
          <p:nvSpPr>
            <p:cNvPr id="57" name="Freeform 19">
              <a:extLst>
                <a:ext uri="{FF2B5EF4-FFF2-40B4-BE49-F238E27FC236}">
                  <a16:creationId xmlns:a16="http://schemas.microsoft.com/office/drawing/2014/main" id="{D2153C8F-EEA8-494D-A76E-24CE12EDC97D}"/>
                </a:ext>
              </a:extLst>
            </p:cNvPr>
            <p:cNvSpPr>
              <a:spLocks/>
            </p:cNvSpPr>
            <p:nvPr/>
          </p:nvSpPr>
          <p:spPr bwMode="auto">
            <a:xfrm rot="10045703" flipH="1">
              <a:off x="6121494" y="4724438"/>
              <a:ext cx="294717" cy="30962"/>
            </a:xfrm>
            <a:custGeom>
              <a:avLst/>
              <a:gdLst>
                <a:gd name="T0" fmla="*/ 188 w 188"/>
                <a:gd name="T1" fmla="*/ 1 h 20"/>
                <a:gd name="T2" fmla="*/ 188 w 188"/>
                <a:gd name="T3" fmla="*/ 0 h 20"/>
                <a:gd name="T4" fmla="*/ 0 w 188"/>
                <a:gd name="T5" fmla="*/ 20 h 20"/>
              </a:gdLst>
              <a:ahLst/>
              <a:cxnLst>
                <a:cxn ang="0">
                  <a:pos x="T0" y="T1"/>
                </a:cxn>
                <a:cxn ang="0">
                  <a:pos x="T2" y="T3"/>
                </a:cxn>
                <a:cxn ang="0">
                  <a:pos x="T4" y="T5"/>
                </a:cxn>
              </a:cxnLst>
              <a:rect l="0" t="0" r="r" b="b"/>
              <a:pathLst>
                <a:path w="188" h="20">
                  <a:moveTo>
                    <a:pt x="188" y="1"/>
                  </a:moveTo>
                  <a:cubicBezTo>
                    <a:pt x="188" y="0"/>
                    <a:pt x="188" y="0"/>
                    <a:pt x="188" y="0"/>
                  </a:cubicBezTo>
                  <a:cubicBezTo>
                    <a:pt x="124" y="0"/>
                    <a:pt x="61" y="7"/>
                    <a:pt x="0" y="20"/>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endParaRPr lang="en-US"/>
            </a:p>
          </p:txBody>
        </p:sp>
        <p:sp>
          <p:nvSpPr>
            <p:cNvPr id="58" name="Freeform 19">
              <a:extLst>
                <a:ext uri="{FF2B5EF4-FFF2-40B4-BE49-F238E27FC236}">
                  <a16:creationId xmlns:a16="http://schemas.microsoft.com/office/drawing/2014/main" id="{CD30E02F-8444-4044-9031-40722B9986B9}"/>
                </a:ext>
              </a:extLst>
            </p:cNvPr>
            <p:cNvSpPr>
              <a:spLocks/>
            </p:cNvSpPr>
            <p:nvPr/>
          </p:nvSpPr>
          <p:spPr bwMode="auto">
            <a:xfrm rot="5725703" flipH="1">
              <a:off x="7375506" y="3562176"/>
              <a:ext cx="294717" cy="30962"/>
            </a:xfrm>
            <a:custGeom>
              <a:avLst/>
              <a:gdLst>
                <a:gd name="T0" fmla="*/ 188 w 188"/>
                <a:gd name="T1" fmla="*/ 1 h 20"/>
                <a:gd name="T2" fmla="*/ 188 w 188"/>
                <a:gd name="T3" fmla="*/ 0 h 20"/>
                <a:gd name="T4" fmla="*/ 0 w 188"/>
                <a:gd name="T5" fmla="*/ 20 h 20"/>
              </a:gdLst>
              <a:ahLst/>
              <a:cxnLst>
                <a:cxn ang="0">
                  <a:pos x="T0" y="T1"/>
                </a:cxn>
                <a:cxn ang="0">
                  <a:pos x="T2" y="T3"/>
                </a:cxn>
                <a:cxn ang="0">
                  <a:pos x="T4" y="T5"/>
                </a:cxn>
              </a:cxnLst>
              <a:rect l="0" t="0" r="r" b="b"/>
              <a:pathLst>
                <a:path w="188" h="20">
                  <a:moveTo>
                    <a:pt x="188" y="1"/>
                  </a:moveTo>
                  <a:cubicBezTo>
                    <a:pt x="188" y="0"/>
                    <a:pt x="188" y="0"/>
                    <a:pt x="188" y="0"/>
                  </a:cubicBezTo>
                  <a:cubicBezTo>
                    <a:pt x="124" y="0"/>
                    <a:pt x="61" y="7"/>
                    <a:pt x="0" y="20"/>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endParaRPr lang="en-US"/>
            </a:p>
          </p:txBody>
        </p:sp>
      </p:grpSp>
      <p:sp>
        <p:nvSpPr>
          <p:cNvPr id="37" name="Text Placeholder 35">
            <a:extLst>
              <a:ext uri="{FF2B5EF4-FFF2-40B4-BE49-F238E27FC236}">
                <a16:creationId xmlns:a16="http://schemas.microsoft.com/office/drawing/2014/main" id="{8552BE03-1563-4153-9F03-4CF477C6D0B8}"/>
              </a:ext>
            </a:extLst>
          </p:cNvPr>
          <p:cNvSpPr>
            <a:spLocks noGrp="1"/>
          </p:cNvSpPr>
          <p:nvPr userDrawn="1">
            <p:ph type="body" sz="quarter" idx="32" hasCustomPrompt="1"/>
          </p:nvPr>
        </p:nvSpPr>
        <p:spPr>
          <a:xfrm>
            <a:off x="7812362" y="1977992"/>
            <a:ext cx="3048000" cy="889200"/>
          </a:xfrm>
        </p:spPr>
        <p:txBody>
          <a:bodyPr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dirty="0"/>
              <a:t>Click to add text.</a:t>
            </a:r>
            <a:br>
              <a:rPr lang="en-US" dirty="0"/>
            </a:br>
            <a:r>
              <a:rPr lang="en-US" dirty="0"/>
              <a:t>Please change lens </a:t>
            </a:r>
            <a:r>
              <a:rPr lang="en-US" dirty="0" err="1"/>
              <a:t>colour</a:t>
            </a:r>
            <a:r>
              <a:rPr lang="en-US" dirty="0"/>
              <a:t> before adding images or icons. </a:t>
            </a:r>
          </a:p>
        </p:txBody>
      </p:sp>
      <p:sp>
        <p:nvSpPr>
          <p:cNvPr id="36" name="Text Placeholder 35">
            <a:extLst>
              <a:ext uri="{FF2B5EF4-FFF2-40B4-BE49-F238E27FC236}">
                <a16:creationId xmlns:a16="http://schemas.microsoft.com/office/drawing/2014/main" id="{8D44FBB5-0816-4A67-9A1E-11064CBAD7FC}"/>
              </a:ext>
            </a:extLst>
          </p:cNvPr>
          <p:cNvSpPr>
            <a:spLocks noGrp="1"/>
          </p:cNvSpPr>
          <p:nvPr userDrawn="1">
            <p:ph type="body" sz="quarter" idx="31" hasCustomPrompt="1"/>
          </p:nvPr>
        </p:nvSpPr>
        <p:spPr>
          <a:xfrm>
            <a:off x="7812362" y="1573903"/>
            <a:ext cx="3048000" cy="364129"/>
          </a:xfrm>
        </p:spPr>
        <p:txBody>
          <a:bodyPr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dirty="0"/>
              <a:t>Click to add heading</a:t>
            </a:r>
          </a:p>
        </p:txBody>
      </p:sp>
      <p:sp>
        <p:nvSpPr>
          <p:cNvPr id="5" name="Slide Number Placeholder 4">
            <a:extLst>
              <a:ext uri="{FF2B5EF4-FFF2-40B4-BE49-F238E27FC236}">
                <a16:creationId xmlns:a16="http://schemas.microsoft.com/office/drawing/2014/main" id="{D0F3331A-221C-4BB7-BE2C-92316653FCF1}"/>
              </a:ext>
            </a:extLst>
          </p:cNvPr>
          <p:cNvSpPr>
            <a:spLocks noGrp="1"/>
          </p:cNvSpPr>
          <p:nvPr userDrawn="1">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34" name="Picture Placeholder 18">
            <a:extLst>
              <a:ext uri="{FF2B5EF4-FFF2-40B4-BE49-F238E27FC236}">
                <a16:creationId xmlns:a16="http://schemas.microsoft.com/office/drawing/2014/main" id="{0FEB6459-32DC-4DA1-A8F5-8F0A8A38CEF6}"/>
              </a:ext>
            </a:extLst>
          </p:cNvPr>
          <p:cNvSpPr>
            <a:spLocks noGrp="1"/>
          </p:cNvSpPr>
          <p:nvPr userDrawn="1">
            <p:ph type="pic" sz="quarter" idx="23" hasCustomPrompt="1"/>
          </p:nvPr>
        </p:nvSpPr>
        <p:spPr>
          <a:xfrm>
            <a:off x="4615503" y="4283154"/>
            <a:ext cx="1382400" cy="138240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dirty="0">
                <a:solidFill>
                  <a:schemeClr val="tx1"/>
                </a:solidFill>
                <a:latin typeface="+mj-lt"/>
              </a:defRPr>
            </a:lvl1pPr>
          </a:lstStyle>
          <a:p>
            <a:pPr lvl="0" algn="ctr"/>
            <a:r>
              <a:rPr lang="en-US"/>
              <a:t> </a:t>
            </a:r>
          </a:p>
        </p:txBody>
      </p:sp>
      <p:sp>
        <p:nvSpPr>
          <p:cNvPr id="35" name="Picture Placeholder 18">
            <a:extLst>
              <a:ext uri="{FF2B5EF4-FFF2-40B4-BE49-F238E27FC236}">
                <a16:creationId xmlns:a16="http://schemas.microsoft.com/office/drawing/2014/main" id="{1A1E17F1-1D9F-4878-AA4D-733B2CB3375E}"/>
              </a:ext>
            </a:extLst>
          </p:cNvPr>
          <p:cNvSpPr>
            <a:spLocks noGrp="1"/>
          </p:cNvSpPr>
          <p:nvPr userDrawn="1">
            <p:ph type="pic" sz="quarter" idx="30" hasCustomPrompt="1"/>
          </p:nvPr>
        </p:nvSpPr>
        <p:spPr>
          <a:xfrm>
            <a:off x="4106791" y="2766804"/>
            <a:ext cx="1382400" cy="13824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dirty="0">
                <a:solidFill>
                  <a:schemeClr val="tx1"/>
                </a:solidFill>
                <a:latin typeface="+mj-lt"/>
              </a:defRPr>
            </a:lvl1pPr>
          </a:lstStyle>
          <a:p>
            <a:pPr lvl="0" algn="ctr"/>
            <a:r>
              <a:rPr lang="en-US"/>
              <a:t> </a:t>
            </a:r>
          </a:p>
        </p:txBody>
      </p:sp>
      <p:sp>
        <p:nvSpPr>
          <p:cNvPr id="40" name="Text Placeholder 35">
            <a:extLst>
              <a:ext uri="{FF2B5EF4-FFF2-40B4-BE49-F238E27FC236}">
                <a16:creationId xmlns:a16="http://schemas.microsoft.com/office/drawing/2014/main" id="{B5A9EE24-117D-4356-9278-0CDA5ECC9B11}"/>
              </a:ext>
            </a:extLst>
          </p:cNvPr>
          <p:cNvSpPr>
            <a:spLocks noGrp="1"/>
          </p:cNvSpPr>
          <p:nvPr userDrawn="1">
            <p:ph type="body" sz="quarter" idx="35" hasCustomPrompt="1"/>
          </p:nvPr>
        </p:nvSpPr>
        <p:spPr>
          <a:xfrm>
            <a:off x="609600" y="3520282"/>
            <a:ext cx="3048000" cy="889200"/>
          </a:xfrm>
        </p:spPr>
        <p:txBody>
          <a:bodyPr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dirty="0"/>
              <a:t>Click to add text.</a:t>
            </a:r>
            <a:br>
              <a:rPr lang="en-US" dirty="0"/>
            </a:br>
            <a:r>
              <a:rPr lang="en-US" dirty="0"/>
              <a:t>Please change lens </a:t>
            </a:r>
            <a:r>
              <a:rPr lang="en-US" dirty="0" err="1"/>
              <a:t>colour</a:t>
            </a:r>
            <a:r>
              <a:rPr lang="en-US" dirty="0"/>
              <a:t> before adding images or icons. </a:t>
            </a:r>
          </a:p>
        </p:txBody>
      </p:sp>
      <p:sp>
        <p:nvSpPr>
          <p:cNvPr id="41" name="Text Placeholder 35">
            <a:extLst>
              <a:ext uri="{FF2B5EF4-FFF2-40B4-BE49-F238E27FC236}">
                <a16:creationId xmlns:a16="http://schemas.microsoft.com/office/drawing/2014/main" id="{FCECF160-D8C9-495C-A20A-83370080554E}"/>
              </a:ext>
            </a:extLst>
          </p:cNvPr>
          <p:cNvSpPr>
            <a:spLocks noGrp="1"/>
          </p:cNvSpPr>
          <p:nvPr userDrawn="1">
            <p:ph type="body" sz="quarter" idx="36" hasCustomPrompt="1"/>
          </p:nvPr>
        </p:nvSpPr>
        <p:spPr>
          <a:xfrm>
            <a:off x="609600" y="3116193"/>
            <a:ext cx="3048000" cy="364129"/>
          </a:xfrm>
        </p:spPr>
        <p:txBody>
          <a:bodyPr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dirty="0"/>
              <a:t>Click to add heading</a:t>
            </a:r>
          </a:p>
        </p:txBody>
      </p:sp>
      <p:sp>
        <p:nvSpPr>
          <p:cNvPr id="42" name="Text Placeholder 35">
            <a:extLst>
              <a:ext uri="{FF2B5EF4-FFF2-40B4-BE49-F238E27FC236}">
                <a16:creationId xmlns:a16="http://schemas.microsoft.com/office/drawing/2014/main" id="{3576F2D3-5E56-44DC-B72E-E5651D4085EB}"/>
              </a:ext>
            </a:extLst>
          </p:cNvPr>
          <p:cNvSpPr>
            <a:spLocks noGrp="1"/>
          </p:cNvSpPr>
          <p:nvPr userDrawn="1">
            <p:ph type="body" sz="quarter" idx="37" hasCustomPrompt="1"/>
          </p:nvPr>
        </p:nvSpPr>
        <p:spPr>
          <a:xfrm>
            <a:off x="609600" y="5062573"/>
            <a:ext cx="3048000" cy="889200"/>
          </a:xfrm>
        </p:spPr>
        <p:txBody>
          <a:bodyPr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dirty="0"/>
              <a:t>Click to add text.</a:t>
            </a:r>
            <a:br>
              <a:rPr lang="en-US" dirty="0"/>
            </a:br>
            <a:r>
              <a:rPr lang="en-US" dirty="0"/>
              <a:t>Please change lens </a:t>
            </a:r>
            <a:r>
              <a:rPr lang="en-US" dirty="0" err="1"/>
              <a:t>colour</a:t>
            </a:r>
            <a:r>
              <a:rPr lang="en-US" dirty="0"/>
              <a:t> before adding images or icons. </a:t>
            </a:r>
          </a:p>
        </p:txBody>
      </p:sp>
      <p:sp>
        <p:nvSpPr>
          <p:cNvPr id="43" name="Text Placeholder 35">
            <a:extLst>
              <a:ext uri="{FF2B5EF4-FFF2-40B4-BE49-F238E27FC236}">
                <a16:creationId xmlns:a16="http://schemas.microsoft.com/office/drawing/2014/main" id="{7FC4BBC1-5DC6-4EB2-B41F-E08BFBDE682F}"/>
              </a:ext>
            </a:extLst>
          </p:cNvPr>
          <p:cNvSpPr>
            <a:spLocks noGrp="1"/>
          </p:cNvSpPr>
          <p:nvPr userDrawn="1">
            <p:ph type="body" sz="quarter" idx="38" hasCustomPrompt="1"/>
          </p:nvPr>
        </p:nvSpPr>
        <p:spPr>
          <a:xfrm>
            <a:off x="609600" y="4658484"/>
            <a:ext cx="3048000" cy="364129"/>
          </a:xfrm>
        </p:spPr>
        <p:txBody>
          <a:bodyPr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a:t>Click to add heading</a:t>
            </a:r>
          </a:p>
        </p:txBody>
      </p:sp>
      <p:sp>
        <p:nvSpPr>
          <p:cNvPr id="55" name="Picture Placeholder 18">
            <a:extLst>
              <a:ext uri="{FF2B5EF4-FFF2-40B4-BE49-F238E27FC236}">
                <a16:creationId xmlns:a16="http://schemas.microsoft.com/office/drawing/2014/main" id="{1C0612FC-2E67-4816-A17C-A913B264C318}"/>
              </a:ext>
            </a:extLst>
          </p:cNvPr>
          <p:cNvSpPr>
            <a:spLocks noGrp="1"/>
          </p:cNvSpPr>
          <p:nvPr userDrawn="1">
            <p:ph type="pic" sz="quarter" idx="39" hasCustomPrompt="1"/>
          </p:nvPr>
        </p:nvSpPr>
        <p:spPr>
          <a:xfrm>
            <a:off x="6214837" y="4268148"/>
            <a:ext cx="1382400" cy="138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dirty="0">
                <a:solidFill>
                  <a:schemeClr val="tx1"/>
                </a:solidFill>
                <a:latin typeface="+mj-lt"/>
              </a:defRPr>
            </a:lvl1pPr>
          </a:lstStyle>
          <a:p>
            <a:pPr lvl="0" algn="ctr"/>
            <a:r>
              <a:rPr lang="en-US"/>
              <a:t> </a:t>
            </a:r>
          </a:p>
        </p:txBody>
      </p:sp>
      <p:sp>
        <p:nvSpPr>
          <p:cNvPr id="33" name="Picture Placeholder 18">
            <a:extLst>
              <a:ext uri="{FF2B5EF4-FFF2-40B4-BE49-F238E27FC236}">
                <a16:creationId xmlns:a16="http://schemas.microsoft.com/office/drawing/2014/main" id="{98B8D385-C24B-4777-A949-9567F02FB157}"/>
              </a:ext>
            </a:extLst>
          </p:cNvPr>
          <p:cNvSpPr>
            <a:spLocks noGrp="1"/>
          </p:cNvSpPr>
          <p:nvPr userDrawn="1">
            <p:ph type="pic" sz="quarter" idx="21" hasCustomPrompt="1"/>
          </p:nvPr>
        </p:nvSpPr>
        <p:spPr>
          <a:xfrm rot="5400000">
            <a:off x="5391956" y="1814412"/>
            <a:ext cx="1382400" cy="1382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a:solidFill>
                  <a:schemeClr val="tx1"/>
                </a:solidFill>
                <a:latin typeface="+mj-lt"/>
              </a:defRPr>
            </a:lvl1pPr>
          </a:lstStyle>
          <a:p>
            <a:pPr lvl="0" algn="ctr"/>
            <a:r>
              <a:rPr lang="en-US"/>
              <a:t> </a:t>
            </a:r>
          </a:p>
        </p:txBody>
      </p:sp>
      <p:sp>
        <p:nvSpPr>
          <p:cNvPr id="100" name="Text Placeholder 35">
            <a:extLst>
              <a:ext uri="{FF2B5EF4-FFF2-40B4-BE49-F238E27FC236}">
                <a16:creationId xmlns:a16="http://schemas.microsoft.com/office/drawing/2014/main" id="{2FEFE8F0-9BAA-4346-BB21-AE04B912909E}"/>
              </a:ext>
            </a:extLst>
          </p:cNvPr>
          <p:cNvSpPr>
            <a:spLocks noGrp="1"/>
          </p:cNvSpPr>
          <p:nvPr userDrawn="1">
            <p:ph type="body" sz="quarter" idx="40" hasCustomPrompt="1"/>
          </p:nvPr>
        </p:nvSpPr>
        <p:spPr>
          <a:xfrm>
            <a:off x="8534400" y="5062573"/>
            <a:ext cx="3048000" cy="889200"/>
          </a:xfrm>
        </p:spPr>
        <p:txBody>
          <a:bodyPr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dirty="0"/>
              <a:t>Click to add text.</a:t>
            </a:r>
            <a:br>
              <a:rPr lang="en-US" dirty="0"/>
            </a:br>
            <a:r>
              <a:rPr lang="en-US" dirty="0"/>
              <a:t>Please change lens </a:t>
            </a:r>
            <a:r>
              <a:rPr lang="en-US" dirty="0" err="1"/>
              <a:t>colour</a:t>
            </a:r>
            <a:r>
              <a:rPr lang="en-US" dirty="0"/>
              <a:t> before adding images or icons. </a:t>
            </a:r>
          </a:p>
        </p:txBody>
      </p:sp>
      <p:sp>
        <p:nvSpPr>
          <p:cNvPr id="101" name="Text Placeholder 35">
            <a:extLst>
              <a:ext uri="{FF2B5EF4-FFF2-40B4-BE49-F238E27FC236}">
                <a16:creationId xmlns:a16="http://schemas.microsoft.com/office/drawing/2014/main" id="{C99D92DC-FF86-40FE-B29A-81222ADC7B00}"/>
              </a:ext>
            </a:extLst>
          </p:cNvPr>
          <p:cNvSpPr>
            <a:spLocks noGrp="1"/>
          </p:cNvSpPr>
          <p:nvPr userDrawn="1">
            <p:ph type="body" sz="quarter" idx="41" hasCustomPrompt="1"/>
          </p:nvPr>
        </p:nvSpPr>
        <p:spPr>
          <a:xfrm>
            <a:off x="8534400" y="4658484"/>
            <a:ext cx="3048000" cy="364129"/>
          </a:xfrm>
        </p:spPr>
        <p:txBody>
          <a:bodyPr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dirty="0"/>
              <a:t>Click to add heading</a:t>
            </a:r>
          </a:p>
        </p:txBody>
      </p:sp>
      <p:sp>
        <p:nvSpPr>
          <p:cNvPr id="102" name="Text Placeholder 35">
            <a:extLst>
              <a:ext uri="{FF2B5EF4-FFF2-40B4-BE49-F238E27FC236}">
                <a16:creationId xmlns:a16="http://schemas.microsoft.com/office/drawing/2014/main" id="{B03F4B5C-D836-4E4C-A2EB-DE5761A3FD20}"/>
              </a:ext>
            </a:extLst>
          </p:cNvPr>
          <p:cNvSpPr>
            <a:spLocks noGrp="1"/>
          </p:cNvSpPr>
          <p:nvPr userDrawn="1">
            <p:ph type="body" sz="quarter" idx="42" hasCustomPrompt="1"/>
          </p:nvPr>
        </p:nvSpPr>
        <p:spPr>
          <a:xfrm>
            <a:off x="8534400" y="3520282"/>
            <a:ext cx="3048000" cy="889200"/>
          </a:xfrm>
        </p:spPr>
        <p:txBody>
          <a:bodyPr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dirty="0"/>
              <a:t>Click to add text.</a:t>
            </a:r>
            <a:br>
              <a:rPr lang="en-US" dirty="0"/>
            </a:br>
            <a:r>
              <a:rPr lang="en-US" dirty="0"/>
              <a:t>Please change lens </a:t>
            </a:r>
            <a:r>
              <a:rPr lang="en-US" dirty="0" err="1"/>
              <a:t>colour</a:t>
            </a:r>
            <a:r>
              <a:rPr lang="en-US" dirty="0"/>
              <a:t> before adding images or icons. </a:t>
            </a:r>
          </a:p>
        </p:txBody>
      </p:sp>
      <p:sp>
        <p:nvSpPr>
          <p:cNvPr id="103" name="Text Placeholder 35">
            <a:extLst>
              <a:ext uri="{FF2B5EF4-FFF2-40B4-BE49-F238E27FC236}">
                <a16:creationId xmlns:a16="http://schemas.microsoft.com/office/drawing/2014/main" id="{BD7432FC-8E33-4D4A-9C94-1BD0E1D05DF5}"/>
              </a:ext>
            </a:extLst>
          </p:cNvPr>
          <p:cNvSpPr>
            <a:spLocks noGrp="1"/>
          </p:cNvSpPr>
          <p:nvPr userDrawn="1">
            <p:ph type="body" sz="quarter" idx="43" hasCustomPrompt="1"/>
          </p:nvPr>
        </p:nvSpPr>
        <p:spPr>
          <a:xfrm>
            <a:off x="8534400" y="3116193"/>
            <a:ext cx="3048000" cy="364129"/>
          </a:xfrm>
        </p:spPr>
        <p:txBody>
          <a:bodyPr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dirty="0"/>
              <a:t>Click to add heading</a:t>
            </a:r>
          </a:p>
        </p:txBody>
      </p:sp>
      <p:sp>
        <p:nvSpPr>
          <p:cNvPr id="105" name="Picture Placeholder 18">
            <a:extLst>
              <a:ext uri="{FF2B5EF4-FFF2-40B4-BE49-F238E27FC236}">
                <a16:creationId xmlns:a16="http://schemas.microsoft.com/office/drawing/2014/main" id="{BFC280A5-9513-416C-8C61-E8C8CEE671F9}"/>
              </a:ext>
            </a:extLst>
          </p:cNvPr>
          <p:cNvSpPr>
            <a:spLocks noGrp="1"/>
          </p:cNvSpPr>
          <p:nvPr userDrawn="1">
            <p:ph type="pic" sz="quarter" idx="45" hasCustomPrompt="1"/>
          </p:nvPr>
        </p:nvSpPr>
        <p:spPr>
          <a:xfrm>
            <a:off x="6694800" y="2742382"/>
            <a:ext cx="1382400" cy="13824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dirty="0">
                <a:solidFill>
                  <a:schemeClr val="tx1"/>
                </a:solidFill>
                <a:latin typeface="+mj-lt"/>
              </a:defRPr>
            </a:lvl1pPr>
          </a:lstStyle>
          <a:p>
            <a:pPr lvl="0" algn="ctr"/>
            <a:r>
              <a:rPr lang="en-US"/>
              <a:t> </a:t>
            </a:r>
          </a:p>
        </p:txBody>
      </p:sp>
      <p:sp>
        <p:nvSpPr>
          <p:cNvPr id="6" name="Title 5">
            <a:extLst>
              <a:ext uri="{FF2B5EF4-FFF2-40B4-BE49-F238E27FC236}">
                <a16:creationId xmlns:a16="http://schemas.microsoft.com/office/drawing/2014/main" id="{1C2F3452-8ED7-BB43-4637-565A9C094147}"/>
              </a:ext>
            </a:extLst>
          </p:cNvPr>
          <p:cNvSpPr>
            <a:spLocks noGrp="1"/>
          </p:cNvSpPr>
          <p:nvPr>
            <p:ph type="title" hasCustomPrompt="1"/>
          </p:nvPr>
        </p:nvSpPr>
        <p:spPr>
          <a:xfrm>
            <a:off x="609600" y="401638"/>
            <a:ext cx="10972800" cy="914400"/>
          </a:xfrm>
        </p:spPr>
        <p:txBody>
          <a:bodyPr/>
          <a:lstStyle/>
          <a:p>
            <a:r>
              <a:rPr lang="en-US" dirty="0"/>
              <a:t>Click to enter title here</a:t>
            </a:r>
          </a:p>
        </p:txBody>
      </p:sp>
    </p:spTree>
    <p:custDataLst>
      <p:tags r:id="rId1"/>
    </p:custDataLst>
    <p:extLst>
      <p:ext uri="{BB962C8B-B14F-4D97-AF65-F5344CB8AC3E}">
        <p14:creationId xmlns:p14="http://schemas.microsoft.com/office/powerpoint/2010/main" val="3263918533"/>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6 Step Cycl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E4832AD-985D-4D13-ADFF-E382CC2CA7F2}"/>
              </a:ext>
            </a:extLst>
          </p:cNvPr>
          <p:cNvSpPr>
            <a:spLocks noGrp="1"/>
          </p:cNvSpPr>
          <p:nvPr>
            <p:ph type="dt" sz="half" idx="10"/>
          </p:nvPr>
        </p:nvSpPr>
        <p:spPr/>
        <p:txBody>
          <a:bodyPr/>
          <a:lstStyle>
            <a:lvl1pPr>
              <a:lnSpc>
                <a:spcPct val="100000"/>
              </a:lnSpc>
              <a:defRPr/>
            </a:lvl1pPr>
          </a:lstStyle>
          <a:p>
            <a:endParaRPr lang="en-GB"/>
          </a:p>
        </p:txBody>
      </p:sp>
      <p:sp>
        <p:nvSpPr>
          <p:cNvPr id="44" name="Text Placeholder 96">
            <a:extLst>
              <a:ext uri="{FF2B5EF4-FFF2-40B4-BE49-F238E27FC236}">
                <a16:creationId xmlns:a16="http://schemas.microsoft.com/office/drawing/2014/main" id="{5767C5E8-2550-48B3-B38B-4A113100B13B}"/>
              </a:ext>
            </a:extLst>
          </p:cNvPr>
          <p:cNvSpPr>
            <a:spLocks noGrp="1"/>
          </p:cNvSpPr>
          <p:nvPr>
            <p:ph type="body" sz="quarter" idx="111" hasCustomPrompt="1"/>
          </p:nvPr>
        </p:nvSpPr>
        <p:spPr>
          <a:xfrm>
            <a:off x="609600" y="6200775"/>
            <a:ext cx="9753599" cy="657225"/>
          </a:xfrm>
        </p:spPr>
        <p:txBody>
          <a:bodyPr bIns="72000" anchor="b" anchorCtr="0">
            <a:noAutofit/>
          </a:bodyPr>
          <a:lstStyle>
            <a:lvl1pPr>
              <a:lnSpc>
                <a:spcPct val="100000"/>
              </a:lnSpc>
              <a:spcAft>
                <a:spcPts val="300"/>
              </a:spcAft>
              <a:buNone/>
              <a:defRPr sz="800"/>
            </a:lvl1pPr>
          </a:lstStyle>
          <a:p>
            <a:pPr lvl="0"/>
            <a:r>
              <a:rPr lang="en-US" dirty="0"/>
              <a:t>Footnotes</a:t>
            </a:r>
          </a:p>
        </p:txBody>
      </p:sp>
      <p:grpSp>
        <p:nvGrpSpPr>
          <p:cNvPr id="4" name="Group 3">
            <a:extLst>
              <a:ext uri="{FF2B5EF4-FFF2-40B4-BE49-F238E27FC236}">
                <a16:creationId xmlns:a16="http://schemas.microsoft.com/office/drawing/2014/main" id="{3E434940-7559-4041-A9F9-0DF5F3567311}"/>
              </a:ext>
            </a:extLst>
          </p:cNvPr>
          <p:cNvGrpSpPr/>
          <p:nvPr userDrawn="1"/>
        </p:nvGrpSpPr>
        <p:grpSpPr>
          <a:xfrm>
            <a:off x="3962400" y="1656710"/>
            <a:ext cx="4343400" cy="4343392"/>
            <a:chOff x="3962400" y="1182148"/>
            <a:chExt cx="4343400" cy="4343392"/>
          </a:xfrm>
        </p:grpSpPr>
        <p:sp>
          <p:nvSpPr>
            <p:cNvPr id="85" name="Oval 84">
              <a:extLst>
                <a:ext uri="{FF2B5EF4-FFF2-40B4-BE49-F238E27FC236}">
                  <a16:creationId xmlns:a16="http://schemas.microsoft.com/office/drawing/2014/main" id="{97068049-9E9C-4AB6-9ED8-B5CB565293A5}"/>
                </a:ext>
              </a:extLst>
            </p:cNvPr>
            <p:cNvSpPr/>
            <p:nvPr/>
          </p:nvSpPr>
          <p:spPr>
            <a:xfrm>
              <a:off x="4500562" y="1720309"/>
              <a:ext cx="3267076" cy="326707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lnSpc>
                  <a:spcPct val="90000"/>
                </a:lnSpc>
                <a:spcAft>
                  <a:spcPts val="600"/>
                </a:spcAft>
                <a:buFont typeface="Arial" panose="020B0604020202020204" pitchFamily="34" charset="0"/>
                <a:buNone/>
              </a:pPr>
              <a:endParaRPr lang="en-US" sz="3600" b="1">
                <a:latin typeface="+mj-lt"/>
              </a:endParaRPr>
            </a:p>
          </p:txBody>
        </p:sp>
        <p:grpSp>
          <p:nvGrpSpPr>
            <p:cNvPr id="86" name="Group 85">
              <a:extLst>
                <a:ext uri="{FF2B5EF4-FFF2-40B4-BE49-F238E27FC236}">
                  <a16:creationId xmlns:a16="http://schemas.microsoft.com/office/drawing/2014/main" id="{542CFC9C-095F-4B94-A8F5-C216A77EFFF4}"/>
                </a:ext>
              </a:extLst>
            </p:cNvPr>
            <p:cNvGrpSpPr/>
            <p:nvPr/>
          </p:nvGrpSpPr>
          <p:grpSpPr>
            <a:xfrm rot="20663140">
              <a:off x="4928258" y="2358665"/>
              <a:ext cx="2665070" cy="2434571"/>
              <a:chOff x="5344949" y="2692885"/>
              <a:chExt cx="1655223" cy="1512065"/>
            </a:xfrm>
          </p:grpSpPr>
          <p:sp>
            <p:nvSpPr>
              <p:cNvPr id="91" name="Freeform 18">
                <a:extLst>
                  <a:ext uri="{FF2B5EF4-FFF2-40B4-BE49-F238E27FC236}">
                    <a16:creationId xmlns:a16="http://schemas.microsoft.com/office/drawing/2014/main" id="{5A557AD1-06A3-429C-A17C-67C2D6FC16E1}"/>
                  </a:ext>
                </a:extLst>
              </p:cNvPr>
              <p:cNvSpPr>
                <a:spLocks/>
              </p:cNvSpPr>
              <p:nvPr/>
            </p:nvSpPr>
            <p:spPr bwMode="auto">
              <a:xfrm flipH="1">
                <a:off x="5344949" y="2692885"/>
                <a:ext cx="106835" cy="148144"/>
              </a:xfrm>
              <a:custGeom>
                <a:avLst/>
                <a:gdLst>
                  <a:gd name="T0" fmla="*/ 110 w 110"/>
                  <a:gd name="T1" fmla="*/ 153 h 153"/>
                  <a:gd name="T2" fmla="*/ 110 w 110"/>
                  <a:gd name="T3" fmla="*/ 153 h 153"/>
                  <a:gd name="T4" fmla="*/ 0 w 110"/>
                  <a:gd name="T5" fmla="*/ 0 h 153"/>
                </a:gdLst>
                <a:ahLst/>
                <a:cxnLst>
                  <a:cxn ang="0">
                    <a:pos x="T0" y="T1"/>
                  </a:cxn>
                  <a:cxn ang="0">
                    <a:pos x="T2" y="T3"/>
                  </a:cxn>
                  <a:cxn ang="0">
                    <a:pos x="T4" y="T5"/>
                  </a:cxn>
                </a:cxnLst>
                <a:rect l="0" t="0" r="r" b="b"/>
                <a:pathLst>
                  <a:path w="110" h="153">
                    <a:moveTo>
                      <a:pt x="110" y="153"/>
                    </a:moveTo>
                    <a:cubicBezTo>
                      <a:pt x="110" y="153"/>
                      <a:pt x="110" y="153"/>
                      <a:pt x="110" y="153"/>
                    </a:cubicBezTo>
                    <a:cubicBezTo>
                      <a:pt x="79" y="98"/>
                      <a:pt x="41" y="47"/>
                      <a:pt x="0" y="0"/>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pPr marL="0" indent="0">
                  <a:buFont typeface="Arial" panose="020B0604020202020204" pitchFamily="34" charset="0"/>
                  <a:buNone/>
                </a:pPr>
                <a:endParaRPr lang="en-US"/>
              </a:p>
            </p:txBody>
          </p:sp>
          <p:sp>
            <p:nvSpPr>
              <p:cNvPr id="92" name="Freeform 20">
                <a:extLst>
                  <a:ext uri="{FF2B5EF4-FFF2-40B4-BE49-F238E27FC236}">
                    <a16:creationId xmlns:a16="http://schemas.microsoft.com/office/drawing/2014/main" id="{B070BC1C-33C1-4074-AC0D-8088E6060A07}"/>
                  </a:ext>
                </a:extLst>
              </p:cNvPr>
              <p:cNvSpPr>
                <a:spLocks/>
              </p:cNvSpPr>
              <p:nvPr/>
            </p:nvSpPr>
            <p:spPr bwMode="auto">
              <a:xfrm flipH="1">
                <a:off x="6924676" y="2841029"/>
                <a:ext cx="75496" cy="167374"/>
              </a:xfrm>
              <a:custGeom>
                <a:avLst/>
                <a:gdLst>
                  <a:gd name="T0" fmla="*/ 78 w 78"/>
                  <a:gd name="T1" fmla="*/ 0 h 173"/>
                  <a:gd name="T2" fmla="*/ 77 w 78"/>
                  <a:gd name="T3" fmla="*/ 0 h 173"/>
                  <a:gd name="T4" fmla="*/ 0 w 78"/>
                  <a:gd name="T5" fmla="*/ 173 h 173"/>
                </a:gdLst>
                <a:ahLst/>
                <a:cxnLst>
                  <a:cxn ang="0">
                    <a:pos x="T0" y="T1"/>
                  </a:cxn>
                  <a:cxn ang="0">
                    <a:pos x="T2" y="T3"/>
                  </a:cxn>
                  <a:cxn ang="0">
                    <a:pos x="T4" y="T5"/>
                  </a:cxn>
                </a:cxnLst>
                <a:rect l="0" t="0" r="r" b="b"/>
                <a:pathLst>
                  <a:path w="78" h="173">
                    <a:moveTo>
                      <a:pt x="78" y="0"/>
                    </a:moveTo>
                    <a:cubicBezTo>
                      <a:pt x="77" y="0"/>
                      <a:pt x="77" y="0"/>
                      <a:pt x="77" y="0"/>
                    </a:cubicBezTo>
                    <a:cubicBezTo>
                      <a:pt x="46" y="55"/>
                      <a:pt x="20" y="113"/>
                      <a:pt x="0" y="173"/>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pPr marL="0" indent="0">
                  <a:buFont typeface="Arial" panose="020B0604020202020204" pitchFamily="34" charset="0"/>
                  <a:buNone/>
                </a:pPr>
                <a:endParaRPr lang="en-US"/>
              </a:p>
            </p:txBody>
          </p:sp>
          <p:sp>
            <p:nvSpPr>
              <p:cNvPr id="93" name="Freeform 22">
                <a:extLst>
                  <a:ext uri="{FF2B5EF4-FFF2-40B4-BE49-F238E27FC236}">
                    <a16:creationId xmlns:a16="http://schemas.microsoft.com/office/drawing/2014/main" id="{7E226681-5C0D-4724-8383-5DC8F39D29AF}"/>
                  </a:ext>
                </a:extLst>
              </p:cNvPr>
              <p:cNvSpPr>
                <a:spLocks/>
              </p:cNvSpPr>
              <p:nvPr/>
            </p:nvSpPr>
            <p:spPr bwMode="auto">
              <a:xfrm flipH="1">
                <a:off x="5951769" y="4186432"/>
                <a:ext cx="182331" cy="18518"/>
              </a:xfrm>
              <a:custGeom>
                <a:avLst/>
                <a:gdLst>
                  <a:gd name="T0" fmla="*/ 0 w 188"/>
                  <a:gd name="T1" fmla="*/ 18 h 19"/>
                  <a:gd name="T2" fmla="*/ 0 w 188"/>
                  <a:gd name="T3" fmla="*/ 19 h 19"/>
                  <a:gd name="T4" fmla="*/ 188 w 188"/>
                  <a:gd name="T5" fmla="*/ 0 h 19"/>
                </a:gdLst>
                <a:ahLst/>
                <a:cxnLst>
                  <a:cxn ang="0">
                    <a:pos x="T0" y="T1"/>
                  </a:cxn>
                  <a:cxn ang="0">
                    <a:pos x="T2" y="T3"/>
                  </a:cxn>
                  <a:cxn ang="0">
                    <a:pos x="T4" y="T5"/>
                  </a:cxn>
                </a:cxnLst>
                <a:rect l="0" t="0" r="r" b="b"/>
                <a:pathLst>
                  <a:path w="188" h="19">
                    <a:moveTo>
                      <a:pt x="0" y="18"/>
                    </a:moveTo>
                    <a:cubicBezTo>
                      <a:pt x="0" y="19"/>
                      <a:pt x="0" y="19"/>
                      <a:pt x="0" y="19"/>
                    </a:cubicBezTo>
                    <a:cubicBezTo>
                      <a:pt x="63" y="19"/>
                      <a:pt x="126" y="12"/>
                      <a:pt x="188" y="0"/>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pPr marL="0" indent="0">
                  <a:buFont typeface="Arial" panose="020B0604020202020204" pitchFamily="34" charset="0"/>
                  <a:buNone/>
                </a:pPr>
                <a:endParaRPr lang="en-US"/>
              </a:p>
            </p:txBody>
          </p:sp>
        </p:grpSp>
        <p:grpSp>
          <p:nvGrpSpPr>
            <p:cNvPr id="87" name="Group 86">
              <a:extLst>
                <a:ext uri="{FF2B5EF4-FFF2-40B4-BE49-F238E27FC236}">
                  <a16:creationId xmlns:a16="http://schemas.microsoft.com/office/drawing/2014/main" id="{96A6398B-0687-499A-A3EF-3864749ECD92}"/>
                </a:ext>
              </a:extLst>
            </p:cNvPr>
            <p:cNvGrpSpPr/>
            <p:nvPr/>
          </p:nvGrpSpPr>
          <p:grpSpPr>
            <a:xfrm rot="21366382">
              <a:off x="4721545" y="1896038"/>
              <a:ext cx="2667364" cy="2439158"/>
              <a:chOff x="5268028" y="2386626"/>
              <a:chExt cx="1656648" cy="1514914"/>
            </a:xfrm>
          </p:grpSpPr>
          <p:sp>
            <p:nvSpPr>
              <p:cNvPr id="88" name="Freeform 19">
                <a:extLst>
                  <a:ext uri="{FF2B5EF4-FFF2-40B4-BE49-F238E27FC236}">
                    <a16:creationId xmlns:a16="http://schemas.microsoft.com/office/drawing/2014/main" id="{52B27D6F-750C-4E87-9F46-CB20F0ACCC22}"/>
                  </a:ext>
                </a:extLst>
              </p:cNvPr>
              <p:cNvSpPr>
                <a:spLocks/>
              </p:cNvSpPr>
              <p:nvPr/>
            </p:nvSpPr>
            <p:spPr bwMode="auto">
              <a:xfrm flipH="1">
                <a:off x="6134100" y="2386626"/>
                <a:ext cx="183043" cy="19230"/>
              </a:xfrm>
              <a:custGeom>
                <a:avLst/>
                <a:gdLst>
                  <a:gd name="T0" fmla="*/ 188 w 188"/>
                  <a:gd name="T1" fmla="*/ 1 h 20"/>
                  <a:gd name="T2" fmla="*/ 188 w 188"/>
                  <a:gd name="T3" fmla="*/ 0 h 20"/>
                  <a:gd name="T4" fmla="*/ 0 w 188"/>
                  <a:gd name="T5" fmla="*/ 20 h 20"/>
                </a:gdLst>
                <a:ahLst/>
                <a:cxnLst>
                  <a:cxn ang="0">
                    <a:pos x="T0" y="T1"/>
                  </a:cxn>
                  <a:cxn ang="0">
                    <a:pos x="T2" y="T3"/>
                  </a:cxn>
                  <a:cxn ang="0">
                    <a:pos x="T4" y="T5"/>
                  </a:cxn>
                </a:cxnLst>
                <a:rect l="0" t="0" r="r" b="b"/>
                <a:pathLst>
                  <a:path w="188" h="20">
                    <a:moveTo>
                      <a:pt x="188" y="1"/>
                    </a:moveTo>
                    <a:cubicBezTo>
                      <a:pt x="188" y="0"/>
                      <a:pt x="188" y="0"/>
                      <a:pt x="188" y="0"/>
                    </a:cubicBezTo>
                    <a:cubicBezTo>
                      <a:pt x="124" y="0"/>
                      <a:pt x="61" y="7"/>
                      <a:pt x="0" y="20"/>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pPr marL="0" indent="0">
                  <a:buFont typeface="Arial" panose="020B0604020202020204" pitchFamily="34" charset="0"/>
                  <a:buNone/>
                </a:pPr>
                <a:endParaRPr lang="en-US"/>
              </a:p>
            </p:txBody>
          </p:sp>
          <p:sp>
            <p:nvSpPr>
              <p:cNvPr id="89" name="Freeform 21">
                <a:extLst>
                  <a:ext uri="{FF2B5EF4-FFF2-40B4-BE49-F238E27FC236}">
                    <a16:creationId xmlns:a16="http://schemas.microsoft.com/office/drawing/2014/main" id="{0148AA9A-F791-4EE1-8751-874899E8757B}"/>
                  </a:ext>
                </a:extLst>
              </p:cNvPr>
              <p:cNvSpPr>
                <a:spLocks/>
              </p:cNvSpPr>
              <p:nvPr/>
            </p:nvSpPr>
            <p:spPr bwMode="auto">
              <a:xfrm flipH="1">
                <a:off x="6817841" y="3751972"/>
                <a:ext cx="106835" cy="149568"/>
              </a:xfrm>
              <a:custGeom>
                <a:avLst/>
                <a:gdLst>
                  <a:gd name="T0" fmla="*/ 0 w 110"/>
                  <a:gd name="T1" fmla="*/ 0 h 154"/>
                  <a:gd name="T2" fmla="*/ 0 w 110"/>
                  <a:gd name="T3" fmla="*/ 1 h 154"/>
                  <a:gd name="T4" fmla="*/ 110 w 110"/>
                  <a:gd name="T5" fmla="*/ 154 h 154"/>
                </a:gdLst>
                <a:ahLst/>
                <a:cxnLst>
                  <a:cxn ang="0">
                    <a:pos x="T0" y="T1"/>
                  </a:cxn>
                  <a:cxn ang="0">
                    <a:pos x="T2" y="T3"/>
                  </a:cxn>
                  <a:cxn ang="0">
                    <a:pos x="T4" y="T5"/>
                  </a:cxn>
                </a:cxnLst>
                <a:rect l="0" t="0" r="r" b="b"/>
                <a:pathLst>
                  <a:path w="110" h="154">
                    <a:moveTo>
                      <a:pt x="0" y="0"/>
                    </a:moveTo>
                    <a:cubicBezTo>
                      <a:pt x="0" y="1"/>
                      <a:pt x="0" y="1"/>
                      <a:pt x="0" y="1"/>
                    </a:cubicBezTo>
                    <a:cubicBezTo>
                      <a:pt x="32" y="56"/>
                      <a:pt x="69" y="107"/>
                      <a:pt x="110" y="154"/>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pPr marL="0" indent="0">
                  <a:buFont typeface="Arial" panose="020B0604020202020204" pitchFamily="34" charset="0"/>
                  <a:buNone/>
                </a:pPr>
                <a:endParaRPr lang="en-US"/>
              </a:p>
            </p:txBody>
          </p:sp>
          <p:sp>
            <p:nvSpPr>
              <p:cNvPr id="90" name="Freeform 23">
                <a:extLst>
                  <a:ext uri="{FF2B5EF4-FFF2-40B4-BE49-F238E27FC236}">
                    <a16:creationId xmlns:a16="http://schemas.microsoft.com/office/drawing/2014/main" id="{0465E06E-A8C3-45A2-A1D6-6C0A7EBA5414}"/>
                  </a:ext>
                </a:extLst>
              </p:cNvPr>
              <p:cNvSpPr>
                <a:spLocks/>
              </p:cNvSpPr>
              <p:nvPr/>
            </p:nvSpPr>
            <p:spPr bwMode="auto">
              <a:xfrm flipH="1">
                <a:off x="5268028" y="3583173"/>
                <a:ext cx="76209" cy="165950"/>
              </a:xfrm>
              <a:custGeom>
                <a:avLst/>
                <a:gdLst>
                  <a:gd name="T0" fmla="*/ 0 w 78"/>
                  <a:gd name="T1" fmla="*/ 172 h 172"/>
                  <a:gd name="T2" fmla="*/ 0 w 78"/>
                  <a:gd name="T3" fmla="*/ 172 h 172"/>
                  <a:gd name="T4" fmla="*/ 78 w 78"/>
                  <a:gd name="T5" fmla="*/ 0 h 172"/>
                </a:gdLst>
                <a:ahLst/>
                <a:cxnLst>
                  <a:cxn ang="0">
                    <a:pos x="T0" y="T1"/>
                  </a:cxn>
                  <a:cxn ang="0">
                    <a:pos x="T2" y="T3"/>
                  </a:cxn>
                  <a:cxn ang="0">
                    <a:pos x="T4" y="T5"/>
                  </a:cxn>
                </a:cxnLst>
                <a:rect l="0" t="0" r="r" b="b"/>
                <a:pathLst>
                  <a:path w="78" h="172">
                    <a:moveTo>
                      <a:pt x="0" y="172"/>
                    </a:moveTo>
                    <a:cubicBezTo>
                      <a:pt x="0" y="172"/>
                      <a:pt x="0" y="172"/>
                      <a:pt x="0" y="172"/>
                    </a:cubicBezTo>
                    <a:cubicBezTo>
                      <a:pt x="32" y="117"/>
                      <a:pt x="58" y="60"/>
                      <a:pt x="78" y="0"/>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pPr marL="0" indent="0">
                  <a:buFont typeface="Arial" panose="020B0604020202020204" pitchFamily="34" charset="0"/>
                  <a:buNone/>
                </a:pPr>
                <a:endParaRPr lang="en-US"/>
              </a:p>
            </p:txBody>
          </p:sp>
        </p:grpSp>
        <p:sp>
          <p:nvSpPr>
            <p:cNvPr id="78" name="Oval 77">
              <a:extLst>
                <a:ext uri="{FF2B5EF4-FFF2-40B4-BE49-F238E27FC236}">
                  <a16:creationId xmlns:a16="http://schemas.microsoft.com/office/drawing/2014/main" id="{93C7739D-8BC1-4056-B29E-95C7CA15BDCF}"/>
                </a:ext>
              </a:extLst>
            </p:cNvPr>
            <p:cNvSpPr/>
            <p:nvPr/>
          </p:nvSpPr>
          <p:spPr>
            <a:xfrm>
              <a:off x="3962400" y="1182148"/>
              <a:ext cx="4343400" cy="4343392"/>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lnSpc>
                  <a:spcPct val="90000"/>
                </a:lnSpc>
                <a:spcAft>
                  <a:spcPts val="600"/>
                </a:spcAft>
                <a:buFont typeface="Arial" panose="020B0604020202020204" pitchFamily="34" charset="0"/>
                <a:buNone/>
              </a:pPr>
              <a:endParaRPr lang="en-US" sz="3600" b="1">
                <a:latin typeface="+mj-lt"/>
              </a:endParaRPr>
            </a:p>
          </p:txBody>
        </p:sp>
      </p:grpSp>
      <p:sp>
        <p:nvSpPr>
          <p:cNvPr id="37" name="Text Placeholder 35">
            <a:extLst>
              <a:ext uri="{FF2B5EF4-FFF2-40B4-BE49-F238E27FC236}">
                <a16:creationId xmlns:a16="http://schemas.microsoft.com/office/drawing/2014/main" id="{8552BE03-1563-4153-9F03-4CF477C6D0B8}"/>
              </a:ext>
            </a:extLst>
          </p:cNvPr>
          <p:cNvSpPr>
            <a:spLocks noGrp="1"/>
          </p:cNvSpPr>
          <p:nvPr>
            <p:ph type="body" sz="quarter" idx="32" hasCustomPrompt="1"/>
          </p:nvPr>
        </p:nvSpPr>
        <p:spPr>
          <a:xfrm>
            <a:off x="609600" y="2326491"/>
            <a:ext cx="3048000" cy="889200"/>
          </a:xfrm>
        </p:spPr>
        <p:txBody>
          <a:bodyPr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dirty="0"/>
              <a:t>Click to add text.</a:t>
            </a:r>
            <a:br>
              <a:rPr lang="en-US" dirty="0"/>
            </a:br>
            <a:r>
              <a:rPr lang="en-US" dirty="0"/>
              <a:t>Please change lens </a:t>
            </a:r>
            <a:r>
              <a:rPr lang="en-US" dirty="0" err="1"/>
              <a:t>colour</a:t>
            </a:r>
            <a:r>
              <a:rPr lang="en-US" dirty="0"/>
              <a:t> before adding images or icons. </a:t>
            </a:r>
          </a:p>
        </p:txBody>
      </p:sp>
      <p:sp>
        <p:nvSpPr>
          <p:cNvPr id="36" name="Text Placeholder 35">
            <a:extLst>
              <a:ext uri="{FF2B5EF4-FFF2-40B4-BE49-F238E27FC236}">
                <a16:creationId xmlns:a16="http://schemas.microsoft.com/office/drawing/2014/main" id="{8D44FBB5-0816-4A67-9A1E-11064CBAD7FC}"/>
              </a:ext>
            </a:extLst>
          </p:cNvPr>
          <p:cNvSpPr>
            <a:spLocks noGrp="1"/>
          </p:cNvSpPr>
          <p:nvPr>
            <p:ph type="body" sz="quarter" idx="31" hasCustomPrompt="1"/>
          </p:nvPr>
        </p:nvSpPr>
        <p:spPr>
          <a:xfrm>
            <a:off x="609600" y="1922402"/>
            <a:ext cx="3048000" cy="364129"/>
          </a:xfrm>
        </p:spPr>
        <p:txBody>
          <a:bodyPr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dirty="0"/>
              <a:t>Click to add heading</a:t>
            </a:r>
          </a:p>
        </p:txBody>
      </p:sp>
      <p:sp>
        <p:nvSpPr>
          <p:cNvPr id="5" name="Slide Number Placeholder 4">
            <a:extLst>
              <a:ext uri="{FF2B5EF4-FFF2-40B4-BE49-F238E27FC236}">
                <a16:creationId xmlns:a16="http://schemas.microsoft.com/office/drawing/2014/main" id="{D0F3331A-221C-4BB7-BE2C-92316653FCF1}"/>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34" name="Picture Placeholder 18">
            <a:extLst>
              <a:ext uri="{FF2B5EF4-FFF2-40B4-BE49-F238E27FC236}">
                <a16:creationId xmlns:a16="http://schemas.microsoft.com/office/drawing/2014/main" id="{0FEB6459-32DC-4DA1-A8F5-8F0A8A38CEF6}"/>
              </a:ext>
            </a:extLst>
          </p:cNvPr>
          <p:cNvSpPr>
            <a:spLocks noGrp="1"/>
          </p:cNvSpPr>
          <p:nvPr>
            <p:ph type="pic" sz="quarter" idx="23" hasCustomPrompt="1"/>
          </p:nvPr>
        </p:nvSpPr>
        <p:spPr>
          <a:xfrm>
            <a:off x="4714516" y="4308980"/>
            <a:ext cx="1479600" cy="14796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dirty="0">
                <a:solidFill>
                  <a:schemeClr val="tx1"/>
                </a:solidFill>
                <a:latin typeface="+mj-lt"/>
              </a:defRPr>
            </a:lvl1pPr>
          </a:lstStyle>
          <a:p>
            <a:pPr lvl="0" algn="ctr"/>
            <a:r>
              <a:rPr lang="en-US"/>
              <a:t> </a:t>
            </a:r>
          </a:p>
        </p:txBody>
      </p:sp>
      <p:sp>
        <p:nvSpPr>
          <p:cNvPr id="35" name="Picture Placeholder 18">
            <a:extLst>
              <a:ext uri="{FF2B5EF4-FFF2-40B4-BE49-F238E27FC236}">
                <a16:creationId xmlns:a16="http://schemas.microsoft.com/office/drawing/2014/main" id="{1A1E17F1-1D9F-4878-AA4D-733B2CB3375E}"/>
              </a:ext>
            </a:extLst>
          </p:cNvPr>
          <p:cNvSpPr>
            <a:spLocks noGrp="1"/>
          </p:cNvSpPr>
          <p:nvPr>
            <p:ph type="pic" sz="quarter" idx="30" hasCustomPrompt="1"/>
          </p:nvPr>
        </p:nvSpPr>
        <p:spPr>
          <a:xfrm>
            <a:off x="4218562" y="3358161"/>
            <a:ext cx="939600" cy="939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dirty="0">
                <a:solidFill>
                  <a:schemeClr val="tx1"/>
                </a:solidFill>
                <a:latin typeface="+mj-lt"/>
              </a:defRPr>
            </a:lvl1pPr>
          </a:lstStyle>
          <a:p>
            <a:pPr lvl="0" algn="ctr"/>
            <a:r>
              <a:rPr lang="en-US"/>
              <a:t> </a:t>
            </a:r>
          </a:p>
        </p:txBody>
      </p:sp>
      <p:sp>
        <p:nvSpPr>
          <p:cNvPr id="38" name="Text Placeholder 35">
            <a:extLst>
              <a:ext uri="{FF2B5EF4-FFF2-40B4-BE49-F238E27FC236}">
                <a16:creationId xmlns:a16="http://schemas.microsoft.com/office/drawing/2014/main" id="{B2CDFEC6-77B5-48E1-AD00-558860A3B7D7}"/>
              </a:ext>
            </a:extLst>
          </p:cNvPr>
          <p:cNvSpPr>
            <a:spLocks noGrp="1"/>
          </p:cNvSpPr>
          <p:nvPr>
            <p:ph type="body" sz="quarter" idx="33" hasCustomPrompt="1"/>
          </p:nvPr>
        </p:nvSpPr>
        <p:spPr>
          <a:xfrm>
            <a:off x="609600" y="3732450"/>
            <a:ext cx="3048000" cy="889200"/>
          </a:xfrm>
        </p:spPr>
        <p:txBody>
          <a:bodyPr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dirty="0"/>
              <a:t>Click to add text.</a:t>
            </a:r>
            <a:br>
              <a:rPr lang="en-US" dirty="0"/>
            </a:br>
            <a:r>
              <a:rPr lang="en-US" dirty="0"/>
              <a:t>Please change lens </a:t>
            </a:r>
            <a:r>
              <a:rPr lang="en-US" dirty="0" err="1"/>
              <a:t>colour</a:t>
            </a:r>
            <a:r>
              <a:rPr lang="en-US" dirty="0"/>
              <a:t> before adding images or icons. </a:t>
            </a:r>
          </a:p>
        </p:txBody>
      </p:sp>
      <p:sp>
        <p:nvSpPr>
          <p:cNvPr id="39" name="Text Placeholder 35">
            <a:extLst>
              <a:ext uri="{FF2B5EF4-FFF2-40B4-BE49-F238E27FC236}">
                <a16:creationId xmlns:a16="http://schemas.microsoft.com/office/drawing/2014/main" id="{6D92BE5C-CD11-4FE3-BBAA-4E269EF03186}"/>
              </a:ext>
            </a:extLst>
          </p:cNvPr>
          <p:cNvSpPr>
            <a:spLocks noGrp="1"/>
          </p:cNvSpPr>
          <p:nvPr>
            <p:ph type="body" sz="quarter" idx="34" hasCustomPrompt="1"/>
          </p:nvPr>
        </p:nvSpPr>
        <p:spPr>
          <a:xfrm>
            <a:off x="609600" y="3328361"/>
            <a:ext cx="3048000" cy="364129"/>
          </a:xfrm>
        </p:spPr>
        <p:txBody>
          <a:bodyPr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a:t>Click to add heading</a:t>
            </a:r>
          </a:p>
        </p:txBody>
      </p:sp>
      <p:sp>
        <p:nvSpPr>
          <p:cNvPr id="40" name="Text Placeholder 35">
            <a:extLst>
              <a:ext uri="{FF2B5EF4-FFF2-40B4-BE49-F238E27FC236}">
                <a16:creationId xmlns:a16="http://schemas.microsoft.com/office/drawing/2014/main" id="{B5A9EE24-117D-4356-9278-0CDA5ECC9B11}"/>
              </a:ext>
            </a:extLst>
          </p:cNvPr>
          <p:cNvSpPr>
            <a:spLocks noGrp="1"/>
          </p:cNvSpPr>
          <p:nvPr>
            <p:ph type="body" sz="quarter" idx="35" hasCustomPrompt="1"/>
          </p:nvPr>
        </p:nvSpPr>
        <p:spPr>
          <a:xfrm>
            <a:off x="609600" y="5142435"/>
            <a:ext cx="3048000" cy="889200"/>
          </a:xfrm>
        </p:spPr>
        <p:txBody>
          <a:bodyPr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dirty="0"/>
              <a:t>Click to add text.</a:t>
            </a:r>
            <a:br>
              <a:rPr lang="en-US" dirty="0"/>
            </a:br>
            <a:r>
              <a:rPr lang="en-US" dirty="0"/>
              <a:t>Please change lens </a:t>
            </a:r>
            <a:r>
              <a:rPr lang="en-US" dirty="0" err="1"/>
              <a:t>colour</a:t>
            </a:r>
            <a:r>
              <a:rPr lang="en-US" dirty="0"/>
              <a:t> before adding images or icons. </a:t>
            </a:r>
          </a:p>
        </p:txBody>
      </p:sp>
      <p:sp>
        <p:nvSpPr>
          <p:cNvPr id="41" name="Text Placeholder 35">
            <a:extLst>
              <a:ext uri="{FF2B5EF4-FFF2-40B4-BE49-F238E27FC236}">
                <a16:creationId xmlns:a16="http://schemas.microsoft.com/office/drawing/2014/main" id="{FCECF160-D8C9-495C-A20A-83370080554E}"/>
              </a:ext>
            </a:extLst>
          </p:cNvPr>
          <p:cNvSpPr>
            <a:spLocks noGrp="1"/>
          </p:cNvSpPr>
          <p:nvPr>
            <p:ph type="body" sz="quarter" idx="36" hasCustomPrompt="1"/>
          </p:nvPr>
        </p:nvSpPr>
        <p:spPr>
          <a:xfrm>
            <a:off x="609600" y="4738346"/>
            <a:ext cx="3048000" cy="364129"/>
          </a:xfrm>
        </p:spPr>
        <p:txBody>
          <a:bodyPr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dirty="0"/>
              <a:t>Click to add heading</a:t>
            </a:r>
          </a:p>
        </p:txBody>
      </p:sp>
      <p:sp>
        <p:nvSpPr>
          <p:cNvPr id="42" name="Text Placeholder 35">
            <a:extLst>
              <a:ext uri="{FF2B5EF4-FFF2-40B4-BE49-F238E27FC236}">
                <a16:creationId xmlns:a16="http://schemas.microsoft.com/office/drawing/2014/main" id="{3576F2D3-5E56-44DC-B72E-E5651D4085EB}"/>
              </a:ext>
            </a:extLst>
          </p:cNvPr>
          <p:cNvSpPr>
            <a:spLocks noGrp="1"/>
          </p:cNvSpPr>
          <p:nvPr>
            <p:ph type="body" sz="quarter" idx="37" hasCustomPrompt="1"/>
          </p:nvPr>
        </p:nvSpPr>
        <p:spPr>
          <a:xfrm>
            <a:off x="8534399" y="5142435"/>
            <a:ext cx="3047999" cy="889200"/>
          </a:xfrm>
        </p:spPr>
        <p:txBody>
          <a:bodyPr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dirty="0"/>
              <a:t>Click to add text.</a:t>
            </a:r>
            <a:br>
              <a:rPr lang="en-US" dirty="0"/>
            </a:br>
            <a:r>
              <a:rPr lang="en-US" dirty="0"/>
              <a:t>Please change lens </a:t>
            </a:r>
            <a:r>
              <a:rPr lang="en-US" dirty="0" err="1"/>
              <a:t>colour</a:t>
            </a:r>
            <a:r>
              <a:rPr lang="en-US" dirty="0"/>
              <a:t> before adding images or icons. </a:t>
            </a:r>
          </a:p>
        </p:txBody>
      </p:sp>
      <p:sp>
        <p:nvSpPr>
          <p:cNvPr id="43" name="Text Placeholder 35">
            <a:extLst>
              <a:ext uri="{FF2B5EF4-FFF2-40B4-BE49-F238E27FC236}">
                <a16:creationId xmlns:a16="http://schemas.microsoft.com/office/drawing/2014/main" id="{7FC4BBC1-5DC6-4EB2-B41F-E08BFBDE682F}"/>
              </a:ext>
            </a:extLst>
          </p:cNvPr>
          <p:cNvSpPr>
            <a:spLocks noGrp="1"/>
          </p:cNvSpPr>
          <p:nvPr>
            <p:ph type="body" sz="quarter" idx="38" hasCustomPrompt="1"/>
          </p:nvPr>
        </p:nvSpPr>
        <p:spPr>
          <a:xfrm>
            <a:off x="8534399" y="4738346"/>
            <a:ext cx="3047999" cy="364129"/>
          </a:xfrm>
        </p:spPr>
        <p:txBody>
          <a:bodyPr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a:t>Click to add heading</a:t>
            </a:r>
          </a:p>
        </p:txBody>
      </p:sp>
      <p:sp>
        <p:nvSpPr>
          <p:cNvPr id="55" name="Picture Placeholder 18">
            <a:extLst>
              <a:ext uri="{FF2B5EF4-FFF2-40B4-BE49-F238E27FC236}">
                <a16:creationId xmlns:a16="http://schemas.microsoft.com/office/drawing/2014/main" id="{1C0612FC-2E67-4816-A17C-A913B264C318}"/>
              </a:ext>
            </a:extLst>
          </p:cNvPr>
          <p:cNvSpPr>
            <a:spLocks noGrp="1"/>
          </p:cNvSpPr>
          <p:nvPr>
            <p:ph type="pic" sz="quarter" idx="39" hasCustomPrompt="1"/>
          </p:nvPr>
        </p:nvSpPr>
        <p:spPr>
          <a:xfrm>
            <a:off x="6424558" y="4673294"/>
            <a:ext cx="939600" cy="93960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dirty="0">
                <a:solidFill>
                  <a:schemeClr val="tx1"/>
                </a:solidFill>
                <a:latin typeface="+mj-lt"/>
              </a:defRPr>
            </a:lvl1pPr>
          </a:lstStyle>
          <a:p>
            <a:pPr lvl="0" algn="ctr"/>
            <a:r>
              <a:rPr lang="en-US"/>
              <a:t> </a:t>
            </a:r>
          </a:p>
        </p:txBody>
      </p:sp>
      <p:sp>
        <p:nvSpPr>
          <p:cNvPr id="33" name="Picture Placeholder 18">
            <a:extLst>
              <a:ext uri="{FF2B5EF4-FFF2-40B4-BE49-F238E27FC236}">
                <a16:creationId xmlns:a16="http://schemas.microsoft.com/office/drawing/2014/main" id="{98B8D385-C24B-4777-A949-9567F02FB157}"/>
              </a:ext>
            </a:extLst>
          </p:cNvPr>
          <p:cNvSpPr>
            <a:spLocks noGrp="1"/>
          </p:cNvSpPr>
          <p:nvPr>
            <p:ph type="pic" sz="quarter" idx="21" hasCustomPrompt="1"/>
          </p:nvPr>
        </p:nvSpPr>
        <p:spPr>
          <a:xfrm rot="5400000">
            <a:off x="4714516" y="1909879"/>
            <a:ext cx="1479600" cy="14796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a:solidFill>
                  <a:schemeClr val="tx1"/>
                </a:solidFill>
                <a:latin typeface="+mj-lt"/>
              </a:defRPr>
            </a:lvl1pPr>
          </a:lstStyle>
          <a:p>
            <a:pPr lvl="0" algn="ctr"/>
            <a:r>
              <a:rPr lang="en-US"/>
              <a:t> </a:t>
            </a:r>
          </a:p>
        </p:txBody>
      </p:sp>
      <p:sp>
        <p:nvSpPr>
          <p:cNvPr id="100" name="Text Placeholder 35">
            <a:extLst>
              <a:ext uri="{FF2B5EF4-FFF2-40B4-BE49-F238E27FC236}">
                <a16:creationId xmlns:a16="http://schemas.microsoft.com/office/drawing/2014/main" id="{2FEFE8F0-9BAA-4346-BB21-AE04B912909E}"/>
              </a:ext>
            </a:extLst>
          </p:cNvPr>
          <p:cNvSpPr>
            <a:spLocks noGrp="1"/>
          </p:cNvSpPr>
          <p:nvPr>
            <p:ph type="body" sz="quarter" idx="40" hasCustomPrompt="1"/>
          </p:nvPr>
        </p:nvSpPr>
        <p:spPr>
          <a:xfrm>
            <a:off x="8534399" y="3732450"/>
            <a:ext cx="3047999" cy="889200"/>
          </a:xfrm>
        </p:spPr>
        <p:txBody>
          <a:bodyPr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dirty="0"/>
              <a:t>Click to add text.</a:t>
            </a:r>
            <a:br>
              <a:rPr lang="en-US" dirty="0"/>
            </a:br>
            <a:r>
              <a:rPr lang="en-US" dirty="0"/>
              <a:t>Please change lens </a:t>
            </a:r>
            <a:r>
              <a:rPr lang="en-US" dirty="0" err="1"/>
              <a:t>colour</a:t>
            </a:r>
            <a:r>
              <a:rPr lang="en-US" dirty="0"/>
              <a:t> before adding images or icons. </a:t>
            </a:r>
          </a:p>
        </p:txBody>
      </p:sp>
      <p:sp>
        <p:nvSpPr>
          <p:cNvPr id="101" name="Text Placeholder 35">
            <a:extLst>
              <a:ext uri="{FF2B5EF4-FFF2-40B4-BE49-F238E27FC236}">
                <a16:creationId xmlns:a16="http://schemas.microsoft.com/office/drawing/2014/main" id="{C99D92DC-FF86-40FE-B29A-81222ADC7B00}"/>
              </a:ext>
            </a:extLst>
          </p:cNvPr>
          <p:cNvSpPr>
            <a:spLocks noGrp="1"/>
          </p:cNvSpPr>
          <p:nvPr>
            <p:ph type="body" sz="quarter" idx="41" hasCustomPrompt="1"/>
          </p:nvPr>
        </p:nvSpPr>
        <p:spPr>
          <a:xfrm>
            <a:off x="8534399" y="3328361"/>
            <a:ext cx="3047999" cy="364129"/>
          </a:xfrm>
        </p:spPr>
        <p:txBody>
          <a:bodyPr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dirty="0"/>
              <a:t>Click to add heading</a:t>
            </a:r>
          </a:p>
        </p:txBody>
      </p:sp>
      <p:sp>
        <p:nvSpPr>
          <p:cNvPr id="102" name="Text Placeholder 35">
            <a:extLst>
              <a:ext uri="{FF2B5EF4-FFF2-40B4-BE49-F238E27FC236}">
                <a16:creationId xmlns:a16="http://schemas.microsoft.com/office/drawing/2014/main" id="{B03F4B5C-D836-4E4C-A2EB-DE5761A3FD20}"/>
              </a:ext>
            </a:extLst>
          </p:cNvPr>
          <p:cNvSpPr>
            <a:spLocks noGrp="1"/>
          </p:cNvSpPr>
          <p:nvPr>
            <p:ph type="body" sz="quarter" idx="42" hasCustomPrompt="1"/>
          </p:nvPr>
        </p:nvSpPr>
        <p:spPr>
          <a:xfrm>
            <a:off x="8534399" y="2326491"/>
            <a:ext cx="3047999" cy="889200"/>
          </a:xfrm>
        </p:spPr>
        <p:txBody>
          <a:bodyPr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dirty="0"/>
              <a:t>Click to add text.</a:t>
            </a:r>
            <a:br>
              <a:rPr lang="en-US" dirty="0"/>
            </a:br>
            <a:r>
              <a:rPr lang="en-US" dirty="0"/>
              <a:t>Please change lens </a:t>
            </a:r>
            <a:r>
              <a:rPr lang="en-US" dirty="0" err="1"/>
              <a:t>colour</a:t>
            </a:r>
            <a:r>
              <a:rPr lang="en-US" dirty="0"/>
              <a:t> before adding images or icons. </a:t>
            </a:r>
          </a:p>
        </p:txBody>
      </p:sp>
      <p:sp>
        <p:nvSpPr>
          <p:cNvPr id="103" name="Text Placeholder 35">
            <a:extLst>
              <a:ext uri="{FF2B5EF4-FFF2-40B4-BE49-F238E27FC236}">
                <a16:creationId xmlns:a16="http://schemas.microsoft.com/office/drawing/2014/main" id="{BD7432FC-8E33-4D4A-9C94-1BD0E1D05DF5}"/>
              </a:ext>
            </a:extLst>
          </p:cNvPr>
          <p:cNvSpPr>
            <a:spLocks noGrp="1"/>
          </p:cNvSpPr>
          <p:nvPr>
            <p:ph type="body" sz="quarter" idx="43" hasCustomPrompt="1"/>
          </p:nvPr>
        </p:nvSpPr>
        <p:spPr>
          <a:xfrm>
            <a:off x="8534399" y="1922402"/>
            <a:ext cx="3047999" cy="364129"/>
          </a:xfrm>
        </p:spPr>
        <p:txBody>
          <a:bodyPr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a:t>Click to add heading</a:t>
            </a:r>
          </a:p>
        </p:txBody>
      </p:sp>
      <p:sp>
        <p:nvSpPr>
          <p:cNvPr id="104" name="Picture Placeholder 18">
            <a:extLst>
              <a:ext uri="{FF2B5EF4-FFF2-40B4-BE49-F238E27FC236}">
                <a16:creationId xmlns:a16="http://schemas.microsoft.com/office/drawing/2014/main" id="{EE46A045-14C2-4E61-8827-7C151F1AAFDC}"/>
              </a:ext>
            </a:extLst>
          </p:cNvPr>
          <p:cNvSpPr>
            <a:spLocks noGrp="1"/>
          </p:cNvSpPr>
          <p:nvPr>
            <p:ph type="pic" sz="quarter" idx="44" hasCustomPrompt="1"/>
          </p:nvPr>
        </p:nvSpPr>
        <p:spPr>
          <a:xfrm>
            <a:off x="6755362" y="3088161"/>
            <a:ext cx="1479600" cy="1479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dirty="0">
                <a:solidFill>
                  <a:schemeClr val="tx1"/>
                </a:solidFill>
                <a:latin typeface="+mj-lt"/>
              </a:defRPr>
            </a:lvl1pPr>
          </a:lstStyle>
          <a:p>
            <a:pPr lvl="0" algn="ctr"/>
            <a:r>
              <a:rPr lang="en-US"/>
              <a:t> </a:t>
            </a:r>
          </a:p>
        </p:txBody>
      </p:sp>
      <p:sp>
        <p:nvSpPr>
          <p:cNvPr id="105" name="Picture Placeholder 18">
            <a:extLst>
              <a:ext uri="{FF2B5EF4-FFF2-40B4-BE49-F238E27FC236}">
                <a16:creationId xmlns:a16="http://schemas.microsoft.com/office/drawing/2014/main" id="{BFC280A5-9513-416C-8C61-E8C8CEE671F9}"/>
              </a:ext>
            </a:extLst>
          </p:cNvPr>
          <p:cNvSpPr>
            <a:spLocks noGrp="1"/>
          </p:cNvSpPr>
          <p:nvPr>
            <p:ph type="pic" sz="quarter" idx="45" hasCustomPrompt="1"/>
          </p:nvPr>
        </p:nvSpPr>
        <p:spPr>
          <a:xfrm>
            <a:off x="6426189" y="2043918"/>
            <a:ext cx="939600" cy="9396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nSpc>
                <a:spcPct val="100000"/>
              </a:lnSpc>
              <a:buNone/>
              <a:defRPr lang="en-US" sz="3200" dirty="0">
                <a:solidFill>
                  <a:schemeClr val="tx1"/>
                </a:solidFill>
                <a:latin typeface="+mj-lt"/>
              </a:defRPr>
            </a:lvl1pPr>
          </a:lstStyle>
          <a:p>
            <a:pPr lvl="0" algn="ctr"/>
            <a:r>
              <a:rPr lang="en-US"/>
              <a:t> </a:t>
            </a:r>
          </a:p>
        </p:txBody>
      </p:sp>
      <p:sp>
        <p:nvSpPr>
          <p:cNvPr id="6" name="Title 5">
            <a:extLst>
              <a:ext uri="{FF2B5EF4-FFF2-40B4-BE49-F238E27FC236}">
                <a16:creationId xmlns:a16="http://schemas.microsoft.com/office/drawing/2014/main" id="{9016B8BE-255A-3EBA-708C-FD156B6834D7}"/>
              </a:ext>
            </a:extLst>
          </p:cNvPr>
          <p:cNvSpPr>
            <a:spLocks noGrp="1"/>
          </p:cNvSpPr>
          <p:nvPr>
            <p:ph type="title" hasCustomPrompt="1"/>
          </p:nvPr>
        </p:nvSpPr>
        <p:spPr>
          <a:xfrm>
            <a:off x="609600" y="401638"/>
            <a:ext cx="10972800" cy="914400"/>
          </a:xfrm>
        </p:spPr>
        <p:txBody>
          <a:bodyPr/>
          <a:lstStyle/>
          <a:p>
            <a:r>
              <a:rPr lang="en-US" dirty="0"/>
              <a:t>Click to enter title here</a:t>
            </a:r>
          </a:p>
        </p:txBody>
      </p:sp>
    </p:spTree>
    <p:custDataLst>
      <p:tags r:id="rId1"/>
    </p:custDataLst>
    <p:extLst>
      <p:ext uri="{BB962C8B-B14F-4D97-AF65-F5344CB8AC3E}">
        <p14:creationId xmlns:p14="http://schemas.microsoft.com/office/powerpoint/2010/main" val="2109625227"/>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3 Column Proces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7CD3461D-2D14-40AF-A11E-E32A29AD5DDA}"/>
              </a:ext>
            </a:extLst>
          </p:cNvPr>
          <p:cNvSpPr>
            <a:spLocks noGrp="1"/>
          </p:cNvSpPr>
          <p:nvPr>
            <p:ph type="dt" sz="half" idx="10"/>
          </p:nvPr>
        </p:nvSpPr>
        <p:spPr/>
        <p:txBody>
          <a:bodyPr/>
          <a:lstStyle>
            <a:lvl1pPr>
              <a:lnSpc>
                <a:spcPct val="100000"/>
              </a:lnSpc>
              <a:defRPr/>
            </a:lvl1pPr>
          </a:lstStyle>
          <a:p>
            <a:endParaRPr lang="en-GB"/>
          </a:p>
        </p:txBody>
      </p:sp>
      <p:sp>
        <p:nvSpPr>
          <p:cNvPr id="12" name="Text Placeholder 96">
            <a:extLst>
              <a:ext uri="{FF2B5EF4-FFF2-40B4-BE49-F238E27FC236}">
                <a16:creationId xmlns:a16="http://schemas.microsoft.com/office/drawing/2014/main" id="{2128A043-8396-4954-A094-3A77D92F8D4B}"/>
              </a:ext>
            </a:extLst>
          </p:cNvPr>
          <p:cNvSpPr>
            <a:spLocks noGrp="1"/>
          </p:cNvSpPr>
          <p:nvPr>
            <p:ph type="body" sz="quarter" idx="111" hasCustomPrompt="1"/>
          </p:nvPr>
        </p:nvSpPr>
        <p:spPr>
          <a:xfrm>
            <a:off x="609600" y="6200775"/>
            <a:ext cx="9753599" cy="657225"/>
          </a:xfrm>
        </p:spPr>
        <p:txBody>
          <a:bodyPr bIns="72000" anchor="b" anchorCtr="0">
            <a:noAutofit/>
          </a:bodyPr>
          <a:lstStyle>
            <a:lvl1pPr>
              <a:lnSpc>
                <a:spcPct val="100000"/>
              </a:lnSpc>
              <a:spcAft>
                <a:spcPts val="300"/>
              </a:spcAft>
              <a:buNone/>
              <a:defRPr sz="800"/>
            </a:lvl1pPr>
          </a:lstStyle>
          <a:p>
            <a:pPr lvl="0"/>
            <a:r>
              <a:rPr lang="en-US" dirty="0"/>
              <a:t>Footnotes</a:t>
            </a:r>
          </a:p>
        </p:txBody>
      </p:sp>
      <p:sp>
        <p:nvSpPr>
          <p:cNvPr id="18" name="Text Placeholder 17">
            <a:extLst>
              <a:ext uri="{FF2B5EF4-FFF2-40B4-BE49-F238E27FC236}">
                <a16:creationId xmlns:a16="http://schemas.microsoft.com/office/drawing/2014/main" id="{D5B1D31A-1072-4488-8176-064D101F59B2}"/>
              </a:ext>
            </a:extLst>
          </p:cNvPr>
          <p:cNvSpPr>
            <a:spLocks noGrp="1"/>
          </p:cNvSpPr>
          <p:nvPr>
            <p:ph type="body" sz="quarter" idx="15" hasCustomPrompt="1"/>
          </p:nvPr>
        </p:nvSpPr>
        <p:spPr>
          <a:xfrm>
            <a:off x="609600" y="2849450"/>
            <a:ext cx="3586142" cy="2876550"/>
          </a:xfrm>
          <a:noFill/>
          <a:ln>
            <a:solidFill>
              <a:schemeClr val="accent1"/>
            </a:solidFill>
          </a:ln>
        </p:spPr>
        <p:txBody>
          <a:bodyPr lIns="180000" tIns="180000" rIns="180000" bIns="180000">
            <a:noAutofit/>
          </a:bodyPr>
          <a:lstStyle>
            <a:lvl1pPr marL="0" indent="0">
              <a:lnSpc>
                <a:spcPct val="100000"/>
              </a:lnSpc>
              <a:buNone/>
              <a:defRPr sz="2000"/>
            </a:lvl1pPr>
          </a:lstStyle>
          <a:p>
            <a:pPr lvl="0"/>
            <a:r>
              <a:rPr lang="en-US" dirty="0"/>
              <a:t>Click to add text</a:t>
            </a:r>
          </a:p>
        </p:txBody>
      </p:sp>
      <p:sp>
        <p:nvSpPr>
          <p:cNvPr id="5" name="Slide Number Placeholder 4">
            <a:extLst>
              <a:ext uri="{FF2B5EF4-FFF2-40B4-BE49-F238E27FC236}">
                <a16:creationId xmlns:a16="http://schemas.microsoft.com/office/drawing/2014/main" id="{F8382FB9-7D18-4174-9B0A-336A77C9A80A}"/>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31" name="Text Placeholder 30">
            <a:extLst>
              <a:ext uri="{FF2B5EF4-FFF2-40B4-BE49-F238E27FC236}">
                <a16:creationId xmlns:a16="http://schemas.microsoft.com/office/drawing/2014/main" id="{34CD8BC7-181D-40C3-B655-0B1389F83D1B}"/>
              </a:ext>
            </a:extLst>
          </p:cNvPr>
          <p:cNvSpPr>
            <a:spLocks noGrp="1"/>
          </p:cNvSpPr>
          <p:nvPr>
            <p:ph type="body" sz="quarter" idx="13" hasCustomPrompt="1"/>
          </p:nvPr>
        </p:nvSpPr>
        <p:spPr>
          <a:xfrm>
            <a:off x="609600" y="2032113"/>
            <a:ext cx="3710172" cy="817200"/>
          </a:xfrm>
          <a:custGeom>
            <a:avLst/>
            <a:gdLst>
              <a:gd name="connsiteX0" fmla="*/ 0 w 3846513"/>
              <a:gd name="connsiteY0" fmla="*/ 0 h 817200"/>
              <a:gd name="connsiteX1" fmla="*/ 752 w 3846513"/>
              <a:gd name="connsiteY1" fmla="*/ 0 h 817200"/>
              <a:gd name="connsiteX2" fmla="*/ 2175412 w 3846513"/>
              <a:gd name="connsiteY2" fmla="*/ 0 h 817200"/>
              <a:gd name="connsiteX3" fmla="*/ 2785012 w 3846513"/>
              <a:gd name="connsiteY3" fmla="*/ 0 h 817200"/>
              <a:gd name="connsiteX4" fmla="*/ 3715287 w 3846513"/>
              <a:gd name="connsiteY4" fmla="*/ 0 h 817200"/>
              <a:gd name="connsiteX5" fmla="*/ 3846513 w 3846513"/>
              <a:gd name="connsiteY5" fmla="*/ 408600 h 817200"/>
              <a:gd name="connsiteX6" fmla="*/ 3715287 w 3846513"/>
              <a:gd name="connsiteY6" fmla="*/ 817200 h 817200"/>
              <a:gd name="connsiteX7" fmla="*/ 2785012 w 3846513"/>
              <a:gd name="connsiteY7" fmla="*/ 817200 h 817200"/>
              <a:gd name="connsiteX8" fmla="*/ 2175412 w 3846513"/>
              <a:gd name="connsiteY8" fmla="*/ 817200 h 817200"/>
              <a:gd name="connsiteX9" fmla="*/ 752 w 3846513"/>
              <a:gd name="connsiteY9" fmla="*/ 817200 h 817200"/>
              <a:gd name="connsiteX10" fmla="*/ 0 w 3846513"/>
              <a:gd name="connsiteY10" fmla="*/ 817200 h 81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46513" h="817200">
                <a:moveTo>
                  <a:pt x="0" y="0"/>
                </a:moveTo>
                <a:lnTo>
                  <a:pt x="752" y="0"/>
                </a:lnTo>
                <a:lnTo>
                  <a:pt x="2175412" y="0"/>
                </a:lnTo>
                <a:lnTo>
                  <a:pt x="2785012" y="0"/>
                </a:lnTo>
                <a:lnTo>
                  <a:pt x="3715287" y="0"/>
                </a:lnTo>
                <a:lnTo>
                  <a:pt x="3846513" y="408600"/>
                </a:lnTo>
                <a:lnTo>
                  <a:pt x="3715287" y="817200"/>
                </a:lnTo>
                <a:lnTo>
                  <a:pt x="2785012" y="817200"/>
                </a:lnTo>
                <a:lnTo>
                  <a:pt x="2175412" y="817200"/>
                </a:lnTo>
                <a:lnTo>
                  <a:pt x="752" y="817200"/>
                </a:lnTo>
                <a:lnTo>
                  <a:pt x="0" y="817200"/>
                </a:lnTo>
                <a:close/>
              </a:path>
            </a:pathLst>
          </a:custGeom>
          <a:solidFill>
            <a:schemeClr val="accent1"/>
          </a:solidFill>
          <a:ln>
            <a:solidFill>
              <a:schemeClr val="accent1"/>
            </a:solidFill>
          </a:ln>
        </p:spPr>
        <p:txBody>
          <a:bodyPr wrap="square" lIns="180000" rIns="180000" anchor="ctr" anchorCtr="0">
            <a:normAutofit/>
          </a:bodyPr>
          <a:lstStyle>
            <a:lvl1pPr marL="0" indent="0">
              <a:lnSpc>
                <a:spcPct val="100000"/>
              </a:lnSpc>
              <a:buNone/>
              <a:defRPr sz="2000" b="1">
                <a:solidFill>
                  <a:schemeClr val="bg1"/>
                </a:solidFill>
              </a:defRPr>
            </a:lvl1pPr>
            <a:lvl2pPr marL="0" indent="0">
              <a:buNone/>
              <a:defRPr/>
            </a:lvl2pPr>
          </a:lstStyle>
          <a:p>
            <a:pPr lvl="0"/>
            <a:r>
              <a:rPr lang="en-US" dirty="0"/>
              <a:t>Click to add heading</a:t>
            </a:r>
          </a:p>
        </p:txBody>
      </p:sp>
      <p:sp>
        <p:nvSpPr>
          <p:cNvPr id="19" name="Text Placeholder 17">
            <a:extLst>
              <a:ext uri="{FF2B5EF4-FFF2-40B4-BE49-F238E27FC236}">
                <a16:creationId xmlns:a16="http://schemas.microsoft.com/office/drawing/2014/main" id="{10B4C999-11DB-49A6-8AB3-B2F9DC1BC18C}"/>
              </a:ext>
            </a:extLst>
          </p:cNvPr>
          <p:cNvSpPr>
            <a:spLocks noGrp="1"/>
          </p:cNvSpPr>
          <p:nvPr>
            <p:ph type="body" sz="quarter" idx="16" hasCustomPrompt="1"/>
          </p:nvPr>
        </p:nvSpPr>
        <p:spPr>
          <a:xfrm>
            <a:off x="4309053" y="2849450"/>
            <a:ext cx="3586142" cy="2876550"/>
          </a:xfrm>
          <a:noFill/>
          <a:ln>
            <a:solidFill>
              <a:schemeClr val="accent3"/>
            </a:solidFill>
          </a:ln>
        </p:spPr>
        <p:txBody>
          <a:bodyPr lIns="180000" tIns="180000" rIns="180000" bIns="180000">
            <a:noAutofit/>
          </a:bodyPr>
          <a:lstStyle>
            <a:lvl1pPr marL="0" indent="0">
              <a:lnSpc>
                <a:spcPct val="100000"/>
              </a:lnSpc>
              <a:buNone/>
              <a:defRPr sz="2000"/>
            </a:lvl1pPr>
          </a:lstStyle>
          <a:p>
            <a:pPr lvl="0"/>
            <a:r>
              <a:rPr lang="en-US"/>
              <a:t>Click to add text</a:t>
            </a:r>
          </a:p>
        </p:txBody>
      </p:sp>
      <p:sp>
        <p:nvSpPr>
          <p:cNvPr id="30" name="Text Placeholder 29">
            <a:extLst>
              <a:ext uri="{FF2B5EF4-FFF2-40B4-BE49-F238E27FC236}">
                <a16:creationId xmlns:a16="http://schemas.microsoft.com/office/drawing/2014/main" id="{AD429AD1-93FE-42C9-ACB6-DC8300212E78}"/>
              </a:ext>
            </a:extLst>
          </p:cNvPr>
          <p:cNvSpPr>
            <a:spLocks noGrp="1"/>
          </p:cNvSpPr>
          <p:nvPr>
            <p:ph type="body" sz="quarter" idx="17" hasCustomPrompt="1"/>
          </p:nvPr>
        </p:nvSpPr>
        <p:spPr>
          <a:xfrm>
            <a:off x="4309054" y="2032113"/>
            <a:ext cx="3697922" cy="817200"/>
          </a:xfrm>
          <a:custGeom>
            <a:avLst/>
            <a:gdLst>
              <a:gd name="connsiteX0" fmla="*/ 0 w 3833812"/>
              <a:gd name="connsiteY0" fmla="*/ 0 h 817200"/>
              <a:gd name="connsiteX1" fmla="*/ 932575 w 3833812"/>
              <a:gd name="connsiteY1" fmla="*/ 0 h 817200"/>
              <a:gd name="connsiteX2" fmla="*/ 1533695 w 3833812"/>
              <a:gd name="connsiteY2" fmla="*/ 0 h 817200"/>
              <a:gd name="connsiteX3" fmla="*/ 3713545 w 3833812"/>
              <a:gd name="connsiteY3" fmla="*/ 0 h 817200"/>
              <a:gd name="connsiteX4" fmla="*/ 3713546 w 3833812"/>
              <a:gd name="connsiteY4" fmla="*/ 0 h 817200"/>
              <a:gd name="connsiteX5" fmla="*/ 3833812 w 3833812"/>
              <a:gd name="connsiteY5" fmla="*/ 408600 h 817200"/>
              <a:gd name="connsiteX6" fmla="*/ 3713545 w 3833812"/>
              <a:gd name="connsiteY6" fmla="*/ 817200 h 817200"/>
              <a:gd name="connsiteX7" fmla="*/ 1533695 w 3833812"/>
              <a:gd name="connsiteY7" fmla="*/ 817200 h 817200"/>
              <a:gd name="connsiteX8" fmla="*/ 932575 w 3833812"/>
              <a:gd name="connsiteY8" fmla="*/ 817200 h 817200"/>
              <a:gd name="connsiteX9" fmla="*/ 0 w 3833812"/>
              <a:gd name="connsiteY9" fmla="*/ 817200 h 817200"/>
              <a:gd name="connsiteX10" fmla="*/ 120267 w 3833812"/>
              <a:gd name="connsiteY10" fmla="*/ 408600 h 81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33812" h="817200">
                <a:moveTo>
                  <a:pt x="0" y="0"/>
                </a:moveTo>
                <a:lnTo>
                  <a:pt x="932575" y="0"/>
                </a:lnTo>
                <a:lnTo>
                  <a:pt x="1533695" y="0"/>
                </a:lnTo>
                <a:lnTo>
                  <a:pt x="3713545" y="0"/>
                </a:lnTo>
                <a:lnTo>
                  <a:pt x="3713546" y="0"/>
                </a:lnTo>
                <a:lnTo>
                  <a:pt x="3833812" y="408600"/>
                </a:lnTo>
                <a:lnTo>
                  <a:pt x="3713545" y="817200"/>
                </a:lnTo>
                <a:lnTo>
                  <a:pt x="1533695" y="817200"/>
                </a:lnTo>
                <a:lnTo>
                  <a:pt x="932575" y="817200"/>
                </a:lnTo>
                <a:lnTo>
                  <a:pt x="0" y="817200"/>
                </a:lnTo>
                <a:lnTo>
                  <a:pt x="120267" y="408600"/>
                </a:lnTo>
                <a:close/>
              </a:path>
            </a:pathLst>
          </a:custGeom>
          <a:solidFill>
            <a:schemeClr val="accent3"/>
          </a:solidFill>
          <a:ln>
            <a:solidFill>
              <a:schemeClr val="accent3"/>
            </a:solidFill>
          </a:ln>
        </p:spPr>
        <p:txBody>
          <a:bodyPr wrap="square" lIns="180000" rIns="180000" anchor="ctr" anchorCtr="0">
            <a:normAutofit/>
          </a:bodyPr>
          <a:lstStyle>
            <a:lvl1pPr marL="0" indent="0">
              <a:lnSpc>
                <a:spcPct val="100000"/>
              </a:lnSpc>
              <a:buNone/>
              <a:defRPr sz="2000" b="1">
                <a:solidFill>
                  <a:schemeClr val="bg1"/>
                </a:solidFill>
              </a:defRPr>
            </a:lvl1pPr>
            <a:lvl2pPr marL="0" indent="0">
              <a:buNone/>
              <a:defRPr/>
            </a:lvl2pPr>
          </a:lstStyle>
          <a:p>
            <a:pPr lvl="0"/>
            <a:r>
              <a:rPr lang="en-US" dirty="0"/>
              <a:t>Click to add heading</a:t>
            </a:r>
          </a:p>
        </p:txBody>
      </p:sp>
      <p:sp>
        <p:nvSpPr>
          <p:cNvPr id="21" name="Text Placeholder 17">
            <a:extLst>
              <a:ext uri="{FF2B5EF4-FFF2-40B4-BE49-F238E27FC236}">
                <a16:creationId xmlns:a16="http://schemas.microsoft.com/office/drawing/2014/main" id="{B8A0AAAB-DFCF-4F8D-90DA-DBD02013396C}"/>
              </a:ext>
            </a:extLst>
          </p:cNvPr>
          <p:cNvSpPr>
            <a:spLocks noGrp="1"/>
          </p:cNvSpPr>
          <p:nvPr>
            <p:ph type="body" sz="quarter" idx="18" hasCustomPrompt="1"/>
          </p:nvPr>
        </p:nvSpPr>
        <p:spPr>
          <a:xfrm>
            <a:off x="7996257" y="2849450"/>
            <a:ext cx="3586142" cy="2876550"/>
          </a:xfrm>
          <a:noFill/>
          <a:ln>
            <a:solidFill>
              <a:schemeClr val="tx1"/>
            </a:solidFill>
          </a:ln>
        </p:spPr>
        <p:txBody>
          <a:bodyPr lIns="180000" tIns="180000" rIns="180000" bIns="180000">
            <a:noAutofit/>
          </a:bodyPr>
          <a:lstStyle>
            <a:lvl1pPr marL="0" indent="0">
              <a:lnSpc>
                <a:spcPct val="100000"/>
              </a:lnSpc>
              <a:buNone/>
              <a:defRPr sz="2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text</a:t>
            </a:r>
          </a:p>
        </p:txBody>
      </p:sp>
      <p:sp>
        <p:nvSpPr>
          <p:cNvPr id="29" name="Text Placeholder 28">
            <a:extLst>
              <a:ext uri="{FF2B5EF4-FFF2-40B4-BE49-F238E27FC236}">
                <a16:creationId xmlns:a16="http://schemas.microsoft.com/office/drawing/2014/main" id="{FA12C4F6-CA5C-4C9A-BF79-F0FD42EF0468}"/>
              </a:ext>
            </a:extLst>
          </p:cNvPr>
          <p:cNvSpPr>
            <a:spLocks noGrp="1"/>
          </p:cNvSpPr>
          <p:nvPr>
            <p:ph type="body" sz="quarter" idx="21" hasCustomPrompt="1"/>
          </p:nvPr>
        </p:nvSpPr>
        <p:spPr>
          <a:xfrm>
            <a:off x="7996258" y="2032113"/>
            <a:ext cx="3586142" cy="817200"/>
          </a:xfrm>
          <a:custGeom>
            <a:avLst/>
            <a:gdLst>
              <a:gd name="connsiteX0" fmla="*/ 0 w 3717925"/>
              <a:gd name="connsiteY0" fmla="*/ 0 h 817200"/>
              <a:gd name="connsiteX1" fmla="*/ 104986 w 3717925"/>
              <a:gd name="connsiteY1" fmla="*/ 0 h 817200"/>
              <a:gd name="connsiteX2" fmla="*/ 604460 w 3717925"/>
              <a:gd name="connsiteY2" fmla="*/ 0 h 817200"/>
              <a:gd name="connsiteX3" fmla="*/ 818271 w 3717925"/>
              <a:gd name="connsiteY3" fmla="*/ 0 h 817200"/>
              <a:gd name="connsiteX4" fmla="*/ 1417808 w 3717925"/>
              <a:gd name="connsiteY4" fmla="*/ 0 h 817200"/>
              <a:gd name="connsiteX5" fmla="*/ 3597658 w 3717925"/>
              <a:gd name="connsiteY5" fmla="*/ 0 h 817200"/>
              <a:gd name="connsiteX6" fmla="*/ 3597659 w 3717925"/>
              <a:gd name="connsiteY6" fmla="*/ 0 h 817200"/>
              <a:gd name="connsiteX7" fmla="*/ 3717925 w 3717925"/>
              <a:gd name="connsiteY7" fmla="*/ 0 h 817200"/>
              <a:gd name="connsiteX8" fmla="*/ 3717925 w 3717925"/>
              <a:gd name="connsiteY8" fmla="*/ 408600 h 817200"/>
              <a:gd name="connsiteX9" fmla="*/ 3717925 w 3717925"/>
              <a:gd name="connsiteY9" fmla="*/ 817200 h 817200"/>
              <a:gd name="connsiteX10" fmla="*/ 3597658 w 3717925"/>
              <a:gd name="connsiteY10" fmla="*/ 817200 h 817200"/>
              <a:gd name="connsiteX11" fmla="*/ 1417808 w 3717925"/>
              <a:gd name="connsiteY11" fmla="*/ 817200 h 817200"/>
              <a:gd name="connsiteX12" fmla="*/ 818271 w 3717925"/>
              <a:gd name="connsiteY12" fmla="*/ 817200 h 817200"/>
              <a:gd name="connsiteX13" fmla="*/ 61231 w 3717925"/>
              <a:gd name="connsiteY13" fmla="*/ 817200 h 817200"/>
              <a:gd name="connsiteX14" fmla="*/ 61231 w 3717925"/>
              <a:gd name="connsiteY14" fmla="*/ 817199 h 817200"/>
              <a:gd name="connsiteX15" fmla="*/ 104985 w 3717925"/>
              <a:gd name="connsiteY15" fmla="*/ 817199 h 817200"/>
              <a:gd name="connsiteX16" fmla="*/ 104985 w 3717925"/>
              <a:gd name="connsiteY16" fmla="*/ 817198 h 817200"/>
              <a:gd name="connsiteX17" fmla="*/ 0 w 3717925"/>
              <a:gd name="connsiteY17" fmla="*/ 817198 h 817200"/>
              <a:gd name="connsiteX18" fmla="*/ 134895 w 3717925"/>
              <a:gd name="connsiteY18" fmla="*/ 408599 h 81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717925" h="817200">
                <a:moveTo>
                  <a:pt x="0" y="0"/>
                </a:moveTo>
                <a:lnTo>
                  <a:pt x="104986" y="0"/>
                </a:lnTo>
                <a:lnTo>
                  <a:pt x="604460" y="0"/>
                </a:lnTo>
                <a:lnTo>
                  <a:pt x="818271" y="0"/>
                </a:lnTo>
                <a:lnTo>
                  <a:pt x="1417808" y="0"/>
                </a:lnTo>
                <a:lnTo>
                  <a:pt x="3597658" y="0"/>
                </a:lnTo>
                <a:lnTo>
                  <a:pt x="3597659" y="0"/>
                </a:lnTo>
                <a:lnTo>
                  <a:pt x="3717925" y="0"/>
                </a:lnTo>
                <a:lnTo>
                  <a:pt x="3717925" y="408600"/>
                </a:lnTo>
                <a:lnTo>
                  <a:pt x="3717925" y="817200"/>
                </a:lnTo>
                <a:lnTo>
                  <a:pt x="3597658" y="817200"/>
                </a:lnTo>
                <a:lnTo>
                  <a:pt x="1417808" y="817200"/>
                </a:lnTo>
                <a:lnTo>
                  <a:pt x="818271" y="817200"/>
                </a:lnTo>
                <a:lnTo>
                  <a:pt x="61231" y="817200"/>
                </a:lnTo>
                <a:lnTo>
                  <a:pt x="61231" y="817199"/>
                </a:lnTo>
                <a:lnTo>
                  <a:pt x="104985" y="817199"/>
                </a:lnTo>
                <a:lnTo>
                  <a:pt x="104985" y="817198"/>
                </a:lnTo>
                <a:lnTo>
                  <a:pt x="0" y="817198"/>
                </a:lnTo>
                <a:lnTo>
                  <a:pt x="134895" y="408599"/>
                </a:lnTo>
                <a:close/>
              </a:path>
            </a:pathLst>
          </a:custGeom>
          <a:solidFill>
            <a:schemeClr val="tx1"/>
          </a:solidFill>
          <a:ln>
            <a:solidFill>
              <a:schemeClr val="tx1"/>
            </a:solidFill>
          </a:ln>
        </p:spPr>
        <p:txBody>
          <a:bodyPr wrap="square" lIns="180000" rIns="180000" anchor="ctr" anchorCtr="0">
            <a:normAutofit/>
          </a:bodyPr>
          <a:lstStyle>
            <a:lvl1pPr marL="0" indent="0">
              <a:lnSpc>
                <a:spcPct val="100000"/>
              </a:lnSpc>
              <a:buNone/>
              <a:defRPr sz="2000" b="1">
                <a:solidFill>
                  <a:schemeClr val="bg1"/>
                </a:solidFill>
              </a:defRPr>
            </a:lvl1pPr>
            <a:lvl2pPr marL="0" indent="0">
              <a:buNone/>
              <a:defRPr/>
            </a:lvl2pPr>
          </a:lstStyle>
          <a:p>
            <a:pPr lvl="0"/>
            <a:r>
              <a:rPr lang="en-US" dirty="0"/>
              <a:t>Click to add heading</a:t>
            </a:r>
          </a:p>
        </p:txBody>
      </p:sp>
      <p:sp>
        <p:nvSpPr>
          <p:cNvPr id="4" name="Title 3">
            <a:extLst>
              <a:ext uri="{FF2B5EF4-FFF2-40B4-BE49-F238E27FC236}">
                <a16:creationId xmlns:a16="http://schemas.microsoft.com/office/drawing/2014/main" id="{AE42FEAC-F445-5176-FA40-B34E9F0EDB4A}"/>
              </a:ext>
            </a:extLst>
          </p:cNvPr>
          <p:cNvSpPr>
            <a:spLocks noGrp="1"/>
          </p:cNvSpPr>
          <p:nvPr>
            <p:ph type="title" hasCustomPrompt="1"/>
          </p:nvPr>
        </p:nvSpPr>
        <p:spPr/>
        <p:txBody>
          <a:bodyPr/>
          <a:lstStyle/>
          <a:p>
            <a:r>
              <a:rPr lang="en-US" dirty="0"/>
              <a:t>Click to enter title here</a:t>
            </a:r>
          </a:p>
        </p:txBody>
      </p:sp>
    </p:spTree>
    <p:custDataLst>
      <p:tags r:id="rId1"/>
    </p:custDataLst>
    <p:extLst>
      <p:ext uri="{BB962C8B-B14F-4D97-AF65-F5344CB8AC3E}">
        <p14:creationId xmlns:p14="http://schemas.microsoft.com/office/powerpoint/2010/main" val="2002284108"/>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4 Column Proces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7CD3461D-2D14-40AF-A11E-E32A29AD5DDA}"/>
              </a:ext>
            </a:extLst>
          </p:cNvPr>
          <p:cNvSpPr>
            <a:spLocks noGrp="1"/>
          </p:cNvSpPr>
          <p:nvPr>
            <p:ph type="dt" sz="half" idx="10"/>
          </p:nvPr>
        </p:nvSpPr>
        <p:spPr/>
        <p:txBody>
          <a:bodyPr/>
          <a:lstStyle>
            <a:lvl1pPr>
              <a:lnSpc>
                <a:spcPct val="100000"/>
              </a:lnSpc>
              <a:defRPr/>
            </a:lvl1pPr>
          </a:lstStyle>
          <a:p>
            <a:endParaRPr lang="en-GB"/>
          </a:p>
        </p:txBody>
      </p:sp>
      <p:sp>
        <p:nvSpPr>
          <p:cNvPr id="16" name="Text Placeholder 96">
            <a:extLst>
              <a:ext uri="{FF2B5EF4-FFF2-40B4-BE49-F238E27FC236}">
                <a16:creationId xmlns:a16="http://schemas.microsoft.com/office/drawing/2014/main" id="{79BF63BD-24FC-4FB2-B627-3C8094934CB3}"/>
              </a:ext>
            </a:extLst>
          </p:cNvPr>
          <p:cNvSpPr>
            <a:spLocks noGrp="1"/>
          </p:cNvSpPr>
          <p:nvPr>
            <p:ph type="body" sz="quarter" idx="111" hasCustomPrompt="1"/>
          </p:nvPr>
        </p:nvSpPr>
        <p:spPr>
          <a:xfrm>
            <a:off x="609600" y="6200775"/>
            <a:ext cx="9753599" cy="657225"/>
          </a:xfrm>
        </p:spPr>
        <p:txBody>
          <a:bodyPr bIns="72000" anchor="b" anchorCtr="0">
            <a:noAutofit/>
          </a:bodyPr>
          <a:lstStyle>
            <a:lvl1pPr>
              <a:lnSpc>
                <a:spcPct val="100000"/>
              </a:lnSpc>
              <a:spcAft>
                <a:spcPts val="300"/>
              </a:spcAft>
              <a:buNone/>
              <a:defRPr sz="800"/>
            </a:lvl1pPr>
          </a:lstStyle>
          <a:p>
            <a:pPr lvl="0"/>
            <a:r>
              <a:rPr lang="en-US" dirty="0"/>
              <a:t>Footnotes</a:t>
            </a:r>
          </a:p>
        </p:txBody>
      </p:sp>
      <p:sp>
        <p:nvSpPr>
          <p:cNvPr id="15" name="Text Placeholder 14">
            <a:extLst>
              <a:ext uri="{FF2B5EF4-FFF2-40B4-BE49-F238E27FC236}">
                <a16:creationId xmlns:a16="http://schemas.microsoft.com/office/drawing/2014/main" id="{AC83CC72-343E-4818-B724-8F9FEE0BFD09}"/>
              </a:ext>
            </a:extLst>
          </p:cNvPr>
          <p:cNvSpPr>
            <a:spLocks noGrp="1"/>
          </p:cNvSpPr>
          <p:nvPr>
            <p:ph type="body" sz="quarter" idx="20" hasCustomPrompt="1"/>
          </p:nvPr>
        </p:nvSpPr>
        <p:spPr>
          <a:xfrm>
            <a:off x="6138536" y="2032113"/>
            <a:ext cx="2798402" cy="817198"/>
          </a:xfrm>
          <a:custGeom>
            <a:avLst/>
            <a:gdLst>
              <a:gd name="connsiteX0" fmla="*/ 0 w 2901237"/>
              <a:gd name="connsiteY0" fmla="*/ 0 h 817198"/>
              <a:gd name="connsiteX1" fmla="*/ 601120 w 2901237"/>
              <a:gd name="connsiteY1" fmla="*/ 0 h 817198"/>
              <a:gd name="connsiteX2" fmla="*/ 2772401 w 2901237"/>
              <a:gd name="connsiteY2" fmla="*/ 0 h 817198"/>
              <a:gd name="connsiteX3" fmla="*/ 2896346 w 2901237"/>
              <a:gd name="connsiteY3" fmla="*/ 391982 h 817198"/>
              <a:gd name="connsiteX4" fmla="*/ 2901237 w 2901237"/>
              <a:gd name="connsiteY4" fmla="*/ 408600 h 817198"/>
              <a:gd name="connsiteX5" fmla="*/ 2896353 w 2901237"/>
              <a:gd name="connsiteY5" fmla="*/ 425192 h 817198"/>
              <a:gd name="connsiteX6" fmla="*/ 2772401 w 2901237"/>
              <a:gd name="connsiteY6" fmla="*/ 817198 h 817198"/>
              <a:gd name="connsiteX7" fmla="*/ 1 w 2901237"/>
              <a:gd name="connsiteY7" fmla="*/ 817198 h 817198"/>
              <a:gd name="connsiteX8" fmla="*/ 9 w 2901237"/>
              <a:gd name="connsiteY8" fmla="*/ 817171 h 817198"/>
              <a:gd name="connsiteX9" fmla="*/ 129199 w 2901237"/>
              <a:gd name="connsiteY9" fmla="*/ 408599 h 81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01237" h="817198">
                <a:moveTo>
                  <a:pt x="0" y="0"/>
                </a:moveTo>
                <a:lnTo>
                  <a:pt x="601120" y="0"/>
                </a:lnTo>
                <a:lnTo>
                  <a:pt x="2772401" y="0"/>
                </a:lnTo>
                <a:lnTo>
                  <a:pt x="2896346" y="391982"/>
                </a:lnTo>
                <a:lnTo>
                  <a:pt x="2901237" y="408600"/>
                </a:lnTo>
                <a:lnTo>
                  <a:pt x="2896353" y="425192"/>
                </a:lnTo>
                <a:lnTo>
                  <a:pt x="2772401" y="817198"/>
                </a:lnTo>
                <a:lnTo>
                  <a:pt x="1" y="817198"/>
                </a:lnTo>
                <a:lnTo>
                  <a:pt x="9" y="817171"/>
                </a:lnTo>
                <a:lnTo>
                  <a:pt x="129199" y="408599"/>
                </a:lnTo>
                <a:close/>
              </a:path>
            </a:pathLst>
          </a:custGeom>
          <a:solidFill>
            <a:schemeClr val="tx1"/>
          </a:solidFill>
          <a:ln>
            <a:solidFill>
              <a:schemeClr val="tx1"/>
            </a:solidFill>
          </a:ln>
        </p:spPr>
        <p:txBody>
          <a:bodyPr wrap="square" lIns="180000" tIns="0" rIns="180000" bIns="0" anchor="ctr" anchorCtr="0">
            <a:normAutofit/>
          </a:bodyPr>
          <a:lstStyle>
            <a:lvl1pPr marL="0" indent="0">
              <a:lnSpc>
                <a:spcPct val="100000"/>
              </a:lnSpc>
              <a:buNone/>
              <a:defRPr sz="2000" b="1">
                <a:solidFill>
                  <a:schemeClr val="bg1"/>
                </a:solidFill>
              </a:defRPr>
            </a:lvl1pPr>
            <a:lvl2pPr marL="432000" indent="0">
              <a:buFont typeface="Arial" panose="020B0604020202020204" pitchFamily="34" charset="0"/>
              <a:buNone/>
              <a:defRPr sz="2000" b="1">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add heading</a:t>
            </a:r>
          </a:p>
        </p:txBody>
      </p:sp>
      <p:sp>
        <p:nvSpPr>
          <p:cNvPr id="18" name="Text Placeholder 17">
            <a:extLst>
              <a:ext uri="{FF2B5EF4-FFF2-40B4-BE49-F238E27FC236}">
                <a16:creationId xmlns:a16="http://schemas.microsoft.com/office/drawing/2014/main" id="{D5B1D31A-1072-4488-8176-064D101F59B2}"/>
              </a:ext>
            </a:extLst>
          </p:cNvPr>
          <p:cNvSpPr>
            <a:spLocks noGrp="1"/>
          </p:cNvSpPr>
          <p:nvPr>
            <p:ph type="body" sz="quarter" idx="15" hasCustomPrompt="1"/>
          </p:nvPr>
        </p:nvSpPr>
        <p:spPr>
          <a:xfrm>
            <a:off x="609600" y="2849450"/>
            <a:ext cx="2686630" cy="2876550"/>
          </a:xfrm>
          <a:noFill/>
          <a:ln>
            <a:solidFill>
              <a:schemeClr val="accent1"/>
            </a:solidFill>
          </a:ln>
        </p:spPr>
        <p:txBody>
          <a:bodyPr lIns="180000" tIns="180000" rIns="180000" bIns="180000">
            <a:noAutofit/>
          </a:bodyPr>
          <a:lstStyle>
            <a:lvl1pPr marL="0" indent="0">
              <a:lnSpc>
                <a:spcPct val="100000"/>
              </a:lnSpc>
              <a:buNone/>
              <a:defRPr sz="2000"/>
            </a:lvl1pPr>
          </a:lstStyle>
          <a:p>
            <a:pPr lvl="0"/>
            <a:r>
              <a:rPr lang="en-US" dirty="0"/>
              <a:t>Click to add text</a:t>
            </a:r>
          </a:p>
        </p:txBody>
      </p:sp>
      <p:sp>
        <p:nvSpPr>
          <p:cNvPr id="5" name="Slide Number Placeholder 4">
            <a:extLst>
              <a:ext uri="{FF2B5EF4-FFF2-40B4-BE49-F238E27FC236}">
                <a16:creationId xmlns:a16="http://schemas.microsoft.com/office/drawing/2014/main" id="{F8382FB9-7D18-4174-9B0A-336A77C9A80A}"/>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28" name="Text Placeholder 27">
            <a:extLst>
              <a:ext uri="{FF2B5EF4-FFF2-40B4-BE49-F238E27FC236}">
                <a16:creationId xmlns:a16="http://schemas.microsoft.com/office/drawing/2014/main" id="{4A375546-B5E2-4A34-9E57-6FD13BAC4AC9}"/>
              </a:ext>
            </a:extLst>
          </p:cNvPr>
          <p:cNvSpPr>
            <a:spLocks noGrp="1"/>
          </p:cNvSpPr>
          <p:nvPr>
            <p:ph type="body" sz="quarter" idx="13" hasCustomPrompt="1"/>
          </p:nvPr>
        </p:nvSpPr>
        <p:spPr>
          <a:xfrm>
            <a:off x="609600" y="2032113"/>
            <a:ext cx="2812872" cy="817200"/>
          </a:xfrm>
          <a:custGeom>
            <a:avLst/>
            <a:gdLst>
              <a:gd name="connsiteX0" fmla="*/ 0 w 2916238"/>
              <a:gd name="connsiteY0" fmla="*/ 0 h 817200"/>
              <a:gd name="connsiteX1" fmla="*/ 752 w 2916238"/>
              <a:gd name="connsiteY1" fmla="*/ 0 h 817200"/>
              <a:gd name="connsiteX2" fmla="*/ 2175412 w 2916238"/>
              <a:gd name="connsiteY2" fmla="*/ 0 h 817200"/>
              <a:gd name="connsiteX3" fmla="*/ 2785012 w 2916238"/>
              <a:gd name="connsiteY3" fmla="*/ 0 h 817200"/>
              <a:gd name="connsiteX4" fmla="*/ 2916238 w 2916238"/>
              <a:gd name="connsiteY4" fmla="*/ 408600 h 817200"/>
              <a:gd name="connsiteX5" fmla="*/ 2785012 w 2916238"/>
              <a:gd name="connsiteY5" fmla="*/ 817200 h 817200"/>
              <a:gd name="connsiteX6" fmla="*/ 2175412 w 2916238"/>
              <a:gd name="connsiteY6" fmla="*/ 817200 h 817200"/>
              <a:gd name="connsiteX7" fmla="*/ 752 w 2916238"/>
              <a:gd name="connsiteY7" fmla="*/ 817200 h 817200"/>
              <a:gd name="connsiteX8" fmla="*/ 0 w 2916238"/>
              <a:gd name="connsiteY8" fmla="*/ 817200 h 81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16238" h="817200">
                <a:moveTo>
                  <a:pt x="0" y="0"/>
                </a:moveTo>
                <a:lnTo>
                  <a:pt x="752" y="0"/>
                </a:lnTo>
                <a:lnTo>
                  <a:pt x="2175412" y="0"/>
                </a:lnTo>
                <a:lnTo>
                  <a:pt x="2785012" y="0"/>
                </a:lnTo>
                <a:lnTo>
                  <a:pt x="2916238" y="408600"/>
                </a:lnTo>
                <a:lnTo>
                  <a:pt x="2785012" y="817200"/>
                </a:lnTo>
                <a:lnTo>
                  <a:pt x="2175412" y="817200"/>
                </a:lnTo>
                <a:lnTo>
                  <a:pt x="752" y="817200"/>
                </a:lnTo>
                <a:lnTo>
                  <a:pt x="0" y="817200"/>
                </a:lnTo>
                <a:close/>
              </a:path>
            </a:pathLst>
          </a:custGeom>
          <a:solidFill>
            <a:schemeClr val="accent1"/>
          </a:solidFill>
          <a:ln>
            <a:solidFill>
              <a:schemeClr val="accent1"/>
            </a:solidFill>
          </a:ln>
        </p:spPr>
        <p:txBody>
          <a:bodyPr wrap="square" lIns="180000" rIns="180000" anchor="ctr" anchorCtr="0">
            <a:normAutofit/>
          </a:bodyPr>
          <a:lstStyle>
            <a:lvl1pPr marL="0" indent="0">
              <a:lnSpc>
                <a:spcPct val="100000"/>
              </a:lnSpc>
              <a:buNone/>
              <a:defRPr sz="2000" b="1">
                <a:solidFill>
                  <a:schemeClr val="bg1"/>
                </a:solidFill>
              </a:defRPr>
            </a:lvl1pPr>
            <a:lvl2pPr marL="0" indent="0">
              <a:buNone/>
              <a:defRPr/>
            </a:lvl2pPr>
          </a:lstStyle>
          <a:p>
            <a:pPr lvl="0"/>
            <a:r>
              <a:rPr lang="en-US" dirty="0"/>
              <a:t>Click to add heading</a:t>
            </a:r>
          </a:p>
        </p:txBody>
      </p:sp>
      <p:sp>
        <p:nvSpPr>
          <p:cNvPr id="19" name="Text Placeholder 17">
            <a:extLst>
              <a:ext uri="{FF2B5EF4-FFF2-40B4-BE49-F238E27FC236}">
                <a16:creationId xmlns:a16="http://schemas.microsoft.com/office/drawing/2014/main" id="{10B4C999-11DB-49A6-8AB3-B2F9DC1BC18C}"/>
              </a:ext>
            </a:extLst>
          </p:cNvPr>
          <p:cNvSpPr>
            <a:spLocks noGrp="1"/>
          </p:cNvSpPr>
          <p:nvPr>
            <p:ph type="body" sz="quarter" idx="16" hasCustomPrompt="1"/>
          </p:nvPr>
        </p:nvSpPr>
        <p:spPr>
          <a:xfrm>
            <a:off x="3381303" y="2849450"/>
            <a:ext cx="2686630" cy="2876550"/>
          </a:xfrm>
          <a:noFill/>
          <a:ln>
            <a:solidFill>
              <a:schemeClr val="accent3"/>
            </a:solidFill>
          </a:ln>
        </p:spPr>
        <p:txBody>
          <a:bodyPr lIns="180000" tIns="180000" rIns="180000" bIns="180000">
            <a:noAutofit/>
          </a:bodyPr>
          <a:lstStyle>
            <a:lvl1pPr marL="0" indent="0">
              <a:lnSpc>
                <a:spcPct val="100000"/>
              </a:lnSpc>
              <a:buNone/>
              <a:defRPr sz="2000"/>
            </a:lvl1pPr>
          </a:lstStyle>
          <a:p>
            <a:pPr lvl="0"/>
            <a:r>
              <a:rPr lang="en-US" dirty="0"/>
              <a:t>Click to add text</a:t>
            </a:r>
          </a:p>
        </p:txBody>
      </p:sp>
      <p:sp>
        <p:nvSpPr>
          <p:cNvPr id="27" name="Text Placeholder 26">
            <a:extLst>
              <a:ext uri="{FF2B5EF4-FFF2-40B4-BE49-F238E27FC236}">
                <a16:creationId xmlns:a16="http://schemas.microsoft.com/office/drawing/2014/main" id="{B7D4CF97-9894-4D12-B5CD-6E7A0BEFEBCE}"/>
              </a:ext>
            </a:extLst>
          </p:cNvPr>
          <p:cNvSpPr>
            <a:spLocks noGrp="1"/>
          </p:cNvSpPr>
          <p:nvPr>
            <p:ph type="body" sz="quarter" idx="17" hasCustomPrompt="1"/>
          </p:nvPr>
        </p:nvSpPr>
        <p:spPr>
          <a:xfrm>
            <a:off x="3381303" y="2032113"/>
            <a:ext cx="2798402" cy="817200"/>
          </a:xfrm>
          <a:custGeom>
            <a:avLst/>
            <a:gdLst>
              <a:gd name="connsiteX0" fmla="*/ 0 w 2901237"/>
              <a:gd name="connsiteY0" fmla="*/ 0 h 817200"/>
              <a:gd name="connsiteX1" fmla="*/ 601120 w 2901237"/>
              <a:gd name="connsiteY1" fmla="*/ 0 h 817200"/>
              <a:gd name="connsiteX2" fmla="*/ 2780970 w 2901237"/>
              <a:gd name="connsiteY2" fmla="*/ 0 h 817200"/>
              <a:gd name="connsiteX3" fmla="*/ 2780971 w 2901237"/>
              <a:gd name="connsiteY3" fmla="*/ 0 h 817200"/>
              <a:gd name="connsiteX4" fmla="*/ 2901237 w 2901237"/>
              <a:gd name="connsiteY4" fmla="*/ 408600 h 817200"/>
              <a:gd name="connsiteX5" fmla="*/ 2780970 w 2901237"/>
              <a:gd name="connsiteY5" fmla="*/ 817200 h 817200"/>
              <a:gd name="connsiteX6" fmla="*/ 601120 w 2901237"/>
              <a:gd name="connsiteY6" fmla="*/ 817200 h 817200"/>
              <a:gd name="connsiteX7" fmla="*/ 0 w 2901237"/>
              <a:gd name="connsiteY7" fmla="*/ 817200 h 817200"/>
              <a:gd name="connsiteX8" fmla="*/ 120267 w 2901237"/>
              <a:gd name="connsiteY8" fmla="*/ 408600 h 81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01237" h="817200">
                <a:moveTo>
                  <a:pt x="0" y="0"/>
                </a:moveTo>
                <a:lnTo>
                  <a:pt x="601120" y="0"/>
                </a:lnTo>
                <a:lnTo>
                  <a:pt x="2780970" y="0"/>
                </a:lnTo>
                <a:lnTo>
                  <a:pt x="2780971" y="0"/>
                </a:lnTo>
                <a:lnTo>
                  <a:pt x="2901237" y="408600"/>
                </a:lnTo>
                <a:lnTo>
                  <a:pt x="2780970" y="817200"/>
                </a:lnTo>
                <a:lnTo>
                  <a:pt x="601120" y="817200"/>
                </a:lnTo>
                <a:lnTo>
                  <a:pt x="0" y="817200"/>
                </a:lnTo>
                <a:lnTo>
                  <a:pt x="120267" y="408600"/>
                </a:lnTo>
                <a:close/>
              </a:path>
            </a:pathLst>
          </a:custGeom>
          <a:solidFill>
            <a:schemeClr val="accent3"/>
          </a:solidFill>
          <a:ln>
            <a:solidFill>
              <a:schemeClr val="accent3"/>
            </a:solidFill>
          </a:ln>
        </p:spPr>
        <p:txBody>
          <a:bodyPr wrap="square" lIns="180000" rIns="180000" anchor="ctr" anchorCtr="0">
            <a:normAutofit/>
          </a:bodyPr>
          <a:lstStyle>
            <a:lvl1pPr marL="0" indent="0">
              <a:lnSpc>
                <a:spcPct val="100000"/>
              </a:lnSpc>
              <a:buNone/>
              <a:defRPr sz="2000" b="1">
                <a:solidFill>
                  <a:schemeClr val="bg1"/>
                </a:solidFill>
              </a:defRPr>
            </a:lvl1pPr>
            <a:lvl2pPr marL="0" indent="0">
              <a:buNone/>
              <a:defRPr/>
            </a:lvl2pPr>
          </a:lstStyle>
          <a:p>
            <a:pPr lvl="0"/>
            <a:r>
              <a:rPr lang="en-US" dirty="0"/>
              <a:t>Click to add heading</a:t>
            </a:r>
          </a:p>
        </p:txBody>
      </p:sp>
      <p:sp>
        <p:nvSpPr>
          <p:cNvPr id="21" name="Text Placeholder 17">
            <a:extLst>
              <a:ext uri="{FF2B5EF4-FFF2-40B4-BE49-F238E27FC236}">
                <a16:creationId xmlns:a16="http://schemas.microsoft.com/office/drawing/2014/main" id="{B8A0AAAB-DFCF-4F8D-90DA-DBD02013396C}"/>
              </a:ext>
            </a:extLst>
          </p:cNvPr>
          <p:cNvSpPr>
            <a:spLocks noGrp="1"/>
          </p:cNvSpPr>
          <p:nvPr>
            <p:ph type="body" sz="quarter" idx="18" hasCustomPrompt="1"/>
          </p:nvPr>
        </p:nvSpPr>
        <p:spPr>
          <a:xfrm>
            <a:off x="6138536" y="2849450"/>
            <a:ext cx="2686630" cy="2876550"/>
          </a:xfrm>
          <a:noFill/>
          <a:ln>
            <a:solidFill>
              <a:schemeClr val="tx1"/>
            </a:solidFill>
          </a:ln>
        </p:spPr>
        <p:txBody>
          <a:bodyPr lIns="180000" tIns="180000" rIns="180000" bIns="180000">
            <a:noAutofit/>
          </a:bodyPr>
          <a:lstStyle>
            <a:lvl1pPr marL="0" indent="0">
              <a:lnSpc>
                <a:spcPct val="100000"/>
              </a:lnSpc>
              <a:buNone/>
              <a:defRPr sz="2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add text</a:t>
            </a:r>
          </a:p>
        </p:txBody>
      </p:sp>
      <p:sp>
        <p:nvSpPr>
          <p:cNvPr id="26" name="Text Placeholder 25">
            <a:extLst>
              <a:ext uri="{FF2B5EF4-FFF2-40B4-BE49-F238E27FC236}">
                <a16:creationId xmlns:a16="http://schemas.microsoft.com/office/drawing/2014/main" id="{1693F23D-9700-4C2B-8C74-EC7DABC03DE5}"/>
              </a:ext>
            </a:extLst>
          </p:cNvPr>
          <p:cNvSpPr>
            <a:spLocks noGrp="1"/>
          </p:cNvSpPr>
          <p:nvPr>
            <p:ph type="body" sz="quarter" idx="21" hasCustomPrompt="1"/>
          </p:nvPr>
        </p:nvSpPr>
        <p:spPr>
          <a:xfrm>
            <a:off x="8895770" y="2849312"/>
            <a:ext cx="2686630" cy="2876549"/>
          </a:xfrm>
          <a:prstGeom prst="rect">
            <a:avLst/>
          </a:prstGeom>
          <a:noFill/>
          <a:ln>
            <a:solidFill>
              <a:srgbClr val="D8DFDE"/>
            </a:solidFill>
          </a:ln>
        </p:spPr>
        <p:txBody>
          <a:bodyPr wrap="square" lIns="180000" tIns="180000" rIns="180000" bIns="180000" anchor="t" anchorCtr="0">
            <a:noAutofit/>
          </a:bodyPr>
          <a:lstStyle>
            <a:lvl1pPr marL="0" indent="0">
              <a:lnSpc>
                <a:spcPct val="100000"/>
              </a:lnSpc>
              <a:buNone/>
              <a:defRPr sz="2000" b="0">
                <a:solidFill>
                  <a:schemeClr val="tx1"/>
                </a:solidFill>
              </a:defRPr>
            </a:lvl1pPr>
            <a:lvl2pPr marL="0" indent="0">
              <a:buNone/>
              <a:defRPr/>
            </a:lvl2pPr>
          </a:lstStyle>
          <a:p>
            <a:pPr lvl="0"/>
            <a:r>
              <a:rPr lang="en-US" dirty="0"/>
              <a:t>Click to add heading</a:t>
            </a:r>
          </a:p>
        </p:txBody>
      </p:sp>
      <p:sp>
        <p:nvSpPr>
          <p:cNvPr id="25" name="Text Placeholder 24">
            <a:extLst>
              <a:ext uri="{FF2B5EF4-FFF2-40B4-BE49-F238E27FC236}">
                <a16:creationId xmlns:a16="http://schemas.microsoft.com/office/drawing/2014/main" id="{2FA2D96A-3279-4543-B199-078C69DB5ECC}"/>
              </a:ext>
            </a:extLst>
          </p:cNvPr>
          <p:cNvSpPr>
            <a:spLocks noGrp="1"/>
          </p:cNvSpPr>
          <p:nvPr>
            <p:ph type="body" sz="quarter" idx="22" hasCustomPrompt="1"/>
          </p:nvPr>
        </p:nvSpPr>
        <p:spPr>
          <a:xfrm>
            <a:off x="8895769" y="2032113"/>
            <a:ext cx="2686631" cy="817200"/>
          </a:xfrm>
          <a:custGeom>
            <a:avLst/>
            <a:gdLst>
              <a:gd name="connsiteX0" fmla="*/ 0 w 2785358"/>
              <a:gd name="connsiteY0" fmla="*/ 0 h 817200"/>
              <a:gd name="connsiteX1" fmla="*/ 75364 w 2785358"/>
              <a:gd name="connsiteY1" fmla="*/ 0 h 817200"/>
              <a:gd name="connsiteX2" fmla="*/ 450010 w 2785358"/>
              <a:gd name="connsiteY2" fmla="*/ 0 h 817200"/>
              <a:gd name="connsiteX3" fmla="*/ 485241 w 2785358"/>
              <a:gd name="connsiteY3" fmla="*/ 0 h 817200"/>
              <a:gd name="connsiteX4" fmla="*/ 2665092 w 2785358"/>
              <a:gd name="connsiteY4" fmla="*/ 0 h 817200"/>
              <a:gd name="connsiteX5" fmla="*/ 2785358 w 2785358"/>
              <a:gd name="connsiteY5" fmla="*/ 0 h 817200"/>
              <a:gd name="connsiteX6" fmla="*/ 2785358 w 2785358"/>
              <a:gd name="connsiteY6" fmla="*/ 408600 h 817200"/>
              <a:gd name="connsiteX7" fmla="*/ 2785358 w 2785358"/>
              <a:gd name="connsiteY7" fmla="*/ 817200 h 817200"/>
              <a:gd name="connsiteX8" fmla="*/ 2665091 w 2785358"/>
              <a:gd name="connsiteY8" fmla="*/ 817200 h 817200"/>
              <a:gd name="connsiteX9" fmla="*/ 485241 w 2785358"/>
              <a:gd name="connsiteY9" fmla="*/ 817200 h 817200"/>
              <a:gd name="connsiteX10" fmla="*/ 42544 w 2785358"/>
              <a:gd name="connsiteY10" fmla="*/ 817200 h 817200"/>
              <a:gd name="connsiteX11" fmla="*/ 42544 w 2785358"/>
              <a:gd name="connsiteY11" fmla="*/ 817199 h 817200"/>
              <a:gd name="connsiteX12" fmla="*/ 75363 w 2785358"/>
              <a:gd name="connsiteY12" fmla="*/ 817199 h 817200"/>
              <a:gd name="connsiteX13" fmla="*/ 75363 w 2785358"/>
              <a:gd name="connsiteY13" fmla="*/ 817198 h 817200"/>
              <a:gd name="connsiteX14" fmla="*/ 0 w 2785358"/>
              <a:gd name="connsiteY14" fmla="*/ 817198 h 817200"/>
              <a:gd name="connsiteX15" fmla="*/ 135060 w 2785358"/>
              <a:gd name="connsiteY15" fmla="*/ 408599 h 81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85358" h="817200">
                <a:moveTo>
                  <a:pt x="0" y="0"/>
                </a:moveTo>
                <a:lnTo>
                  <a:pt x="75364" y="0"/>
                </a:lnTo>
                <a:lnTo>
                  <a:pt x="450010" y="0"/>
                </a:lnTo>
                <a:lnTo>
                  <a:pt x="485241" y="0"/>
                </a:lnTo>
                <a:lnTo>
                  <a:pt x="2665092" y="0"/>
                </a:lnTo>
                <a:lnTo>
                  <a:pt x="2785358" y="0"/>
                </a:lnTo>
                <a:lnTo>
                  <a:pt x="2785358" y="408600"/>
                </a:lnTo>
                <a:lnTo>
                  <a:pt x="2785358" y="817200"/>
                </a:lnTo>
                <a:lnTo>
                  <a:pt x="2665091" y="817200"/>
                </a:lnTo>
                <a:lnTo>
                  <a:pt x="485241" y="817200"/>
                </a:lnTo>
                <a:lnTo>
                  <a:pt x="42544" y="817200"/>
                </a:lnTo>
                <a:lnTo>
                  <a:pt x="42544" y="817199"/>
                </a:lnTo>
                <a:lnTo>
                  <a:pt x="75363" y="817199"/>
                </a:lnTo>
                <a:lnTo>
                  <a:pt x="75363" y="817198"/>
                </a:lnTo>
                <a:lnTo>
                  <a:pt x="0" y="817198"/>
                </a:lnTo>
                <a:lnTo>
                  <a:pt x="135060" y="408599"/>
                </a:lnTo>
                <a:close/>
              </a:path>
            </a:pathLst>
          </a:custGeom>
          <a:solidFill>
            <a:srgbClr val="D8DFDE"/>
          </a:solidFill>
          <a:ln>
            <a:solidFill>
              <a:srgbClr val="D8DFDE"/>
            </a:solidFill>
          </a:ln>
        </p:spPr>
        <p:txBody>
          <a:bodyPr wrap="square" lIns="180000" rIns="180000" anchor="ctr" anchorCtr="0">
            <a:normAutofit/>
          </a:bodyPr>
          <a:lstStyle>
            <a:lvl1pPr marL="0" indent="0">
              <a:lnSpc>
                <a:spcPct val="100000"/>
              </a:lnSpc>
              <a:buNone/>
              <a:defRPr sz="2000" b="1">
                <a:solidFill>
                  <a:schemeClr val="tx1"/>
                </a:solidFill>
              </a:defRPr>
            </a:lvl1pPr>
            <a:lvl2pPr marL="0" indent="0">
              <a:buNone/>
              <a:defRPr/>
            </a:lvl2pPr>
          </a:lstStyle>
          <a:p>
            <a:pPr lvl="0"/>
            <a:r>
              <a:rPr lang="en-US" dirty="0"/>
              <a:t>Click to add heading</a:t>
            </a:r>
          </a:p>
        </p:txBody>
      </p:sp>
      <p:sp>
        <p:nvSpPr>
          <p:cNvPr id="4" name="Title 3">
            <a:extLst>
              <a:ext uri="{FF2B5EF4-FFF2-40B4-BE49-F238E27FC236}">
                <a16:creationId xmlns:a16="http://schemas.microsoft.com/office/drawing/2014/main" id="{1F86A654-81DD-9D81-F84F-289D9BD8B74C}"/>
              </a:ext>
            </a:extLst>
          </p:cNvPr>
          <p:cNvSpPr>
            <a:spLocks noGrp="1"/>
          </p:cNvSpPr>
          <p:nvPr>
            <p:ph type="title" hasCustomPrompt="1"/>
          </p:nvPr>
        </p:nvSpPr>
        <p:spPr/>
        <p:txBody>
          <a:bodyPr/>
          <a:lstStyle/>
          <a:p>
            <a:r>
              <a:rPr lang="en-US" dirty="0"/>
              <a:t>Click to enter title here</a:t>
            </a:r>
          </a:p>
        </p:txBody>
      </p:sp>
    </p:spTree>
    <p:custDataLst>
      <p:tags r:id="rId1"/>
    </p:custDataLst>
    <p:extLst>
      <p:ext uri="{BB962C8B-B14F-4D97-AF65-F5344CB8AC3E}">
        <p14:creationId xmlns:p14="http://schemas.microsoft.com/office/powerpoint/2010/main" val="355779959"/>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5 Column Proces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7CD3461D-2D14-40AF-A11E-E32A29AD5DDA}"/>
              </a:ext>
            </a:extLst>
          </p:cNvPr>
          <p:cNvSpPr>
            <a:spLocks noGrp="1"/>
          </p:cNvSpPr>
          <p:nvPr>
            <p:ph type="dt" sz="half" idx="10"/>
          </p:nvPr>
        </p:nvSpPr>
        <p:spPr/>
        <p:txBody>
          <a:bodyPr/>
          <a:lstStyle>
            <a:lvl1pPr>
              <a:lnSpc>
                <a:spcPct val="100000"/>
              </a:lnSpc>
              <a:defRPr/>
            </a:lvl1pPr>
          </a:lstStyle>
          <a:p>
            <a:endParaRPr lang="en-GB"/>
          </a:p>
        </p:txBody>
      </p:sp>
      <p:sp>
        <p:nvSpPr>
          <p:cNvPr id="20" name="Text Placeholder 96">
            <a:extLst>
              <a:ext uri="{FF2B5EF4-FFF2-40B4-BE49-F238E27FC236}">
                <a16:creationId xmlns:a16="http://schemas.microsoft.com/office/drawing/2014/main" id="{7790730A-1804-4570-8AF0-4427D8EE38D9}"/>
              </a:ext>
            </a:extLst>
          </p:cNvPr>
          <p:cNvSpPr>
            <a:spLocks noGrp="1"/>
          </p:cNvSpPr>
          <p:nvPr>
            <p:ph type="body" sz="quarter" idx="111" hasCustomPrompt="1"/>
          </p:nvPr>
        </p:nvSpPr>
        <p:spPr>
          <a:xfrm>
            <a:off x="609600" y="6200775"/>
            <a:ext cx="9753600" cy="657225"/>
          </a:xfrm>
        </p:spPr>
        <p:txBody>
          <a:bodyPr bIns="72000" anchor="b" anchorCtr="0">
            <a:noAutofit/>
          </a:bodyPr>
          <a:lstStyle>
            <a:lvl1pPr>
              <a:lnSpc>
                <a:spcPct val="100000"/>
              </a:lnSpc>
              <a:spcAft>
                <a:spcPts val="300"/>
              </a:spcAft>
              <a:buNone/>
              <a:defRPr sz="800"/>
            </a:lvl1pPr>
          </a:lstStyle>
          <a:p>
            <a:pPr lvl="0"/>
            <a:r>
              <a:rPr lang="en-US" dirty="0"/>
              <a:t>Footnotes</a:t>
            </a:r>
          </a:p>
        </p:txBody>
      </p:sp>
      <p:sp>
        <p:nvSpPr>
          <p:cNvPr id="18" name="Text Placeholder 17">
            <a:extLst>
              <a:ext uri="{FF2B5EF4-FFF2-40B4-BE49-F238E27FC236}">
                <a16:creationId xmlns:a16="http://schemas.microsoft.com/office/drawing/2014/main" id="{D5B1D31A-1072-4488-8176-064D101F59B2}"/>
              </a:ext>
            </a:extLst>
          </p:cNvPr>
          <p:cNvSpPr>
            <a:spLocks noGrp="1"/>
          </p:cNvSpPr>
          <p:nvPr>
            <p:ph type="body" sz="quarter" idx="15" hasCustomPrompt="1"/>
          </p:nvPr>
        </p:nvSpPr>
        <p:spPr>
          <a:xfrm>
            <a:off x="609600" y="2849450"/>
            <a:ext cx="2097825" cy="2876549"/>
          </a:xfrm>
          <a:noFill/>
          <a:ln>
            <a:solidFill>
              <a:schemeClr val="accent2"/>
            </a:solidFill>
          </a:ln>
        </p:spPr>
        <p:txBody>
          <a:bodyPr lIns="180000" tIns="180000" rIns="180000" bIns="180000">
            <a:noAutofit/>
          </a:bodyPr>
          <a:lstStyle>
            <a:lvl1pPr marL="0" indent="0">
              <a:lnSpc>
                <a:spcPct val="100000"/>
              </a:lnSpc>
              <a:buNone/>
              <a:defRPr sz="2000"/>
            </a:lvl1pPr>
          </a:lstStyle>
          <a:p>
            <a:pPr lvl="0"/>
            <a:r>
              <a:rPr lang="en-US" dirty="0"/>
              <a:t>Click to add text</a:t>
            </a:r>
          </a:p>
        </p:txBody>
      </p:sp>
      <p:sp>
        <p:nvSpPr>
          <p:cNvPr id="5" name="Slide Number Placeholder 4">
            <a:extLst>
              <a:ext uri="{FF2B5EF4-FFF2-40B4-BE49-F238E27FC236}">
                <a16:creationId xmlns:a16="http://schemas.microsoft.com/office/drawing/2014/main" id="{F8382FB9-7D18-4174-9B0A-336A77C9A80A}"/>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39" name="Text Placeholder 38">
            <a:extLst>
              <a:ext uri="{FF2B5EF4-FFF2-40B4-BE49-F238E27FC236}">
                <a16:creationId xmlns:a16="http://schemas.microsoft.com/office/drawing/2014/main" id="{8D6CB9D3-FFF8-41F8-AB84-829079938EC7}"/>
              </a:ext>
            </a:extLst>
          </p:cNvPr>
          <p:cNvSpPr>
            <a:spLocks noGrp="1"/>
          </p:cNvSpPr>
          <p:nvPr>
            <p:ph type="body" sz="quarter" idx="13" hasCustomPrompt="1"/>
          </p:nvPr>
        </p:nvSpPr>
        <p:spPr>
          <a:xfrm>
            <a:off x="609600" y="2032113"/>
            <a:ext cx="2224300" cy="817200"/>
          </a:xfrm>
          <a:custGeom>
            <a:avLst/>
            <a:gdLst>
              <a:gd name="connsiteX0" fmla="*/ 0 w 2305886"/>
              <a:gd name="connsiteY0" fmla="*/ 0 h 817200"/>
              <a:gd name="connsiteX1" fmla="*/ 2174660 w 2305886"/>
              <a:gd name="connsiteY1" fmla="*/ 0 h 817200"/>
              <a:gd name="connsiteX2" fmla="*/ 2305886 w 2305886"/>
              <a:gd name="connsiteY2" fmla="*/ 408600 h 817200"/>
              <a:gd name="connsiteX3" fmla="*/ 2174660 w 2305886"/>
              <a:gd name="connsiteY3" fmla="*/ 817200 h 817200"/>
              <a:gd name="connsiteX4" fmla="*/ 0 w 2305886"/>
              <a:gd name="connsiteY4" fmla="*/ 817200 h 81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5886" h="817200">
                <a:moveTo>
                  <a:pt x="0" y="0"/>
                </a:moveTo>
                <a:lnTo>
                  <a:pt x="2174660" y="0"/>
                </a:lnTo>
                <a:lnTo>
                  <a:pt x="2305886" y="408600"/>
                </a:lnTo>
                <a:lnTo>
                  <a:pt x="2174660" y="817200"/>
                </a:lnTo>
                <a:lnTo>
                  <a:pt x="0" y="817200"/>
                </a:lnTo>
                <a:close/>
              </a:path>
            </a:pathLst>
          </a:custGeom>
          <a:solidFill>
            <a:schemeClr val="accent2"/>
          </a:solidFill>
          <a:ln>
            <a:solidFill>
              <a:schemeClr val="accent2"/>
            </a:solidFill>
          </a:ln>
        </p:spPr>
        <p:txBody>
          <a:bodyPr wrap="square" lIns="180000" rIns="180000" anchor="ctr" anchorCtr="0">
            <a:normAutofit/>
          </a:bodyPr>
          <a:lstStyle>
            <a:lvl1pPr marL="0" indent="0">
              <a:lnSpc>
                <a:spcPct val="100000"/>
              </a:lnSpc>
              <a:buNone/>
              <a:defRPr sz="2000" b="1">
                <a:solidFill>
                  <a:schemeClr val="bg1"/>
                </a:solidFill>
              </a:defRPr>
            </a:lvl1pPr>
            <a:lvl2pPr marL="0" indent="0">
              <a:buNone/>
              <a:defRPr/>
            </a:lvl2pPr>
          </a:lstStyle>
          <a:p>
            <a:pPr lvl="0"/>
            <a:r>
              <a:rPr lang="en-US" dirty="0"/>
              <a:t>Click to add heading</a:t>
            </a:r>
          </a:p>
        </p:txBody>
      </p:sp>
      <p:sp>
        <p:nvSpPr>
          <p:cNvPr id="19" name="Text Placeholder 17">
            <a:extLst>
              <a:ext uri="{FF2B5EF4-FFF2-40B4-BE49-F238E27FC236}">
                <a16:creationId xmlns:a16="http://schemas.microsoft.com/office/drawing/2014/main" id="{10B4C999-11DB-49A6-8AB3-B2F9DC1BC18C}"/>
              </a:ext>
            </a:extLst>
          </p:cNvPr>
          <p:cNvSpPr>
            <a:spLocks noGrp="1"/>
          </p:cNvSpPr>
          <p:nvPr>
            <p:ph type="body" sz="quarter" idx="16" hasCustomPrompt="1"/>
          </p:nvPr>
        </p:nvSpPr>
        <p:spPr>
          <a:xfrm>
            <a:off x="2826952" y="2849450"/>
            <a:ext cx="2097825" cy="2876549"/>
          </a:xfrm>
          <a:noFill/>
          <a:ln>
            <a:solidFill>
              <a:schemeClr val="accent1"/>
            </a:solidFill>
          </a:ln>
        </p:spPr>
        <p:txBody>
          <a:bodyPr lIns="180000" tIns="180000" rIns="180000" bIns="180000">
            <a:noAutofit/>
          </a:bodyPr>
          <a:lstStyle>
            <a:lvl1pPr marL="0" indent="0">
              <a:lnSpc>
                <a:spcPct val="100000"/>
              </a:lnSpc>
              <a:buNone/>
              <a:defRPr sz="2000"/>
            </a:lvl1pPr>
          </a:lstStyle>
          <a:p>
            <a:pPr lvl="0"/>
            <a:r>
              <a:rPr lang="en-US" dirty="0"/>
              <a:t>Click to add text</a:t>
            </a:r>
          </a:p>
        </p:txBody>
      </p:sp>
      <p:sp>
        <p:nvSpPr>
          <p:cNvPr id="40" name="Text Placeholder 39">
            <a:extLst>
              <a:ext uri="{FF2B5EF4-FFF2-40B4-BE49-F238E27FC236}">
                <a16:creationId xmlns:a16="http://schemas.microsoft.com/office/drawing/2014/main" id="{66C0C20F-32BB-4C0E-AAF8-A6A769147834}"/>
              </a:ext>
            </a:extLst>
          </p:cNvPr>
          <p:cNvSpPr>
            <a:spLocks noGrp="1"/>
          </p:cNvSpPr>
          <p:nvPr>
            <p:ph type="body" sz="quarter" idx="17" hasCustomPrompt="1"/>
          </p:nvPr>
        </p:nvSpPr>
        <p:spPr>
          <a:xfrm>
            <a:off x="2831126" y="2032113"/>
            <a:ext cx="2218735" cy="817200"/>
          </a:xfrm>
          <a:custGeom>
            <a:avLst/>
            <a:gdLst>
              <a:gd name="connsiteX0" fmla="*/ 0 w 2300117"/>
              <a:gd name="connsiteY0" fmla="*/ 0 h 817200"/>
              <a:gd name="connsiteX1" fmla="*/ 2179851 w 2300117"/>
              <a:gd name="connsiteY1" fmla="*/ 0 h 817200"/>
              <a:gd name="connsiteX2" fmla="*/ 2300117 w 2300117"/>
              <a:gd name="connsiteY2" fmla="*/ 408600 h 817200"/>
              <a:gd name="connsiteX3" fmla="*/ 2179850 w 2300117"/>
              <a:gd name="connsiteY3" fmla="*/ 817200 h 817200"/>
              <a:gd name="connsiteX4" fmla="*/ 0 w 2300117"/>
              <a:gd name="connsiteY4" fmla="*/ 817200 h 817200"/>
              <a:gd name="connsiteX5" fmla="*/ 120267 w 2300117"/>
              <a:gd name="connsiteY5" fmla="*/ 408600 h 81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0117" h="817200">
                <a:moveTo>
                  <a:pt x="0" y="0"/>
                </a:moveTo>
                <a:lnTo>
                  <a:pt x="2179851" y="0"/>
                </a:lnTo>
                <a:lnTo>
                  <a:pt x="2300117" y="408600"/>
                </a:lnTo>
                <a:lnTo>
                  <a:pt x="2179850" y="817200"/>
                </a:lnTo>
                <a:lnTo>
                  <a:pt x="0" y="817200"/>
                </a:lnTo>
                <a:lnTo>
                  <a:pt x="120267" y="408600"/>
                </a:lnTo>
                <a:close/>
              </a:path>
            </a:pathLst>
          </a:custGeom>
          <a:solidFill>
            <a:schemeClr val="accent1"/>
          </a:solidFill>
          <a:ln>
            <a:solidFill>
              <a:schemeClr val="accent1"/>
            </a:solidFill>
          </a:ln>
        </p:spPr>
        <p:txBody>
          <a:bodyPr wrap="square" lIns="180000" rIns="180000" anchor="ctr" anchorCtr="0">
            <a:normAutofit/>
          </a:bodyPr>
          <a:lstStyle>
            <a:lvl1pPr marL="0" indent="0">
              <a:lnSpc>
                <a:spcPct val="100000"/>
              </a:lnSpc>
              <a:buNone/>
              <a:defRPr sz="2000" b="1">
                <a:solidFill>
                  <a:schemeClr val="bg1"/>
                </a:solidFill>
              </a:defRPr>
            </a:lvl1pPr>
            <a:lvl2pPr marL="0" indent="0">
              <a:buNone/>
              <a:defRPr/>
            </a:lvl2pPr>
          </a:lstStyle>
          <a:p>
            <a:pPr lvl="0"/>
            <a:r>
              <a:rPr lang="en-US" dirty="0"/>
              <a:t>Click to add heading</a:t>
            </a:r>
          </a:p>
        </p:txBody>
      </p:sp>
      <p:sp>
        <p:nvSpPr>
          <p:cNvPr id="21" name="Text Placeholder 17">
            <a:extLst>
              <a:ext uri="{FF2B5EF4-FFF2-40B4-BE49-F238E27FC236}">
                <a16:creationId xmlns:a16="http://schemas.microsoft.com/office/drawing/2014/main" id="{B8A0AAAB-DFCF-4F8D-90DA-DBD02013396C}"/>
              </a:ext>
            </a:extLst>
          </p:cNvPr>
          <p:cNvSpPr>
            <a:spLocks noGrp="1"/>
          </p:cNvSpPr>
          <p:nvPr>
            <p:ph type="body" sz="quarter" idx="18" hasCustomPrompt="1"/>
          </p:nvPr>
        </p:nvSpPr>
        <p:spPr>
          <a:xfrm>
            <a:off x="5044304" y="2849450"/>
            <a:ext cx="2097825" cy="2876549"/>
          </a:xfrm>
          <a:noFill/>
          <a:ln>
            <a:solidFill>
              <a:schemeClr val="accent3"/>
            </a:solidFill>
          </a:ln>
        </p:spPr>
        <p:txBody>
          <a:bodyPr lIns="180000" tIns="180000" rIns="180000" bIns="180000">
            <a:noAutofit/>
          </a:bodyPr>
          <a:lstStyle>
            <a:lvl1pPr marL="0" indent="0">
              <a:lnSpc>
                <a:spcPct val="100000"/>
              </a:lnSpc>
              <a:buNone/>
              <a:defRPr sz="2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add text</a:t>
            </a:r>
          </a:p>
        </p:txBody>
      </p:sp>
      <p:sp>
        <p:nvSpPr>
          <p:cNvPr id="17" name="Text Placeholder 16">
            <a:extLst>
              <a:ext uri="{FF2B5EF4-FFF2-40B4-BE49-F238E27FC236}">
                <a16:creationId xmlns:a16="http://schemas.microsoft.com/office/drawing/2014/main" id="{30B90539-6EE8-4A3B-99A2-131BECE1E80E}"/>
              </a:ext>
            </a:extLst>
          </p:cNvPr>
          <p:cNvSpPr>
            <a:spLocks noGrp="1"/>
          </p:cNvSpPr>
          <p:nvPr>
            <p:ph type="body" sz="quarter" idx="20" hasCustomPrompt="1"/>
          </p:nvPr>
        </p:nvSpPr>
        <p:spPr>
          <a:xfrm>
            <a:off x="5047087" y="2032113"/>
            <a:ext cx="2218735" cy="817200"/>
          </a:xfrm>
          <a:custGeom>
            <a:avLst/>
            <a:gdLst>
              <a:gd name="connsiteX0" fmla="*/ 0 w 2300117"/>
              <a:gd name="connsiteY0" fmla="*/ 0 h 817200"/>
              <a:gd name="connsiteX1" fmla="*/ 2179851 w 2300117"/>
              <a:gd name="connsiteY1" fmla="*/ 0 h 817200"/>
              <a:gd name="connsiteX2" fmla="*/ 2300117 w 2300117"/>
              <a:gd name="connsiteY2" fmla="*/ 408600 h 817200"/>
              <a:gd name="connsiteX3" fmla="*/ 2179850 w 2300117"/>
              <a:gd name="connsiteY3" fmla="*/ 817200 h 817200"/>
              <a:gd name="connsiteX4" fmla="*/ 0 w 2300117"/>
              <a:gd name="connsiteY4" fmla="*/ 817200 h 817200"/>
              <a:gd name="connsiteX5" fmla="*/ 120267 w 2300117"/>
              <a:gd name="connsiteY5" fmla="*/ 408600 h 81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0117" h="817200">
                <a:moveTo>
                  <a:pt x="0" y="0"/>
                </a:moveTo>
                <a:lnTo>
                  <a:pt x="2179851" y="0"/>
                </a:lnTo>
                <a:lnTo>
                  <a:pt x="2300117" y="408600"/>
                </a:lnTo>
                <a:lnTo>
                  <a:pt x="2179850" y="817200"/>
                </a:lnTo>
                <a:lnTo>
                  <a:pt x="0" y="817200"/>
                </a:lnTo>
                <a:lnTo>
                  <a:pt x="120267" y="408600"/>
                </a:lnTo>
                <a:close/>
              </a:path>
            </a:pathLst>
          </a:custGeom>
          <a:solidFill>
            <a:schemeClr val="accent3"/>
          </a:solidFill>
          <a:ln>
            <a:solidFill>
              <a:schemeClr val="accent3"/>
            </a:solidFill>
          </a:ln>
        </p:spPr>
        <p:txBody>
          <a:bodyPr wrap="square" lIns="180000" tIns="180000" rIns="180000" bIns="180000" anchor="ctr" anchorCtr="0">
            <a:normAutofit/>
          </a:bodyPr>
          <a:lstStyle>
            <a:lvl1pPr marL="0" indent="0">
              <a:lnSpc>
                <a:spcPct val="100000"/>
              </a:lnSpc>
              <a:buNone/>
              <a:defRPr sz="2000" b="1">
                <a:solidFill>
                  <a:schemeClr val="bg1"/>
                </a:solidFill>
              </a:defRPr>
            </a:lvl1pPr>
            <a:lvl2pPr marL="432000" indent="0">
              <a:buFont typeface="Arial" panose="020B0604020202020204" pitchFamily="34" charset="0"/>
              <a:buNone/>
              <a:defRPr sz="2000" b="1">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add heading</a:t>
            </a:r>
          </a:p>
        </p:txBody>
      </p:sp>
      <p:sp>
        <p:nvSpPr>
          <p:cNvPr id="41" name="Text Placeholder 40">
            <a:extLst>
              <a:ext uri="{FF2B5EF4-FFF2-40B4-BE49-F238E27FC236}">
                <a16:creationId xmlns:a16="http://schemas.microsoft.com/office/drawing/2014/main" id="{FE232F59-5ADC-46E3-9697-CA7EA3C216B8}"/>
              </a:ext>
            </a:extLst>
          </p:cNvPr>
          <p:cNvSpPr>
            <a:spLocks noGrp="1"/>
          </p:cNvSpPr>
          <p:nvPr>
            <p:ph type="body" sz="quarter" idx="21" hasCustomPrompt="1"/>
          </p:nvPr>
        </p:nvSpPr>
        <p:spPr>
          <a:xfrm>
            <a:off x="7261656" y="2849312"/>
            <a:ext cx="2097825" cy="2876549"/>
          </a:xfrm>
          <a:prstGeom prst="rect">
            <a:avLst/>
          </a:prstGeom>
          <a:noFill/>
          <a:ln>
            <a:solidFill>
              <a:schemeClr val="tx1"/>
            </a:solidFill>
          </a:ln>
        </p:spPr>
        <p:txBody>
          <a:bodyPr wrap="square" lIns="180000" tIns="180000" rIns="180000" bIns="180000" anchor="t" anchorCtr="0">
            <a:noAutofit/>
          </a:bodyPr>
          <a:lstStyle>
            <a:lvl1pPr marL="0" indent="0">
              <a:lnSpc>
                <a:spcPct val="100000"/>
              </a:lnSpc>
              <a:buNone/>
              <a:defRPr sz="2000" b="0">
                <a:solidFill>
                  <a:schemeClr val="tx1"/>
                </a:solidFill>
              </a:defRPr>
            </a:lvl1pPr>
            <a:lvl2pPr marL="0" indent="0">
              <a:buNone/>
              <a:defRPr/>
            </a:lvl2pPr>
          </a:lstStyle>
          <a:p>
            <a:pPr lvl="0"/>
            <a:r>
              <a:rPr lang="en-US" dirty="0"/>
              <a:t>Click to add text</a:t>
            </a:r>
          </a:p>
        </p:txBody>
      </p:sp>
      <p:sp>
        <p:nvSpPr>
          <p:cNvPr id="42" name="Text Placeholder 41">
            <a:extLst>
              <a:ext uri="{FF2B5EF4-FFF2-40B4-BE49-F238E27FC236}">
                <a16:creationId xmlns:a16="http://schemas.microsoft.com/office/drawing/2014/main" id="{B2F6D8DE-FDAF-4886-9A00-5D9F036F05A5}"/>
              </a:ext>
            </a:extLst>
          </p:cNvPr>
          <p:cNvSpPr>
            <a:spLocks noGrp="1"/>
          </p:cNvSpPr>
          <p:nvPr>
            <p:ph type="body" sz="quarter" idx="22" hasCustomPrompt="1"/>
          </p:nvPr>
        </p:nvSpPr>
        <p:spPr>
          <a:xfrm>
            <a:off x="7263049" y="2032113"/>
            <a:ext cx="2218735" cy="817200"/>
          </a:xfrm>
          <a:custGeom>
            <a:avLst/>
            <a:gdLst>
              <a:gd name="connsiteX0" fmla="*/ 0 w 2300117"/>
              <a:gd name="connsiteY0" fmla="*/ 0 h 817200"/>
              <a:gd name="connsiteX1" fmla="*/ 2179851 w 2300117"/>
              <a:gd name="connsiteY1" fmla="*/ 0 h 817200"/>
              <a:gd name="connsiteX2" fmla="*/ 2300117 w 2300117"/>
              <a:gd name="connsiteY2" fmla="*/ 408600 h 817200"/>
              <a:gd name="connsiteX3" fmla="*/ 2179850 w 2300117"/>
              <a:gd name="connsiteY3" fmla="*/ 817200 h 817200"/>
              <a:gd name="connsiteX4" fmla="*/ 0 w 2300117"/>
              <a:gd name="connsiteY4" fmla="*/ 817200 h 817200"/>
              <a:gd name="connsiteX5" fmla="*/ 120267 w 2300117"/>
              <a:gd name="connsiteY5" fmla="*/ 408600 h 81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0117" h="817200">
                <a:moveTo>
                  <a:pt x="0" y="0"/>
                </a:moveTo>
                <a:lnTo>
                  <a:pt x="2179851" y="0"/>
                </a:lnTo>
                <a:lnTo>
                  <a:pt x="2300117" y="408600"/>
                </a:lnTo>
                <a:lnTo>
                  <a:pt x="2179850" y="817200"/>
                </a:lnTo>
                <a:lnTo>
                  <a:pt x="0" y="817200"/>
                </a:lnTo>
                <a:lnTo>
                  <a:pt x="120267" y="408600"/>
                </a:lnTo>
                <a:close/>
              </a:path>
            </a:pathLst>
          </a:custGeom>
          <a:solidFill>
            <a:schemeClr val="tx1"/>
          </a:solidFill>
          <a:ln>
            <a:solidFill>
              <a:schemeClr val="tx1"/>
            </a:solidFill>
          </a:ln>
        </p:spPr>
        <p:txBody>
          <a:bodyPr wrap="square" lIns="180000" rIns="180000" anchor="ctr" anchorCtr="0">
            <a:normAutofit/>
          </a:bodyPr>
          <a:lstStyle>
            <a:lvl1pPr marL="0" indent="0">
              <a:lnSpc>
                <a:spcPct val="100000"/>
              </a:lnSpc>
              <a:buNone/>
              <a:defRPr sz="2000" b="1">
                <a:solidFill>
                  <a:schemeClr val="bg1"/>
                </a:solidFill>
              </a:defRPr>
            </a:lvl1pPr>
            <a:lvl2pPr marL="0" indent="0">
              <a:buNone/>
              <a:defRPr/>
            </a:lvl2pPr>
          </a:lstStyle>
          <a:p>
            <a:pPr lvl="0"/>
            <a:r>
              <a:rPr lang="en-US" dirty="0"/>
              <a:t>Click to add heading</a:t>
            </a:r>
          </a:p>
        </p:txBody>
      </p:sp>
      <p:sp>
        <p:nvSpPr>
          <p:cNvPr id="44" name="Text Placeholder 43">
            <a:extLst>
              <a:ext uri="{FF2B5EF4-FFF2-40B4-BE49-F238E27FC236}">
                <a16:creationId xmlns:a16="http://schemas.microsoft.com/office/drawing/2014/main" id="{884ACBA5-0874-4C39-B8D4-EE3612F7CE7F}"/>
              </a:ext>
            </a:extLst>
          </p:cNvPr>
          <p:cNvSpPr>
            <a:spLocks noGrp="1"/>
          </p:cNvSpPr>
          <p:nvPr>
            <p:ph type="body" sz="quarter" idx="23" hasCustomPrompt="1"/>
          </p:nvPr>
        </p:nvSpPr>
        <p:spPr>
          <a:xfrm>
            <a:off x="9479008" y="2032112"/>
            <a:ext cx="2103392" cy="817201"/>
          </a:xfrm>
          <a:custGeom>
            <a:avLst/>
            <a:gdLst>
              <a:gd name="connsiteX0" fmla="*/ 0 w 2180543"/>
              <a:gd name="connsiteY0" fmla="*/ 0 h 817201"/>
              <a:gd name="connsiteX1" fmla="*/ 49503 w 2180543"/>
              <a:gd name="connsiteY1" fmla="*/ 0 h 817201"/>
              <a:gd name="connsiteX2" fmla="*/ 344110 w 2180543"/>
              <a:gd name="connsiteY2" fmla="*/ 0 h 817201"/>
              <a:gd name="connsiteX3" fmla="*/ 2180543 w 2180543"/>
              <a:gd name="connsiteY3" fmla="*/ 0 h 817201"/>
              <a:gd name="connsiteX4" fmla="*/ 2180543 w 2180543"/>
              <a:gd name="connsiteY4" fmla="*/ 408601 h 817201"/>
              <a:gd name="connsiteX5" fmla="*/ 2180543 w 2180543"/>
              <a:gd name="connsiteY5" fmla="*/ 817201 h 817201"/>
              <a:gd name="connsiteX6" fmla="*/ 2079387 w 2180543"/>
              <a:gd name="connsiteY6" fmla="*/ 817201 h 817201"/>
              <a:gd name="connsiteX7" fmla="*/ 245924 w 2180543"/>
              <a:gd name="connsiteY7" fmla="*/ 817201 h 817201"/>
              <a:gd name="connsiteX8" fmla="*/ 23694 w 2180543"/>
              <a:gd name="connsiteY8" fmla="*/ 817201 h 817201"/>
              <a:gd name="connsiteX9" fmla="*/ 23694 w 2180543"/>
              <a:gd name="connsiteY9" fmla="*/ 817200 h 817201"/>
              <a:gd name="connsiteX10" fmla="*/ 49502 w 2180543"/>
              <a:gd name="connsiteY10" fmla="*/ 817200 h 817201"/>
              <a:gd name="connsiteX11" fmla="*/ 49502 w 2180543"/>
              <a:gd name="connsiteY11" fmla="*/ 817199 h 817201"/>
              <a:gd name="connsiteX12" fmla="*/ 0 w 2180543"/>
              <a:gd name="connsiteY12" fmla="*/ 817199 h 817201"/>
              <a:gd name="connsiteX13" fmla="*/ 135079 w 2180543"/>
              <a:gd name="connsiteY13" fmla="*/ 408600 h 817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80543" h="817201">
                <a:moveTo>
                  <a:pt x="0" y="0"/>
                </a:moveTo>
                <a:lnTo>
                  <a:pt x="49503" y="0"/>
                </a:lnTo>
                <a:lnTo>
                  <a:pt x="344110" y="0"/>
                </a:lnTo>
                <a:lnTo>
                  <a:pt x="2180543" y="0"/>
                </a:lnTo>
                <a:lnTo>
                  <a:pt x="2180543" y="408601"/>
                </a:lnTo>
                <a:lnTo>
                  <a:pt x="2180543" y="817201"/>
                </a:lnTo>
                <a:lnTo>
                  <a:pt x="2079387" y="817201"/>
                </a:lnTo>
                <a:lnTo>
                  <a:pt x="245924" y="817201"/>
                </a:lnTo>
                <a:lnTo>
                  <a:pt x="23694" y="817201"/>
                </a:lnTo>
                <a:lnTo>
                  <a:pt x="23694" y="817200"/>
                </a:lnTo>
                <a:lnTo>
                  <a:pt x="49502" y="817200"/>
                </a:lnTo>
                <a:lnTo>
                  <a:pt x="49502" y="817199"/>
                </a:lnTo>
                <a:lnTo>
                  <a:pt x="0" y="817199"/>
                </a:lnTo>
                <a:lnTo>
                  <a:pt x="135079" y="408600"/>
                </a:lnTo>
                <a:close/>
              </a:path>
            </a:pathLst>
          </a:custGeom>
          <a:solidFill>
            <a:srgbClr val="D8DFDE"/>
          </a:solidFill>
          <a:ln>
            <a:solidFill>
              <a:srgbClr val="D8DFDE"/>
            </a:solidFill>
          </a:ln>
        </p:spPr>
        <p:txBody>
          <a:bodyPr wrap="square" lIns="180000" rIns="180000" anchor="ctr" anchorCtr="0">
            <a:normAutofit/>
          </a:bodyPr>
          <a:lstStyle>
            <a:lvl1pPr marL="0" indent="0">
              <a:lnSpc>
                <a:spcPct val="100000"/>
              </a:lnSpc>
              <a:buNone/>
              <a:defRPr sz="2000" b="1">
                <a:solidFill>
                  <a:schemeClr val="tx1"/>
                </a:solidFill>
              </a:defRPr>
            </a:lvl1pPr>
            <a:lvl2pPr marL="0" indent="0">
              <a:buNone/>
              <a:defRPr/>
            </a:lvl2pPr>
          </a:lstStyle>
          <a:p>
            <a:pPr lvl="0"/>
            <a:r>
              <a:rPr lang="en-US" dirty="0"/>
              <a:t>Click to add heading</a:t>
            </a:r>
          </a:p>
        </p:txBody>
      </p:sp>
      <p:sp>
        <p:nvSpPr>
          <p:cNvPr id="45" name="Text Placeholder 17">
            <a:extLst>
              <a:ext uri="{FF2B5EF4-FFF2-40B4-BE49-F238E27FC236}">
                <a16:creationId xmlns:a16="http://schemas.microsoft.com/office/drawing/2014/main" id="{5D5D2A3B-816B-4063-BC86-43FC8744664B}"/>
              </a:ext>
            </a:extLst>
          </p:cNvPr>
          <p:cNvSpPr>
            <a:spLocks noGrp="1"/>
          </p:cNvSpPr>
          <p:nvPr>
            <p:ph type="body" sz="quarter" idx="24" hasCustomPrompt="1"/>
          </p:nvPr>
        </p:nvSpPr>
        <p:spPr>
          <a:xfrm>
            <a:off x="9479009" y="2849450"/>
            <a:ext cx="2103392" cy="2876550"/>
          </a:xfrm>
          <a:noFill/>
          <a:ln>
            <a:solidFill>
              <a:srgbClr val="D8DFDE"/>
            </a:solidFill>
          </a:ln>
        </p:spPr>
        <p:txBody>
          <a:bodyPr lIns="180000" tIns="180000" rIns="180000" bIns="180000">
            <a:noAutofit/>
          </a:bodyPr>
          <a:lstStyle>
            <a:lvl1pPr marL="0" indent="0">
              <a:lnSpc>
                <a:spcPct val="100000"/>
              </a:lnSpc>
              <a:buNone/>
              <a:defRPr sz="2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add text</a:t>
            </a:r>
          </a:p>
        </p:txBody>
      </p:sp>
      <p:sp>
        <p:nvSpPr>
          <p:cNvPr id="4" name="Title 3">
            <a:extLst>
              <a:ext uri="{FF2B5EF4-FFF2-40B4-BE49-F238E27FC236}">
                <a16:creationId xmlns:a16="http://schemas.microsoft.com/office/drawing/2014/main" id="{52D00D93-A803-412A-9193-2BC385226BC3}"/>
              </a:ext>
            </a:extLst>
          </p:cNvPr>
          <p:cNvSpPr>
            <a:spLocks noGrp="1"/>
          </p:cNvSpPr>
          <p:nvPr>
            <p:ph type="title" hasCustomPrompt="1"/>
          </p:nvPr>
        </p:nvSpPr>
        <p:spPr/>
        <p:txBody>
          <a:bodyPr/>
          <a:lstStyle/>
          <a:p>
            <a:r>
              <a:rPr lang="en-US" dirty="0"/>
              <a:t>Click to enter title here</a:t>
            </a:r>
          </a:p>
        </p:txBody>
      </p:sp>
    </p:spTree>
    <p:custDataLst>
      <p:tags r:id="rId1"/>
    </p:custDataLst>
    <p:extLst>
      <p:ext uri="{BB962C8B-B14F-4D97-AF65-F5344CB8AC3E}">
        <p14:creationId xmlns:p14="http://schemas.microsoft.com/office/powerpoint/2010/main" val="2207989933"/>
      </p:ext>
    </p:extLst>
  </p:cSld>
  <p:clrMapOvr>
    <a:masterClrMapping/>
  </p:clrMapOvr>
  <p:extLst>
    <p:ext uri="{DCECCB84-F9BA-43D5-87BE-67443E8EF086}">
      <p15:sldGuideLst xmlns:p15="http://schemas.microsoft.com/office/powerpoint/2012/main">
        <p15:guide id="5" orient="horz" pos="925" userDrawn="1">
          <p15:clr>
            <a:srgbClr val="A6428C"/>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3 Step Flow">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lvl1pPr>
              <a:lnSpc>
                <a:spcPct val="100000"/>
              </a:lnSpc>
              <a:defRPr/>
            </a:lvl1pPr>
          </a:lstStyle>
          <a:p>
            <a:endParaRPr lang="en-GB"/>
          </a:p>
        </p:txBody>
      </p:sp>
      <p:sp>
        <p:nvSpPr>
          <p:cNvPr id="10" name="Text Placeholder 96">
            <a:extLst>
              <a:ext uri="{FF2B5EF4-FFF2-40B4-BE49-F238E27FC236}">
                <a16:creationId xmlns:a16="http://schemas.microsoft.com/office/drawing/2014/main" id="{1D798A16-3930-4F04-AFA2-82EA4BFB259C}"/>
              </a:ext>
            </a:extLst>
          </p:cNvPr>
          <p:cNvSpPr>
            <a:spLocks noGrp="1"/>
          </p:cNvSpPr>
          <p:nvPr>
            <p:ph type="body" sz="quarter" idx="111" hasCustomPrompt="1"/>
          </p:nvPr>
        </p:nvSpPr>
        <p:spPr>
          <a:xfrm>
            <a:off x="609600" y="6200775"/>
            <a:ext cx="9753599" cy="657225"/>
          </a:xfrm>
        </p:spPr>
        <p:txBody>
          <a:bodyPr bIns="72000" anchor="b" anchorCtr="0">
            <a:noAutofit/>
          </a:bodyPr>
          <a:lstStyle>
            <a:lvl1pPr>
              <a:lnSpc>
                <a:spcPct val="100000"/>
              </a:lnSpc>
              <a:spcAft>
                <a:spcPts val="300"/>
              </a:spcAft>
              <a:buNone/>
              <a:defRPr sz="800"/>
            </a:lvl1pPr>
          </a:lstStyle>
          <a:p>
            <a:pPr lvl="0"/>
            <a:r>
              <a:rPr lang="en-US" dirty="0"/>
              <a:t>Footnotes</a:t>
            </a:r>
          </a:p>
        </p:txBody>
      </p:sp>
      <p:sp>
        <p:nvSpPr>
          <p:cNvPr id="21" name="Text Placeholder 20">
            <a:extLst>
              <a:ext uri="{FF2B5EF4-FFF2-40B4-BE49-F238E27FC236}">
                <a16:creationId xmlns:a16="http://schemas.microsoft.com/office/drawing/2014/main" id="{8AEA7459-78C6-469B-A437-C1B22EA0A9EF}"/>
              </a:ext>
            </a:extLst>
          </p:cNvPr>
          <p:cNvSpPr>
            <a:spLocks noGrp="1"/>
          </p:cNvSpPr>
          <p:nvPr>
            <p:ph type="body" sz="quarter" idx="15" hasCustomPrompt="1"/>
          </p:nvPr>
        </p:nvSpPr>
        <p:spPr>
          <a:xfrm>
            <a:off x="3657600" y="1628305"/>
            <a:ext cx="2614971" cy="3344218"/>
          </a:xfrm>
          <a:custGeom>
            <a:avLst/>
            <a:gdLst>
              <a:gd name="connsiteX0" fmla="*/ 0 w 1575047"/>
              <a:gd name="connsiteY0" fmla="*/ 0 h 5129420"/>
              <a:gd name="connsiteX1" fmla="*/ 1412990 w 1575047"/>
              <a:gd name="connsiteY1" fmla="*/ 0 h 5129420"/>
              <a:gd name="connsiteX2" fmla="*/ 1575047 w 1575047"/>
              <a:gd name="connsiteY2" fmla="*/ 2564710 h 5129420"/>
              <a:gd name="connsiteX3" fmla="*/ 1412990 w 1575047"/>
              <a:gd name="connsiteY3" fmla="*/ 5129420 h 5129420"/>
              <a:gd name="connsiteX4" fmla="*/ 0 w 1575047"/>
              <a:gd name="connsiteY4" fmla="*/ 5129420 h 5129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5047" h="5129420">
                <a:moveTo>
                  <a:pt x="0" y="0"/>
                </a:moveTo>
                <a:lnTo>
                  <a:pt x="1412990" y="0"/>
                </a:lnTo>
                <a:lnTo>
                  <a:pt x="1575047" y="2564710"/>
                </a:lnTo>
                <a:lnTo>
                  <a:pt x="1412990" y="5129420"/>
                </a:lnTo>
                <a:lnTo>
                  <a:pt x="0" y="5129420"/>
                </a:lnTo>
                <a:close/>
              </a:path>
            </a:pathLst>
          </a:custGeom>
          <a:noFill/>
          <a:ln>
            <a:solidFill>
              <a:schemeClr val="accent1"/>
            </a:solidFill>
          </a:ln>
        </p:spPr>
        <p:txBody>
          <a:bodyPr wrap="square" lIns="108000" tIns="72000" rIns="72000" anchor="ctr" anchorCtr="0">
            <a:noAutofit/>
          </a:bodyPr>
          <a:lstStyle>
            <a:lvl1pPr marL="0" indent="0" algn="l">
              <a:lnSpc>
                <a:spcPct val="100000"/>
              </a:lnSpc>
              <a:buNone/>
              <a:defRPr sz="2000" b="1">
                <a:solidFill>
                  <a:schemeClr val="accent1"/>
                </a:solidFill>
              </a:defRPr>
            </a:lvl1pPr>
            <a:lvl2pPr>
              <a:defRPr sz="2000" b="1">
                <a:solidFill>
                  <a:schemeClr val="accent1"/>
                </a:solidFill>
              </a:defRPr>
            </a:lvl2pPr>
            <a:lvl3pPr>
              <a:defRPr sz="2000" b="1">
                <a:solidFill>
                  <a:schemeClr val="accent1"/>
                </a:solidFill>
              </a:defRPr>
            </a:lvl3pPr>
            <a:lvl4pPr>
              <a:defRPr sz="2000" b="1">
                <a:solidFill>
                  <a:schemeClr val="accent1"/>
                </a:solidFill>
              </a:defRPr>
            </a:lvl4pPr>
            <a:lvl5pPr>
              <a:defRPr sz="1800" b="1">
                <a:solidFill>
                  <a:schemeClr val="accent1"/>
                </a:solidFill>
              </a:defRPr>
            </a:lvl5pPr>
          </a:lstStyle>
          <a:p>
            <a:pPr lvl="0"/>
            <a:r>
              <a:rPr lang="en-US" dirty="0"/>
              <a:t>Click to </a:t>
            </a:r>
            <a:br>
              <a:rPr lang="en-US" dirty="0"/>
            </a:br>
            <a:r>
              <a:rPr lang="en-US" dirty="0"/>
              <a:t>add text</a:t>
            </a:r>
          </a:p>
        </p:txBody>
      </p:sp>
      <p:sp>
        <p:nvSpPr>
          <p:cNvPr id="22" name="Text Placeholder 21">
            <a:extLst>
              <a:ext uri="{FF2B5EF4-FFF2-40B4-BE49-F238E27FC236}">
                <a16:creationId xmlns:a16="http://schemas.microsoft.com/office/drawing/2014/main" id="{B50D33B4-5BA5-4F77-BDD2-E8ADA00C500C}"/>
              </a:ext>
            </a:extLst>
          </p:cNvPr>
          <p:cNvSpPr>
            <a:spLocks noGrp="1"/>
          </p:cNvSpPr>
          <p:nvPr>
            <p:ph type="body" sz="quarter" idx="16" hasCustomPrompt="1"/>
          </p:nvPr>
        </p:nvSpPr>
        <p:spPr>
          <a:xfrm>
            <a:off x="6160531" y="1628305"/>
            <a:ext cx="2774479" cy="3344218"/>
          </a:xfrm>
          <a:custGeom>
            <a:avLst/>
            <a:gdLst>
              <a:gd name="connsiteX0" fmla="*/ 0 w 1681059"/>
              <a:gd name="connsiteY0" fmla="*/ 0 h 5129420"/>
              <a:gd name="connsiteX1" fmla="*/ 1531008 w 1681059"/>
              <a:gd name="connsiteY1" fmla="*/ 0 h 5129420"/>
              <a:gd name="connsiteX2" fmla="*/ 1681059 w 1681059"/>
              <a:gd name="connsiteY2" fmla="*/ 2564710 h 5129420"/>
              <a:gd name="connsiteX3" fmla="*/ 1531008 w 1681059"/>
              <a:gd name="connsiteY3" fmla="*/ 5129420 h 5129420"/>
              <a:gd name="connsiteX4" fmla="*/ 0 w 1681059"/>
              <a:gd name="connsiteY4" fmla="*/ 5129420 h 5129420"/>
              <a:gd name="connsiteX5" fmla="*/ 150051 w 1681059"/>
              <a:gd name="connsiteY5" fmla="*/ 2564710 h 5129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81059" h="5129420">
                <a:moveTo>
                  <a:pt x="0" y="0"/>
                </a:moveTo>
                <a:lnTo>
                  <a:pt x="1531008" y="0"/>
                </a:lnTo>
                <a:lnTo>
                  <a:pt x="1681059" y="2564710"/>
                </a:lnTo>
                <a:lnTo>
                  <a:pt x="1531008" y="5129420"/>
                </a:lnTo>
                <a:lnTo>
                  <a:pt x="0" y="5129420"/>
                </a:lnTo>
                <a:lnTo>
                  <a:pt x="150051" y="2564710"/>
                </a:lnTo>
                <a:close/>
              </a:path>
            </a:pathLst>
          </a:custGeom>
          <a:noFill/>
          <a:ln>
            <a:solidFill>
              <a:schemeClr val="accent1"/>
            </a:solidFill>
          </a:ln>
        </p:spPr>
        <p:txBody>
          <a:bodyPr vert="horz" wrap="square" lIns="396000" tIns="72000" rIns="72000" bIns="45720" rtlCol="0" anchor="ctr" anchorCtr="0">
            <a:noAutofit/>
          </a:bodyPr>
          <a:lstStyle>
            <a:lvl1pPr marL="0" indent="0">
              <a:lnSpc>
                <a:spcPct val="100000"/>
              </a:lnSpc>
              <a:buNone/>
              <a:defRPr lang="en-US" sz="2000" b="1" dirty="0" smtClean="0">
                <a:solidFill>
                  <a:schemeClr val="accent1"/>
                </a:solidFill>
              </a:defRPr>
            </a:lvl1pPr>
            <a:lvl2pPr>
              <a:defRPr lang="en-US" sz="2000" b="1" dirty="0" smtClean="0">
                <a:solidFill>
                  <a:schemeClr val="accent1"/>
                </a:solidFill>
              </a:defRPr>
            </a:lvl2pPr>
            <a:lvl3pPr>
              <a:defRPr lang="en-US" sz="2000" b="1" dirty="0" smtClean="0">
                <a:solidFill>
                  <a:schemeClr val="accent1"/>
                </a:solidFill>
              </a:defRPr>
            </a:lvl3pPr>
            <a:lvl4pPr>
              <a:defRPr lang="en-US" sz="2000" b="1" dirty="0" smtClean="0">
                <a:solidFill>
                  <a:schemeClr val="accent1"/>
                </a:solidFill>
              </a:defRPr>
            </a:lvl4pPr>
            <a:lvl5pPr>
              <a:defRPr lang="en-US" sz="1800" b="1" dirty="0">
                <a:solidFill>
                  <a:schemeClr val="accent1"/>
                </a:solidFill>
              </a:defRPr>
            </a:lvl5pPr>
          </a:lstStyle>
          <a:p>
            <a:pPr lvl="0"/>
            <a:r>
              <a:rPr lang="en-US" dirty="0"/>
              <a:t>Click to </a:t>
            </a:r>
            <a:br>
              <a:rPr lang="en-US" dirty="0"/>
            </a:br>
            <a:r>
              <a:rPr lang="en-US" dirty="0"/>
              <a:t>add text</a:t>
            </a:r>
          </a:p>
        </p:txBody>
      </p:sp>
      <p:sp>
        <p:nvSpPr>
          <p:cNvPr id="25" name="Text Placeholder 24">
            <a:extLst>
              <a:ext uri="{FF2B5EF4-FFF2-40B4-BE49-F238E27FC236}">
                <a16:creationId xmlns:a16="http://schemas.microsoft.com/office/drawing/2014/main" id="{6E3127B0-7884-40E5-9D04-0F2C52D4DC60}"/>
              </a:ext>
            </a:extLst>
          </p:cNvPr>
          <p:cNvSpPr>
            <a:spLocks noGrp="1"/>
          </p:cNvSpPr>
          <p:nvPr>
            <p:ph type="body" sz="quarter" idx="19" hasCustomPrompt="1"/>
          </p:nvPr>
        </p:nvSpPr>
        <p:spPr>
          <a:xfrm>
            <a:off x="8822971" y="1628305"/>
            <a:ext cx="2759429" cy="3344218"/>
          </a:xfrm>
          <a:custGeom>
            <a:avLst/>
            <a:gdLst>
              <a:gd name="connsiteX0" fmla="*/ 1 w 1673985"/>
              <a:gd name="connsiteY0" fmla="*/ 0 h 5129420"/>
              <a:gd name="connsiteX1" fmla="*/ 118006 w 1673985"/>
              <a:gd name="connsiteY1" fmla="*/ 0 h 5129420"/>
              <a:gd name="connsiteX2" fmla="*/ 1673985 w 1673985"/>
              <a:gd name="connsiteY2" fmla="*/ 0 h 5129420"/>
              <a:gd name="connsiteX3" fmla="*/ 1673985 w 1673985"/>
              <a:gd name="connsiteY3" fmla="*/ 5129420 h 5129420"/>
              <a:gd name="connsiteX4" fmla="*/ 0 w 1673985"/>
              <a:gd name="connsiteY4" fmla="*/ 5129414 h 5129420"/>
              <a:gd name="connsiteX5" fmla="*/ 150052 w 1673985"/>
              <a:gd name="connsiteY5" fmla="*/ 2564704 h 5129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73985" h="5129420">
                <a:moveTo>
                  <a:pt x="1" y="0"/>
                </a:moveTo>
                <a:lnTo>
                  <a:pt x="118006" y="0"/>
                </a:lnTo>
                <a:lnTo>
                  <a:pt x="1673985" y="0"/>
                </a:lnTo>
                <a:lnTo>
                  <a:pt x="1673985" y="5129420"/>
                </a:lnTo>
                <a:lnTo>
                  <a:pt x="0" y="5129414"/>
                </a:lnTo>
                <a:lnTo>
                  <a:pt x="150052" y="2564704"/>
                </a:lnTo>
                <a:close/>
              </a:path>
            </a:pathLst>
          </a:custGeom>
          <a:noFill/>
          <a:ln>
            <a:solidFill>
              <a:schemeClr val="accent1"/>
            </a:solidFill>
          </a:ln>
        </p:spPr>
        <p:txBody>
          <a:bodyPr vert="horz" wrap="square" lIns="396000" tIns="72000" rIns="72000" bIns="45720" rtlCol="0" anchor="ctr" anchorCtr="0">
            <a:noAutofit/>
          </a:bodyPr>
          <a:lstStyle>
            <a:lvl1pPr marL="0" indent="0">
              <a:lnSpc>
                <a:spcPct val="100000"/>
              </a:lnSpc>
              <a:buNone/>
              <a:defRPr lang="en-US" sz="2000" b="1" smtClean="0">
                <a:solidFill>
                  <a:schemeClr val="accent1"/>
                </a:solidFill>
              </a:defRPr>
            </a:lvl1pPr>
            <a:lvl2pPr>
              <a:defRPr lang="en-US" sz="2000" b="1" smtClean="0">
                <a:solidFill>
                  <a:schemeClr val="accent1"/>
                </a:solidFill>
              </a:defRPr>
            </a:lvl2pPr>
            <a:lvl3pPr>
              <a:defRPr lang="en-US" sz="2000" b="1" smtClean="0">
                <a:solidFill>
                  <a:schemeClr val="accent1"/>
                </a:solidFill>
              </a:defRPr>
            </a:lvl3pPr>
            <a:lvl4pPr>
              <a:defRPr lang="en-US" sz="2000" b="1" smtClean="0">
                <a:solidFill>
                  <a:schemeClr val="accent1"/>
                </a:solidFill>
              </a:defRPr>
            </a:lvl4pPr>
            <a:lvl5pPr>
              <a:defRPr lang="en-US" sz="1800" b="1">
                <a:solidFill>
                  <a:schemeClr val="accent1"/>
                </a:solidFill>
              </a:defRPr>
            </a:lvl5pPr>
          </a:lstStyle>
          <a:p>
            <a:pPr lvl="0"/>
            <a:r>
              <a:rPr lang="en-US" dirty="0"/>
              <a:t>Click to </a:t>
            </a:r>
            <a:br>
              <a:rPr lang="en-US" dirty="0"/>
            </a:br>
            <a:r>
              <a:rPr lang="en-US" dirty="0"/>
              <a:t>add text</a:t>
            </a:r>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2" name="Title 1">
            <a:extLst>
              <a:ext uri="{FF2B5EF4-FFF2-40B4-BE49-F238E27FC236}">
                <a16:creationId xmlns:a16="http://schemas.microsoft.com/office/drawing/2014/main" id="{DE4DEBEC-636B-315D-963E-349CBF9C12A4}"/>
              </a:ext>
            </a:extLst>
          </p:cNvPr>
          <p:cNvSpPr>
            <a:spLocks noGrp="1"/>
          </p:cNvSpPr>
          <p:nvPr>
            <p:ph type="title" hasCustomPrompt="1"/>
          </p:nvPr>
        </p:nvSpPr>
        <p:spPr>
          <a:xfrm>
            <a:off x="609600" y="2681103"/>
            <a:ext cx="2438400" cy="1495794"/>
          </a:xfrm>
        </p:spPr>
        <p:txBody>
          <a:bodyPr anchor="ctr" anchorCtr="0">
            <a:spAutoFit/>
          </a:bodyPr>
          <a:lstStyle/>
          <a:p>
            <a:r>
              <a:rPr lang="en-US" dirty="0"/>
              <a:t>Click to enter title here</a:t>
            </a:r>
          </a:p>
        </p:txBody>
      </p:sp>
      <p:cxnSp>
        <p:nvCxnSpPr>
          <p:cNvPr id="5" name="Straight Connector 4">
            <a:extLst>
              <a:ext uri="{FF2B5EF4-FFF2-40B4-BE49-F238E27FC236}">
                <a16:creationId xmlns:a16="http://schemas.microsoft.com/office/drawing/2014/main" id="{13D3C580-A9B8-4489-B9AC-6B1A250A2E2D}"/>
              </a:ext>
            </a:extLst>
          </p:cNvPr>
          <p:cNvCxnSpPr>
            <a:cxnSpLocks/>
          </p:cNvCxnSpPr>
          <p:nvPr userDrawn="1"/>
        </p:nvCxnSpPr>
        <p:spPr>
          <a:xfrm>
            <a:off x="3352800" y="1011239"/>
            <a:ext cx="0" cy="45783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040208529"/>
      </p:ext>
    </p:extLst>
  </p:cSld>
  <p:clrMapOvr>
    <a:masterClrMapping/>
  </p:clrMapOvr>
  <p:extLst>
    <p:ext uri="{DCECCB84-F9BA-43D5-87BE-67443E8EF086}">
      <p15:sldGuideLst xmlns:p15="http://schemas.microsoft.com/office/powerpoint/2012/main"/>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4 Step Flow">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lvl1pPr>
              <a:lnSpc>
                <a:spcPct val="100000"/>
              </a:lnSpc>
              <a:defRPr/>
            </a:lvl1pPr>
          </a:lstStyle>
          <a:p>
            <a:endParaRPr lang="en-GB"/>
          </a:p>
        </p:txBody>
      </p:sp>
      <p:sp>
        <p:nvSpPr>
          <p:cNvPr id="11" name="Text Placeholder 96">
            <a:extLst>
              <a:ext uri="{FF2B5EF4-FFF2-40B4-BE49-F238E27FC236}">
                <a16:creationId xmlns:a16="http://schemas.microsoft.com/office/drawing/2014/main" id="{3E274903-3C98-4D30-B827-CF2B37D16C98}"/>
              </a:ext>
            </a:extLst>
          </p:cNvPr>
          <p:cNvSpPr>
            <a:spLocks noGrp="1"/>
          </p:cNvSpPr>
          <p:nvPr>
            <p:ph type="body" sz="quarter" idx="111" hasCustomPrompt="1"/>
          </p:nvPr>
        </p:nvSpPr>
        <p:spPr>
          <a:xfrm>
            <a:off x="609600" y="6200775"/>
            <a:ext cx="9753599" cy="657225"/>
          </a:xfrm>
        </p:spPr>
        <p:txBody>
          <a:bodyPr bIns="72000" anchor="b" anchorCtr="0">
            <a:noAutofit/>
          </a:bodyPr>
          <a:lstStyle>
            <a:lvl1pPr>
              <a:lnSpc>
                <a:spcPct val="100000"/>
              </a:lnSpc>
              <a:spcAft>
                <a:spcPts val="300"/>
              </a:spcAft>
              <a:buNone/>
              <a:defRPr sz="800"/>
            </a:lvl1pPr>
          </a:lstStyle>
          <a:p>
            <a:pPr lvl="0"/>
            <a:r>
              <a:rPr lang="en-US" dirty="0"/>
              <a:t>Footnotes</a:t>
            </a:r>
          </a:p>
        </p:txBody>
      </p:sp>
      <p:sp>
        <p:nvSpPr>
          <p:cNvPr id="21" name="Text Placeholder 20">
            <a:extLst>
              <a:ext uri="{FF2B5EF4-FFF2-40B4-BE49-F238E27FC236}">
                <a16:creationId xmlns:a16="http://schemas.microsoft.com/office/drawing/2014/main" id="{8AEA7459-78C6-469B-A437-C1B22EA0A9EF}"/>
              </a:ext>
            </a:extLst>
          </p:cNvPr>
          <p:cNvSpPr>
            <a:spLocks noGrp="1"/>
          </p:cNvSpPr>
          <p:nvPr>
            <p:ph type="body" sz="quarter" idx="15" hasCustomPrompt="1"/>
          </p:nvPr>
        </p:nvSpPr>
        <p:spPr>
          <a:xfrm>
            <a:off x="3657601" y="1628309"/>
            <a:ext cx="1918632" cy="3344210"/>
          </a:xfrm>
          <a:custGeom>
            <a:avLst/>
            <a:gdLst>
              <a:gd name="connsiteX0" fmla="*/ 0 w 1575047"/>
              <a:gd name="connsiteY0" fmla="*/ 0 h 5129420"/>
              <a:gd name="connsiteX1" fmla="*/ 1412990 w 1575047"/>
              <a:gd name="connsiteY1" fmla="*/ 0 h 5129420"/>
              <a:gd name="connsiteX2" fmla="*/ 1575047 w 1575047"/>
              <a:gd name="connsiteY2" fmla="*/ 2564710 h 5129420"/>
              <a:gd name="connsiteX3" fmla="*/ 1412990 w 1575047"/>
              <a:gd name="connsiteY3" fmla="*/ 5129420 h 5129420"/>
              <a:gd name="connsiteX4" fmla="*/ 0 w 1575047"/>
              <a:gd name="connsiteY4" fmla="*/ 5129420 h 5129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5047" h="5129420">
                <a:moveTo>
                  <a:pt x="0" y="0"/>
                </a:moveTo>
                <a:lnTo>
                  <a:pt x="1412990" y="0"/>
                </a:lnTo>
                <a:lnTo>
                  <a:pt x="1575047" y="2564710"/>
                </a:lnTo>
                <a:lnTo>
                  <a:pt x="1412990" y="5129420"/>
                </a:lnTo>
                <a:lnTo>
                  <a:pt x="0" y="5129420"/>
                </a:lnTo>
                <a:close/>
              </a:path>
            </a:pathLst>
          </a:custGeom>
          <a:noFill/>
          <a:ln>
            <a:solidFill>
              <a:schemeClr val="accent1"/>
            </a:solidFill>
          </a:ln>
        </p:spPr>
        <p:txBody>
          <a:bodyPr wrap="square" lIns="108000" tIns="72000" rIns="72000" anchor="ctr" anchorCtr="0">
            <a:noAutofit/>
          </a:bodyPr>
          <a:lstStyle>
            <a:lvl1pPr marL="0" indent="0">
              <a:lnSpc>
                <a:spcPct val="100000"/>
              </a:lnSpc>
              <a:buNone/>
              <a:defRPr sz="2000" b="1">
                <a:solidFill>
                  <a:schemeClr val="accent1"/>
                </a:solidFill>
              </a:defRPr>
            </a:lvl1pPr>
            <a:lvl2pPr>
              <a:defRPr sz="2000" b="1">
                <a:solidFill>
                  <a:schemeClr val="accent1"/>
                </a:solidFill>
              </a:defRPr>
            </a:lvl2pPr>
            <a:lvl3pPr>
              <a:defRPr sz="2000" b="1">
                <a:solidFill>
                  <a:schemeClr val="accent1"/>
                </a:solidFill>
              </a:defRPr>
            </a:lvl3pPr>
            <a:lvl4pPr>
              <a:defRPr sz="2000" b="1">
                <a:solidFill>
                  <a:schemeClr val="accent1"/>
                </a:solidFill>
              </a:defRPr>
            </a:lvl4pPr>
            <a:lvl5pPr>
              <a:defRPr sz="1800" b="1">
                <a:solidFill>
                  <a:schemeClr val="accent1"/>
                </a:solidFill>
              </a:defRPr>
            </a:lvl5pPr>
          </a:lstStyle>
          <a:p>
            <a:pPr lvl="0"/>
            <a:r>
              <a:rPr lang="en-US" dirty="0"/>
              <a:t>Click to </a:t>
            </a:r>
            <a:br>
              <a:rPr lang="en-US" dirty="0"/>
            </a:br>
            <a:r>
              <a:rPr lang="en-US" dirty="0"/>
              <a:t>add text</a:t>
            </a:r>
          </a:p>
        </p:txBody>
      </p:sp>
      <p:sp>
        <p:nvSpPr>
          <p:cNvPr id="22" name="Text Placeholder 21">
            <a:extLst>
              <a:ext uri="{FF2B5EF4-FFF2-40B4-BE49-F238E27FC236}">
                <a16:creationId xmlns:a16="http://schemas.microsoft.com/office/drawing/2014/main" id="{B50D33B4-5BA5-4F77-BDD2-E8ADA00C500C}"/>
              </a:ext>
            </a:extLst>
          </p:cNvPr>
          <p:cNvSpPr>
            <a:spLocks noGrp="1"/>
          </p:cNvSpPr>
          <p:nvPr>
            <p:ph type="body" sz="quarter" idx="16" hasCustomPrompt="1"/>
          </p:nvPr>
        </p:nvSpPr>
        <p:spPr>
          <a:xfrm>
            <a:off x="5520780" y="1628309"/>
            <a:ext cx="2057509" cy="3344210"/>
          </a:xfrm>
          <a:custGeom>
            <a:avLst/>
            <a:gdLst>
              <a:gd name="connsiteX0" fmla="*/ 0 w 1681059"/>
              <a:gd name="connsiteY0" fmla="*/ 0 h 5129420"/>
              <a:gd name="connsiteX1" fmla="*/ 1531008 w 1681059"/>
              <a:gd name="connsiteY1" fmla="*/ 0 h 5129420"/>
              <a:gd name="connsiteX2" fmla="*/ 1681059 w 1681059"/>
              <a:gd name="connsiteY2" fmla="*/ 2564710 h 5129420"/>
              <a:gd name="connsiteX3" fmla="*/ 1531008 w 1681059"/>
              <a:gd name="connsiteY3" fmla="*/ 5129420 h 5129420"/>
              <a:gd name="connsiteX4" fmla="*/ 0 w 1681059"/>
              <a:gd name="connsiteY4" fmla="*/ 5129420 h 5129420"/>
              <a:gd name="connsiteX5" fmla="*/ 150051 w 1681059"/>
              <a:gd name="connsiteY5" fmla="*/ 2564710 h 5129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81059" h="5129420">
                <a:moveTo>
                  <a:pt x="0" y="0"/>
                </a:moveTo>
                <a:lnTo>
                  <a:pt x="1531008" y="0"/>
                </a:lnTo>
                <a:lnTo>
                  <a:pt x="1681059" y="2564710"/>
                </a:lnTo>
                <a:lnTo>
                  <a:pt x="1531008" y="5129420"/>
                </a:lnTo>
                <a:lnTo>
                  <a:pt x="0" y="5129420"/>
                </a:lnTo>
                <a:lnTo>
                  <a:pt x="150051" y="2564710"/>
                </a:lnTo>
                <a:close/>
              </a:path>
            </a:pathLst>
          </a:custGeom>
          <a:noFill/>
          <a:ln>
            <a:solidFill>
              <a:schemeClr val="accent1"/>
            </a:solidFill>
          </a:ln>
        </p:spPr>
        <p:txBody>
          <a:bodyPr vert="horz" wrap="square" lIns="252000" tIns="72000" rIns="72000" bIns="45720" rtlCol="0" anchor="ctr" anchorCtr="0">
            <a:noAutofit/>
          </a:bodyPr>
          <a:lstStyle>
            <a:lvl1pPr marL="0" indent="0">
              <a:lnSpc>
                <a:spcPct val="100000"/>
              </a:lnSpc>
              <a:buNone/>
              <a:defRPr lang="en-US" sz="2000" b="1" dirty="0" smtClean="0">
                <a:solidFill>
                  <a:schemeClr val="accent1"/>
                </a:solidFill>
              </a:defRPr>
            </a:lvl1pPr>
            <a:lvl2pPr>
              <a:defRPr lang="en-US" sz="2000" b="1" dirty="0" smtClean="0">
                <a:solidFill>
                  <a:schemeClr val="accent1"/>
                </a:solidFill>
              </a:defRPr>
            </a:lvl2pPr>
            <a:lvl3pPr>
              <a:defRPr lang="en-US" sz="2000" b="1" dirty="0" smtClean="0">
                <a:solidFill>
                  <a:schemeClr val="accent1"/>
                </a:solidFill>
              </a:defRPr>
            </a:lvl3pPr>
            <a:lvl4pPr>
              <a:defRPr lang="en-US" sz="2000" b="1" dirty="0" smtClean="0">
                <a:solidFill>
                  <a:schemeClr val="accent1"/>
                </a:solidFill>
              </a:defRPr>
            </a:lvl4pPr>
            <a:lvl5pPr>
              <a:defRPr lang="en-US" sz="1800" b="1" dirty="0">
                <a:solidFill>
                  <a:schemeClr val="accent1"/>
                </a:solidFill>
              </a:defRPr>
            </a:lvl5pPr>
          </a:lstStyle>
          <a:p>
            <a:pPr lvl="0"/>
            <a:r>
              <a:rPr lang="en-US" dirty="0"/>
              <a:t>Click to </a:t>
            </a:r>
            <a:br>
              <a:rPr lang="en-US" dirty="0"/>
            </a:br>
            <a:r>
              <a:rPr lang="en-US" dirty="0"/>
              <a:t>add text</a:t>
            </a:r>
          </a:p>
        </p:txBody>
      </p:sp>
      <p:sp>
        <p:nvSpPr>
          <p:cNvPr id="23" name="Text Placeholder 22">
            <a:extLst>
              <a:ext uri="{FF2B5EF4-FFF2-40B4-BE49-F238E27FC236}">
                <a16:creationId xmlns:a16="http://schemas.microsoft.com/office/drawing/2014/main" id="{853D9384-AD84-40BB-8BF1-5FD39C560DEE}"/>
              </a:ext>
            </a:extLst>
          </p:cNvPr>
          <p:cNvSpPr>
            <a:spLocks noGrp="1"/>
          </p:cNvSpPr>
          <p:nvPr>
            <p:ph type="body" sz="quarter" idx="17" hasCustomPrompt="1"/>
          </p:nvPr>
        </p:nvSpPr>
        <p:spPr>
          <a:xfrm>
            <a:off x="7522836" y="1628309"/>
            <a:ext cx="2057509" cy="3344210"/>
          </a:xfrm>
          <a:custGeom>
            <a:avLst/>
            <a:gdLst>
              <a:gd name="connsiteX0" fmla="*/ 0 w 1681059"/>
              <a:gd name="connsiteY0" fmla="*/ 0 h 5129420"/>
              <a:gd name="connsiteX1" fmla="*/ 1531008 w 1681059"/>
              <a:gd name="connsiteY1" fmla="*/ 0 h 5129420"/>
              <a:gd name="connsiteX2" fmla="*/ 1681059 w 1681059"/>
              <a:gd name="connsiteY2" fmla="*/ 2564710 h 5129420"/>
              <a:gd name="connsiteX3" fmla="*/ 1531008 w 1681059"/>
              <a:gd name="connsiteY3" fmla="*/ 5129420 h 5129420"/>
              <a:gd name="connsiteX4" fmla="*/ 0 w 1681059"/>
              <a:gd name="connsiteY4" fmla="*/ 5129420 h 5129420"/>
              <a:gd name="connsiteX5" fmla="*/ 150051 w 1681059"/>
              <a:gd name="connsiteY5" fmla="*/ 2564710 h 5129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81059" h="5129420">
                <a:moveTo>
                  <a:pt x="0" y="0"/>
                </a:moveTo>
                <a:lnTo>
                  <a:pt x="1531008" y="0"/>
                </a:lnTo>
                <a:lnTo>
                  <a:pt x="1681059" y="2564710"/>
                </a:lnTo>
                <a:lnTo>
                  <a:pt x="1531008" y="5129420"/>
                </a:lnTo>
                <a:lnTo>
                  <a:pt x="0" y="5129420"/>
                </a:lnTo>
                <a:lnTo>
                  <a:pt x="150051" y="2564710"/>
                </a:lnTo>
                <a:close/>
              </a:path>
            </a:pathLst>
          </a:custGeom>
          <a:noFill/>
          <a:ln>
            <a:solidFill>
              <a:schemeClr val="accent1"/>
            </a:solidFill>
          </a:ln>
        </p:spPr>
        <p:txBody>
          <a:bodyPr vert="horz" wrap="square" lIns="252000" tIns="72000" rIns="72000" bIns="45720" rtlCol="0" anchor="ctr" anchorCtr="0">
            <a:noAutofit/>
          </a:bodyPr>
          <a:lstStyle>
            <a:lvl1pPr marL="0" indent="0">
              <a:lnSpc>
                <a:spcPct val="100000"/>
              </a:lnSpc>
              <a:buNone/>
              <a:defRPr lang="en-US" sz="2000" b="1" dirty="0" smtClean="0">
                <a:solidFill>
                  <a:schemeClr val="accent1"/>
                </a:solidFill>
              </a:defRPr>
            </a:lvl1pPr>
            <a:lvl2pPr>
              <a:defRPr lang="en-US" sz="2000" b="1" dirty="0" smtClean="0">
                <a:solidFill>
                  <a:schemeClr val="accent1"/>
                </a:solidFill>
              </a:defRPr>
            </a:lvl2pPr>
            <a:lvl3pPr>
              <a:defRPr lang="en-US" sz="2000" b="1" dirty="0" smtClean="0">
                <a:solidFill>
                  <a:schemeClr val="accent1"/>
                </a:solidFill>
              </a:defRPr>
            </a:lvl3pPr>
            <a:lvl4pPr>
              <a:defRPr lang="en-US" sz="2000" b="1" dirty="0" smtClean="0">
                <a:solidFill>
                  <a:schemeClr val="accent1"/>
                </a:solidFill>
              </a:defRPr>
            </a:lvl4pPr>
            <a:lvl5pPr>
              <a:defRPr lang="en-US" sz="1800" b="1" dirty="0">
                <a:solidFill>
                  <a:schemeClr val="accent1"/>
                </a:solidFill>
              </a:defRPr>
            </a:lvl5pPr>
          </a:lstStyle>
          <a:p>
            <a:pPr lvl="0"/>
            <a:r>
              <a:rPr lang="en-US" dirty="0"/>
              <a:t>Click to </a:t>
            </a:r>
            <a:br>
              <a:rPr lang="en-US" dirty="0"/>
            </a:br>
            <a:r>
              <a:rPr lang="en-US" dirty="0"/>
              <a:t>add text</a:t>
            </a:r>
          </a:p>
        </p:txBody>
      </p:sp>
      <p:sp>
        <p:nvSpPr>
          <p:cNvPr id="25" name="Text Placeholder 24">
            <a:extLst>
              <a:ext uri="{FF2B5EF4-FFF2-40B4-BE49-F238E27FC236}">
                <a16:creationId xmlns:a16="http://schemas.microsoft.com/office/drawing/2014/main" id="{6E3127B0-7884-40E5-9D04-0F2C52D4DC60}"/>
              </a:ext>
            </a:extLst>
          </p:cNvPr>
          <p:cNvSpPr>
            <a:spLocks noGrp="1"/>
          </p:cNvSpPr>
          <p:nvPr>
            <p:ph type="body" sz="quarter" idx="19" hasCustomPrompt="1"/>
          </p:nvPr>
        </p:nvSpPr>
        <p:spPr>
          <a:xfrm>
            <a:off x="9524892" y="1628307"/>
            <a:ext cx="2057509" cy="3344214"/>
          </a:xfrm>
          <a:custGeom>
            <a:avLst/>
            <a:gdLst>
              <a:gd name="connsiteX0" fmla="*/ 1 w 1673985"/>
              <a:gd name="connsiteY0" fmla="*/ 0 h 5129420"/>
              <a:gd name="connsiteX1" fmla="*/ 118006 w 1673985"/>
              <a:gd name="connsiteY1" fmla="*/ 0 h 5129420"/>
              <a:gd name="connsiteX2" fmla="*/ 1673985 w 1673985"/>
              <a:gd name="connsiteY2" fmla="*/ 0 h 5129420"/>
              <a:gd name="connsiteX3" fmla="*/ 1673985 w 1673985"/>
              <a:gd name="connsiteY3" fmla="*/ 5129420 h 5129420"/>
              <a:gd name="connsiteX4" fmla="*/ 0 w 1673985"/>
              <a:gd name="connsiteY4" fmla="*/ 5129414 h 5129420"/>
              <a:gd name="connsiteX5" fmla="*/ 150052 w 1673985"/>
              <a:gd name="connsiteY5" fmla="*/ 2564704 h 5129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73985" h="5129420">
                <a:moveTo>
                  <a:pt x="1" y="0"/>
                </a:moveTo>
                <a:lnTo>
                  <a:pt x="118006" y="0"/>
                </a:lnTo>
                <a:lnTo>
                  <a:pt x="1673985" y="0"/>
                </a:lnTo>
                <a:lnTo>
                  <a:pt x="1673985" y="5129420"/>
                </a:lnTo>
                <a:lnTo>
                  <a:pt x="0" y="5129414"/>
                </a:lnTo>
                <a:lnTo>
                  <a:pt x="150052" y="2564704"/>
                </a:lnTo>
                <a:close/>
              </a:path>
            </a:pathLst>
          </a:custGeom>
          <a:noFill/>
          <a:ln>
            <a:solidFill>
              <a:schemeClr val="accent1"/>
            </a:solidFill>
          </a:ln>
        </p:spPr>
        <p:txBody>
          <a:bodyPr vert="horz" wrap="square" lIns="252000" tIns="72000" rIns="72000" bIns="45720" rtlCol="0" anchor="ctr" anchorCtr="0">
            <a:noAutofit/>
          </a:bodyPr>
          <a:lstStyle>
            <a:lvl1pPr marL="0" indent="0">
              <a:lnSpc>
                <a:spcPct val="100000"/>
              </a:lnSpc>
              <a:buNone/>
              <a:defRPr lang="en-US" sz="2000" b="1" smtClean="0">
                <a:solidFill>
                  <a:schemeClr val="accent1"/>
                </a:solidFill>
              </a:defRPr>
            </a:lvl1pPr>
            <a:lvl2pPr>
              <a:defRPr lang="en-US" sz="2000" b="1" smtClean="0">
                <a:solidFill>
                  <a:schemeClr val="accent1"/>
                </a:solidFill>
              </a:defRPr>
            </a:lvl2pPr>
            <a:lvl3pPr>
              <a:defRPr lang="en-US" sz="2000" b="1" smtClean="0">
                <a:solidFill>
                  <a:schemeClr val="accent1"/>
                </a:solidFill>
              </a:defRPr>
            </a:lvl3pPr>
            <a:lvl4pPr>
              <a:defRPr lang="en-US" sz="2000" b="1" smtClean="0">
                <a:solidFill>
                  <a:schemeClr val="accent1"/>
                </a:solidFill>
              </a:defRPr>
            </a:lvl4pPr>
            <a:lvl5pPr>
              <a:defRPr lang="en-US" sz="1800" b="1">
                <a:solidFill>
                  <a:schemeClr val="accent1"/>
                </a:solidFill>
              </a:defRPr>
            </a:lvl5pPr>
          </a:lstStyle>
          <a:p>
            <a:pPr lvl="0"/>
            <a:r>
              <a:rPr lang="en-US" dirty="0"/>
              <a:t>Click to </a:t>
            </a:r>
            <a:br>
              <a:rPr lang="en-US" dirty="0"/>
            </a:br>
            <a:r>
              <a:rPr lang="en-US" dirty="0"/>
              <a:t>add text</a:t>
            </a:r>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2" name="Title 1">
            <a:extLst>
              <a:ext uri="{FF2B5EF4-FFF2-40B4-BE49-F238E27FC236}">
                <a16:creationId xmlns:a16="http://schemas.microsoft.com/office/drawing/2014/main" id="{B583048F-6BD4-24E9-B4F5-DD3805454BD2}"/>
              </a:ext>
            </a:extLst>
          </p:cNvPr>
          <p:cNvSpPr>
            <a:spLocks noGrp="1"/>
          </p:cNvSpPr>
          <p:nvPr>
            <p:ph type="title" hasCustomPrompt="1"/>
          </p:nvPr>
        </p:nvSpPr>
        <p:spPr>
          <a:xfrm>
            <a:off x="609600" y="2681103"/>
            <a:ext cx="2438400" cy="1495794"/>
          </a:xfrm>
        </p:spPr>
        <p:txBody>
          <a:bodyPr anchor="ctr" anchorCtr="0">
            <a:spAutoFit/>
          </a:bodyPr>
          <a:lstStyle/>
          <a:p>
            <a:r>
              <a:rPr lang="en-US" dirty="0"/>
              <a:t>Click to enter title here</a:t>
            </a:r>
          </a:p>
        </p:txBody>
      </p:sp>
      <p:cxnSp>
        <p:nvCxnSpPr>
          <p:cNvPr id="3" name="Straight Connector 2">
            <a:extLst>
              <a:ext uri="{FF2B5EF4-FFF2-40B4-BE49-F238E27FC236}">
                <a16:creationId xmlns:a16="http://schemas.microsoft.com/office/drawing/2014/main" id="{93C8E916-5694-2B2A-F817-C6A0B1B43DB7}"/>
              </a:ext>
            </a:extLst>
          </p:cNvPr>
          <p:cNvCxnSpPr>
            <a:cxnSpLocks/>
          </p:cNvCxnSpPr>
          <p:nvPr userDrawn="1"/>
        </p:nvCxnSpPr>
        <p:spPr>
          <a:xfrm>
            <a:off x="3352800" y="1011239"/>
            <a:ext cx="0" cy="45783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677093418"/>
      </p:ext>
    </p:extLst>
  </p:cSld>
  <p:clrMapOvr>
    <a:masterClrMapping/>
  </p:clrMapOvr>
  <p:extLst>
    <p:ext uri="{DCECCB84-F9BA-43D5-87BE-67443E8EF086}">
      <p15:sldGuideLst xmlns:p15="http://schemas.microsoft.com/office/powerpoint/2012/main"/>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5 Step Flow">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lvl1pPr>
              <a:lnSpc>
                <a:spcPct val="100000"/>
              </a:lnSpc>
              <a:defRPr/>
            </a:lvl1pPr>
          </a:lstStyle>
          <a:p>
            <a:endParaRPr lang="en-GB"/>
          </a:p>
        </p:txBody>
      </p:sp>
      <p:sp>
        <p:nvSpPr>
          <p:cNvPr id="12" name="Text Placeholder 96">
            <a:extLst>
              <a:ext uri="{FF2B5EF4-FFF2-40B4-BE49-F238E27FC236}">
                <a16:creationId xmlns:a16="http://schemas.microsoft.com/office/drawing/2014/main" id="{663299E0-114F-4CE4-B2F9-405E73283CF5}"/>
              </a:ext>
            </a:extLst>
          </p:cNvPr>
          <p:cNvSpPr>
            <a:spLocks noGrp="1"/>
          </p:cNvSpPr>
          <p:nvPr>
            <p:ph type="body" sz="quarter" idx="111" hasCustomPrompt="1"/>
          </p:nvPr>
        </p:nvSpPr>
        <p:spPr>
          <a:xfrm>
            <a:off x="609600" y="6200775"/>
            <a:ext cx="9753599" cy="657225"/>
          </a:xfrm>
        </p:spPr>
        <p:txBody>
          <a:bodyPr bIns="72000" anchor="b" anchorCtr="0">
            <a:noAutofit/>
          </a:bodyPr>
          <a:lstStyle>
            <a:lvl1pPr>
              <a:lnSpc>
                <a:spcPct val="100000"/>
              </a:lnSpc>
              <a:spcAft>
                <a:spcPts val="300"/>
              </a:spcAft>
              <a:buNone/>
              <a:defRPr sz="800"/>
            </a:lvl1pPr>
          </a:lstStyle>
          <a:p>
            <a:pPr lvl="0"/>
            <a:r>
              <a:rPr lang="en-US" dirty="0"/>
              <a:t>Footnotes</a:t>
            </a:r>
          </a:p>
        </p:txBody>
      </p:sp>
      <p:sp>
        <p:nvSpPr>
          <p:cNvPr id="21" name="Text Placeholder 20">
            <a:extLst>
              <a:ext uri="{FF2B5EF4-FFF2-40B4-BE49-F238E27FC236}">
                <a16:creationId xmlns:a16="http://schemas.microsoft.com/office/drawing/2014/main" id="{8AEA7459-78C6-469B-A437-C1B22EA0A9EF}"/>
              </a:ext>
            </a:extLst>
          </p:cNvPr>
          <p:cNvSpPr>
            <a:spLocks noGrp="1"/>
          </p:cNvSpPr>
          <p:nvPr>
            <p:ph type="body" sz="quarter" idx="15" hasCustomPrompt="1"/>
          </p:nvPr>
        </p:nvSpPr>
        <p:spPr>
          <a:xfrm>
            <a:off x="3657600" y="1630680"/>
            <a:ext cx="1533535" cy="3344222"/>
          </a:xfrm>
          <a:custGeom>
            <a:avLst/>
            <a:gdLst>
              <a:gd name="connsiteX0" fmla="*/ 0 w 1575047"/>
              <a:gd name="connsiteY0" fmla="*/ 0 h 5129420"/>
              <a:gd name="connsiteX1" fmla="*/ 1412990 w 1575047"/>
              <a:gd name="connsiteY1" fmla="*/ 0 h 5129420"/>
              <a:gd name="connsiteX2" fmla="*/ 1575047 w 1575047"/>
              <a:gd name="connsiteY2" fmla="*/ 2564710 h 5129420"/>
              <a:gd name="connsiteX3" fmla="*/ 1412990 w 1575047"/>
              <a:gd name="connsiteY3" fmla="*/ 5129420 h 5129420"/>
              <a:gd name="connsiteX4" fmla="*/ 0 w 1575047"/>
              <a:gd name="connsiteY4" fmla="*/ 5129420 h 5129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5047" h="5129420">
                <a:moveTo>
                  <a:pt x="0" y="0"/>
                </a:moveTo>
                <a:lnTo>
                  <a:pt x="1412990" y="0"/>
                </a:lnTo>
                <a:lnTo>
                  <a:pt x="1575047" y="2564710"/>
                </a:lnTo>
                <a:lnTo>
                  <a:pt x="1412990" y="5129420"/>
                </a:lnTo>
                <a:lnTo>
                  <a:pt x="0" y="5129420"/>
                </a:lnTo>
                <a:close/>
              </a:path>
            </a:pathLst>
          </a:custGeom>
          <a:noFill/>
          <a:ln>
            <a:solidFill>
              <a:schemeClr val="accent1"/>
            </a:solidFill>
          </a:ln>
        </p:spPr>
        <p:txBody>
          <a:bodyPr wrap="square" lIns="108000" tIns="72000" rIns="72000" anchor="ctr" anchorCtr="0">
            <a:noAutofit/>
          </a:bodyPr>
          <a:lstStyle>
            <a:lvl1pPr marL="0" indent="0">
              <a:lnSpc>
                <a:spcPct val="100000"/>
              </a:lnSpc>
              <a:buNone/>
              <a:defRPr sz="2000" b="1">
                <a:solidFill>
                  <a:schemeClr val="accent1"/>
                </a:solidFill>
              </a:defRPr>
            </a:lvl1pPr>
            <a:lvl2pPr>
              <a:defRPr sz="2000" b="1">
                <a:solidFill>
                  <a:schemeClr val="accent1"/>
                </a:solidFill>
              </a:defRPr>
            </a:lvl2pPr>
            <a:lvl3pPr>
              <a:defRPr sz="2000" b="1">
                <a:solidFill>
                  <a:schemeClr val="accent1"/>
                </a:solidFill>
              </a:defRPr>
            </a:lvl3pPr>
            <a:lvl4pPr>
              <a:defRPr sz="2000" b="1">
                <a:solidFill>
                  <a:schemeClr val="accent1"/>
                </a:solidFill>
              </a:defRPr>
            </a:lvl4pPr>
            <a:lvl5pPr>
              <a:defRPr sz="1800" b="1">
                <a:solidFill>
                  <a:schemeClr val="accent1"/>
                </a:solidFill>
              </a:defRPr>
            </a:lvl5pPr>
          </a:lstStyle>
          <a:p>
            <a:pPr lvl="0"/>
            <a:r>
              <a:rPr lang="en-US" dirty="0"/>
              <a:t>Click to </a:t>
            </a:r>
            <a:br>
              <a:rPr lang="en-US" dirty="0"/>
            </a:br>
            <a:r>
              <a:rPr lang="en-US" dirty="0"/>
              <a:t>add text</a:t>
            </a:r>
          </a:p>
        </p:txBody>
      </p:sp>
      <p:sp>
        <p:nvSpPr>
          <p:cNvPr id="22" name="Text Placeholder 21">
            <a:extLst>
              <a:ext uri="{FF2B5EF4-FFF2-40B4-BE49-F238E27FC236}">
                <a16:creationId xmlns:a16="http://schemas.microsoft.com/office/drawing/2014/main" id="{B50D33B4-5BA5-4F77-BDD2-E8ADA00C500C}"/>
              </a:ext>
            </a:extLst>
          </p:cNvPr>
          <p:cNvSpPr>
            <a:spLocks noGrp="1"/>
          </p:cNvSpPr>
          <p:nvPr>
            <p:ph type="body" sz="quarter" idx="16" hasCustomPrompt="1"/>
          </p:nvPr>
        </p:nvSpPr>
        <p:spPr>
          <a:xfrm>
            <a:off x="5151092" y="1630680"/>
            <a:ext cx="1634697" cy="3344222"/>
          </a:xfrm>
          <a:custGeom>
            <a:avLst/>
            <a:gdLst>
              <a:gd name="connsiteX0" fmla="*/ 0 w 1681059"/>
              <a:gd name="connsiteY0" fmla="*/ 0 h 5129420"/>
              <a:gd name="connsiteX1" fmla="*/ 1531008 w 1681059"/>
              <a:gd name="connsiteY1" fmla="*/ 0 h 5129420"/>
              <a:gd name="connsiteX2" fmla="*/ 1681059 w 1681059"/>
              <a:gd name="connsiteY2" fmla="*/ 2564710 h 5129420"/>
              <a:gd name="connsiteX3" fmla="*/ 1531008 w 1681059"/>
              <a:gd name="connsiteY3" fmla="*/ 5129420 h 5129420"/>
              <a:gd name="connsiteX4" fmla="*/ 0 w 1681059"/>
              <a:gd name="connsiteY4" fmla="*/ 5129420 h 5129420"/>
              <a:gd name="connsiteX5" fmla="*/ 150051 w 1681059"/>
              <a:gd name="connsiteY5" fmla="*/ 2564710 h 5129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81059" h="5129420">
                <a:moveTo>
                  <a:pt x="0" y="0"/>
                </a:moveTo>
                <a:lnTo>
                  <a:pt x="1531008" y="0"/>
                </a:lnTo>
                <a:lnTo>
                  <a:pt x="1681059" y="2564710"/>
                </a:lnTo>
                <a:lnTo>
                  <a:pt x="1531008" y="5129420"/>
                </a:lnTo>
                <a:lnTo>
                  <a:pt x="0" y="5129420"/>
                </a:lnTo>
                <a:lnTo>
                  <a:pt x="150051" y="2564710"/>
                </a:lnTo>
                <a:close/>
              </a:path>
            </a:pathLst>
          </a:custGeom>
          <a:noFill/>
          <a:ln>
            <a:solidFill>
              <a:schemeClr val="accent1"/>
            </a:solidFill>
          </a:ln>
        </p:spPr>
        <p:txBody>
          <a:bodyPr vert="horz" wrap="square" lIns="252000" tIns="72000" rIns="72000" bIns="45720" rtlCol="0" anchor="ctr" anchorCtr="0">
            <a:noAutofit/>
          </a:bodyPr>
          <a:lstStyle>
            <a:lvl1pPr marL="0" indent="0">
              <a:lnSpc>
                <a:spcPct val="100000"/>
              </a:lnSpc>
              <a:buNone/>
              <a:defRPr lang="en-US" sz="2000" b="1" dirty="0" smtClean="0">
                <a:solidFill>
                  <a:schemeClr val="accent1"/>
                </a:solidFill>
              </a:defRPr>
            </a:lvl1pPr>
            <a:lvl2pPr>
              <a:defRPr lang="en-US" sz="2000" b="1" dirty="0" smtClean="0">
                <a:solidFill>
                  <a:schemeClr val="accent1"/>
                </a:solidFill>
              </a:defRPr>
            </a:lvl2pPr>
            <a:lvl3pPr>
              <a:defRPr lang="en-US" sz="2000" b="1" dirty="0" smtClean="0">
                <a:solidFill>
                  <a:schemeClr val="accent1"/>
                </a:solidFill>
              </a:defRPr>
            </a:lvl3pPr>
            <a:lvl4pPr>
              <a:defRPr lang="en-US" sz="2000" b="1" dirty="0" smtClean="0">
                <a:solidFill>
                  <a:schemeClr val="accent1"/>
                </a:solidFill>
              </a:defRPr>
            </a:lvl4pPr>
            <a:lvl5pPr>
              <a:defRPr lang="en-US" sz="1800" b="1" dirty="0">
                <a:solidFill>
                  <a:schemeClr val="accent1"/>
                </a:solidFill>
              </a:defRPr>
            </a:lvl5pPr>
          </a:lstStyle>
          <a:p>
            <a:pPr lvl="0"/>
            <a:r>
              <a:rPr lang="en-US" dirty="0"/>
              <a:t>Click to </a:t>
            </a:r>
            <a:br>
              <a:rPr lang="en-US" dirty="0"/>
            </a:br>
            <a:r>
              <a:rPr lang="en-US" dirty="0"/>
              <a:t>add text</a:t>
            </a:r>
          </a:p>
        </p:txBody>
      </p:sp>
      <p:sp>
        <p:nvSpPr>
          <p:cNvPr id="23" name="Text Placeholder 22">
            <a:extLst>
              <a:ext uri="{FF2B5EF4-FFF2-40B4-BE49-F238E27FC236}">
                <a16:creationId xmlns:a16="http://schemas.microsoft.com/office/drawing/2014/main" id="{853D9384-AD84-40BB-8BF1-5FD39C560DEE}"/>
              </a:ext>
            </a:extLst>
          </p:cNvPr>
          <p:cNvSpPr>
            <a:spLocks noGrp="1"/>
          </p:cNvSpPr>
          <p:nvPr>
            <p:ph type="body" sz="quarter" idx="17" hasCustomPrompt="1"/>
          </p:nvPr>
        </p:nvSpPr>
        <p:spPr>
          <a:xfrm>
            <a:off x="6745745" y="1630680"/>
            <a:ext cx="1645051" cy="3344222"/>
          </a:xfrm>
          <a:custGeom>
            <a:avLst/>
            <a:gdLst>
              <a:gd name="connsiteX0" fmla="*/ 0 w 1681059"/>
              <a:gd name="connsiteY0" fmla="*/ 0 h 5129420"/>
              <a:gd name="connsiteX1" fmla="*/ 1531008 w 1681059"/>
              <a:gd name="connsiteY1" fmla="*/ 0 h 5129420"/>
              <a:gd name="connsiteX2" fmla="*/ 1681059 w 1681059"/>
              <a:gd name="connsiteY2" fmla="*/ 2564710 h 5129420"/>
              <a:gd name="connsiteX3" fmla="*/ 1531008 w 1681059"/>
              <a:gd name="connsiteY3" fmla="*/ 5129420 h 5129420"/>
              <a:gd name="connsiteX4" fmla="*/ 0 w 1681059"/>
              <a:gd name="connsiteY4" fmla="*/ 5129420 h 5129420"/>
              <a:gd name="connsiteX5" fmla="*/ 150051 w 1681059"/>
              <a:gd name="connsiteY5" fmla="*/ 2564710 h 5129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81059" h="5129420">
                <a:moveTo>
                  <a:pt x="0" y="0"/>
                </a:moveTo>
                <a:lnTo>
                  <a:pt x="1531008" y="0"/>
                </a:lnTo>
                <a:lnTo>
                  <a:pt x="1681059" y="2564710"/>
                </a:lnTo>
                <a:lnTo>
                  <a:pt x="1531008" y="5129420"/>
                </a:lnTo>
                <a:lnTo>
                  <a:pt x="0" y="5129420"/>
                </a:lnTo>
                <a:lnTo>
                  <a:pt x="150051" y="2564710"/>
                </a:lnTo>
                <a:close/>
              </a:path>
            </a:pathLst>
          </a:custGeom>
          <a:noFill/>
          <a:ln>
            <a:solidFill>
              <a:schemeClr val="accent1"/>
            </a:solidFill>
          </a:ln>
        </p:spPr>
        <p:txBody>
          <a:bodyPr vert="horz" wrap="square" lIns="252000" tIns="72000" rIns="72000" bIns="45720" rtlCol="0" anchor="ctr" anchorCtr="0">
            <a:noAutofit/>
          </a:bodyPr>
          <a:lstStyle>
            <a:lvl1pPr marL="0" indent="0">
              <a:lnSpc>
                <a:spcPct val="100000"/>
              </a:lnSpc>
              <a:buNone/>
              <a:defRPr lang="en-US" sz="2000" b="1" dirty="0" smtClean="0">
                <a:solidFill>
                  <a:schemeClr val="accent1"/>
                </a:solidFill>
              </a:defRPr>
            </a:lvl1pPr>
            <a:lvl2pPr>
              <a:defRPr lang="en-US" sz="2000" b="1" dirty="0" smtClean="0">
                <a:solidFill>
                  <a:schemeClr val="accent1"/>
                </a:solidFill>
              </a:defRPr>
            </a:lvl2pPr>
            <a:lvl3pPr>
              <a:defRPr lang="en-US" sz="2000" b="1" dirty="0" smtClean="0">
                <a:solidFill>
                  <a:schemeClr val="accent1"/>
                </a:solidFill>
              </a:defRPr>
            </a:lvl3pPr>
            <a:lvl4pPr>
              <a:defRPr lang="en-US" sz="2000" b="1" dirty="0" smtClean="0">
                <a:solidFill>
                  <a:schemeClr val="accent1"/>
                </a:solidFill>
              </a:defRPr>
            </a:lvl4pPr>
            <a:lvl5pPr>
              <a:defRPr lang="en-US" sz="1800" b="1" dirty="0">
                <a:solidFill>
                  <a:schemeClr val="accent1"/>
                </a:solidFill>
              </a:defRPr>
            </a:lvl5pPr>
          </a:lstStyle>
          <a:p>
            <a:pPr lvl="0"/>
            <a:r>
              <a:rPr lang="en-US" dirty="0"/>
              <a:t>Click to </a:t>
            </a:r>
            <a:br>
              <a:rPr lang="en-US" dirty="0"/>
            </a:br>
            <a:r>
              <a:rPr lang="en-US" dirty="0"/>
              <a:t>add text</a:t>
            </a:r>
          </a:p>
        </p:txBody>
      </p:sp>
      <p:sp>
        <p:nvSpPr>
          <p:cNvPr id="24" name="Text Placeholder 23">
            <a:extLst>
              <a:ext uri="{FF2B5EF4-FFF2-40B4-BE49-F238E27FC236}">
                <a16:creationId xmlns:a16="http://schemas.microsoft.com/office/drawing/2014/main" id="{D205E639-54B0-4870-A015-7D3CAC5DF406}"/>
              </a:ext>
            </a:extLst>
          </p:cNvPr>
          <p:cNvSpPr>
            <a:spLocks noGrp="1"/>
          </p:cNvSpPr>
          <p:nvPr>
            <p:ph type="body" sz="quarter" idx="18" hasCustomPrompt="1"/>
          </p:nvPr>
        </p:nvSpPr>
        <p:spPr>
          <a:xfrm>
            <a:off x="8350752" y="1630680"/>
            <a:ext cx="1636680" cy="3344222"/>
          </a:xfrm>
          <a:custGeom>
            <a:avLst/>
            <a:gdLst>
              <a:gd name="connsiteX0" fmla="*/ 0 w 1681059"/>
              <a:gd name="connsiteY0" fmla="*/ 0 h 5129420"/>
              <a:gd name="connsiteX1" fmla="*/ 1531008 w 1681059"/>
              <a:gd name="connsiteY1" fmla="*/ 0 h 5129420"/>
              <a:gd name="connsiteX2" fmla="*/ 1681059 w 1681059"/>
              <a:gd name="connsiteY2" fmla="*/ 2564710 h 5129420"/>
              <a:gd name="connsiteX3" fmla="*/ 1531008 w 1681059"/>
              <a:gd name="connsiteY3" fmla="*/ 5129420 h 5129420"/>
              <a:gd name="connsiteX4" fmla="*/ 0 w 1681059"/>
              <a:gd name="connsiteY4" fmla="*/ 5129420 h 5129420"/>
              <a:gd name="connsiteX5" fmla="*/ 150051 w 1681059"/>
              <a:gd name="connsiteY5" fmla="*/ 2564710 h 5129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81059" h="5129420">
                <a:moveTo>
                  <a:pt x="0" y="0"/>
                </a:moveTo>
                <a:lnTo>
                  <a:pt x="1531008" y="0"/>
                </a:lnTo>
                <a:lnTo>
                  <a:pt x="1681059" y="2564710"/>
                </a:lnTo>
                <a:lnTo>
                  <a:pt x="1531008" y="5129420"/>
                </a:lnTo>
                <a:lnTo>
                  <a:pt x="0" y="5129420"/>
                </a:lnTo>
                <a:lnTo>
                  <a:pt x="150051" y="2564710"/>
                </a:lnTo>
                <a:close/>
              </a:path>
            </a:pathLst>
          </a:custGeom>
          <a:noFill/>
          <a:ln>
            <a:solidFill>
              <a:schemeClr val="accent1"/>
            </a:solidFill>
          </a:ln>
        </p:spPr>
        <p:txBody>
          <a:bodyPr vert="horz" wrap="square" lIns="252000" tIns="72000" rIns="72000" bIns="45720" rtlCol="0" anchor="ctr" anchorCtr="0">
            <a:noAutofit/>
          </a:bodyPr>
          <a:lstStyle>
            <a:lvl1pPr marL="0" indent="0">
              <a:lnSpc>
                <a:spcPct val="100000"/>
              </a:lnSpc>
              <a:buNone/>
              <a:defRPr lang="en-US" sz="2000" b="1" dirty="0" smtClean="0">
                <a:solidFill>
                  <a:schemeClr val="accent1"/>
                </a:solidFill>
              </a:defRPr>
            </a:lvl1pPr>
            <a:lvl2pPr>
              <a:defRPr lang="en-US" sz="2000" b="1" dirty="0" smtClean="0">
                <a:solidFill>
                  <a:schemeClr val="accent1"/>
                </a:solidFill>
              </a:defRPr>
            </a:lvl2pPr>
            <a:lvl3pPr>
              <a:defRPr lang="en-US" sz="2000" b="1" dirty="0" smtClean="0">
                <a:solidFill>
                  <a:schemeClr val="accent1"/>
                </a:solidFill>
              </a:defRPr>
            </a:lvl3pPr>
            <a:lvl4pPr>
              <a:defRPr lang="en-US" sz="2000" b="1" dirty="0" smtClean="0">
                <a:solidFill>
                  <a:schemeClr val="accent1"/>
                </a:solidFill>
              </a:defRPr>
            </a:lvl4pPr>
            <a:lvl5pPr>
              <a:defRPr lang="en-US" sz="1800" b="1" dirty="0">
                <a:solidFill>
                  <a:schemeClr val="accent1"/>
                </a:solidFill>
              </a:defRPr>
            </a:lvl5pPr>
          </a:lstStyle>
          <a:p>
            <a:pPr lvl="0"/>
            <a:r>
              <a:rPr lang="en-US" dirty="0"/>
              <a:t>Click to </a:t>
            </a:r>
            <a:br>
              <a:rPr lang="en-US" dirty="0"/>
            </a:br>
            <a:r>
              <a:rPr lang="en-US" dirty="0"/>
              <a:t>add text</a:t>
            </a:r>
          </a:p>
        </p:txBody>
      </p:sp>
      <p:sp>
        <p:nvSpPr>
          <p:cNvPr id="25" name="Text Placeholder 24">
            <a:extLst>
              <a:ext uri="{FF2B5EF4-FFF2-40B4-BE49-F238E27FC236}">
                <a16:creationId xmlns:a16="http://schemas.microsoft.com/office/drawing/2014/main" id="{6E3127B0-7884-40E5-9D04-0F2C52D4DC60}"/>
              </a:ext>
            </a:extLst>
          </p:cNvPr>
          <p:cNvSpPr>
            <a:spLocks noGrp="1"/>
          </p:cNvSpPr>
          <p:nvPr>
            <p:ph type="body" sz="quarter" idx="19" hasCustomPrompt="1"/>
          </p:nvPr>
        </p:nvSpPr>
        <p:spPr>
          <a:xfrm>
            <a:off x="9947389" y="1630686"/>
            <a:ext cx="1635009" cy="3344222"/>
          </a:xfrm>
          <a:custGeom>
            <a:avLst/>
            <a:gdLst>
              <a:gd name="connsiteX0" fmla="*/ 1 w 1673985"/>
              <a:gd name="connsiteY0" fmla="*/ 0 h 5129420"/>
              <a:gd name="connsiteX1" fmla="*/ 118006 w 1673985"/>
              <a:gd name="connsiteY1" fmla="*/ 0 h 5129420"/>
              <a:gd name="connsiteX2" fmla="*/ 1673985 w 1673985"/>
              <a:gd name="connsiteY2" fmla="*/ 0 h 5129420"/>
              <a:gd name="connsiteX3" fmla="*/ 1673985 w 1673985"/>
              <a:gd name="connsiteY3" fmla="*/ 5129420 h 5129420"/>
              <a:gd name="connsiteX4" fmla="*/ 0 w 1673985"/>
              <a:gd name="connsiteY4" fmla="*/ 5129414 h 5129420"/>
              <a:gd name="connsiteX5" fmla="*/ 150052 w 1673985"/>
              <a:gd name="connsiteY5" fmla="*/ 2564704 h 5129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73985" h="5129420">
                <a:moveTo>
                  <a:pt x="1" y="0"/>
                </a:moveTo>
                <a:lnTo>
                  <a:pt x="118006" y="0"/>
                </a:lnTo>
                <a:lnTo>
                  <a:pt x="1673985" y="0"/>
                </a:lnTo>
                <a:lnTo>
                  <a:pt x="1673985" y="5129420"/>
                </a:lnTo>
                <a:lnTo>
                  <a:pt x="0" y="5129414"/>
                </a:lnTo>
                <a:lnTo>
                  <a:pt x="150052" y="2564704"/>
                </a:lnTo>
                <a:close/>
              </a:path>
            </a:pathLst>
          </a:custGeom>
          <a:noFill/>
          <a:ln>
            <a:solidFill>
              <a:schemeClr val="accent1"/>
            </a:solidFill>
          </a:ln>
        </p:spPr>
        <p:txBody>
          <a:bodyPr vert="horz" wrap="square" lIns="252000" tIns="72000" rIns="72000" bIns="45720" rtlCol="0" anchor="ctr" anchorCtr="0">
            <a:noAutofit/>
          </a:bodyPr>
          <a:lstStyle>
            <a:lvl1pPr marL="0" indent="0">
              <a:lnSpc>
                <a:spcPct val="100000"/>
              </a:lnSpc>
              <a:buNone/>
              <a:defRPr lang="en-US" sz="2000" b="1" smtClean="0">
                <a:solidFill>
                  <a:schemeClr val="accent1"/>
                </a:solidFill>
              </a:defRPr>
            </a:lvl1pPr>
            <a:lvl2pPr>
              <a:defRPr lang="en-US" sz="2000" b="1" smtClean="0">
                <a:solidFill>
                  <a:schemeClr val="accent1"/>
                </a:solidFill>
              </a:defRPr>
            </a:lvl2pPr>
            <a:lvl3pPr>
              <a:defRPr lang="en-US" sz="2000" b="1" smtClean="0">
                <a:solidFill>
                  <a:schemeClr val="accent1"/>
                </a:solidFill>
              </a:defRPr>
            </a:lvl3pPr>
            <a:lvl4pPr>
              <a:defRPr lang="en-US" sz="2000" b="1" smtClean="0">
                <a:solidFill>
                  <a:schemeClr val="accent1"/>
                </a:solidFill>
              </a:defRPr>
            </a:lvl4pPr>
            <a:lvl5pPr>
              <a:defRPr lang="en-US" sz="1800" b="1">
                <a:solidFill>
                  <a:schemeClr val="accent1"/>
                </a:solidFill>
              </a:defRPr>
            </a:lvl5pPr>
          </a:lstStyle>
          <a:p>
            <a:pPr lvl="0"/>
            <a:r>
              <a:rPr lang="en-US" dirty="0"/>
              <a:t>Click to </a:t>
            </a:r>
            <a:br>
              <a:rPr lang="en-US" dirty="0"/>
            </a:br>
            <a:r>
              <a:rPr lang="en-US" dirty="0"/>
              <a:t>add text</a:t>
            </a:r>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2" name="Title 1">
            <a:extLst>
              <a:ext uri="{FF2B5EF4-FFF2-40B4-BE49-F238E27FC236}">
                <a16:creationId xmlns:a16="http://schemas.microsoft.com/office/drawing/2014/main" id="{81B323AF-0939-977A-4444-593F7D690916}"/>
              </a:ext>
            </a:extLst>
          </p:cNvPr>
          <p:cNvSpPr>
            <a:spLocks noGrp="1"/>
          </p:cNvSpPr>
          <p:nvPr>
            <p:ph type="title" hasCustomPrompt="1"/>
          </p:nvPr>
        </p:nvSpPr>
        <p:spPr>
          <a:xfrm>
            <a:off x="609600" y="2681103"/>
            <a:ext cx="2438400" cy="1495794"/>
          </a:xfrm>
        </p:spPr>
        <p:txBody>
          <a:bodyPr anchor="ctr" anchorCtr="0">
            <a:spAutoFit/>
          </a:bodyPr>
          <a:lstStyle/>
          <a:p>
            <a:r>
              <a:rPr lang="en-US" dirty="0"/>
              <a:t>Click to enter title here</a:t>
            </a:r>
          </a:p>
        </p:txBody>
      </p:sp>
      <p:cxnSp>
        <p:nvCxnSpPr>
          <p:cNvPr id="4" name="Straight Connector 3">
            <a:extLst>
              <a:ext uri="{FF2B5EF4-FFF2-40B4-BE49-F238E27FC236}">
                <a16:creationId xmlns:a16="http://schemas.microsoft.com/office/drawing/2014/main" id="{AC08AB3A-2620-C701-340D-6FC2DE40C086}"/>
              </a:ext>
            </a:extLst>
          </p:cNvPr>
          <p:cNvCxnSpPr>
            <a:cxnSpLocks/>
          </p:cNvCxnSpPr>
          <p:nvPr userDrawn="1"/>
        </p:nvCxnSpPr>
        <p:spPr>
          <a:xfrm>
            <a:off x="3352800" y="1011239"/>
            <a:ext cx="0" cy="45783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906061015"/>
      </p:ext>
    </p:extLst>
  </p:cSld>
  <p:clrMapOvr>
    <a:masterClrMapping/>
  </p:clrMapOvr>
  <p:extLst>
    <p:ext uri="{DCECCB84-F9BA-43D5-87BE-67443E8EF086}">
      <p15:sldGuideLst xmlns:p15="http://schemas.microsoft.com/office/powerpoint/2012/main"/>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2 Part Venn">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lvl1pPr>
              <a:lnSpc>
                <a:spcPct val="100000"/>
              </a:lnSpc>
              <a:defRPr/>
            </a:lvl1pPr>
          </a:lstStyle>
          <a:p>
            <a:endParaRPr lang="en-GB"/>
          </a:p>
        </p:txBody>
      </p:sp>
      <p:sp>
        <p:nvSpPr>
          <p:cNvPr id="11" name="Text Placeholder 96">
            <a:extLst>
              <a:ext uri="{FF2B5EF4-FFF2-40B4-BE49-F238E27FC236}">
                <a16:creationId xmlns:a16="http://schemas.microsoft.com/office/drawing/2014/main" id="{032A8305-0A77-4646-B111-53EF169406A5}"/>
              </a:ext>
            </a:extLst>
          </p:cNvPr>
          <p:cNvSpPr>
            <a:spLocks noGrp="1"/>
          </p:cNvSpPr>
          <p:nvPr>
            <p:ph type="body" sz="quarter" idx="111" hasCustomPrompt="1"/>
          </p:nvPr>
        </p:nvSpPr>
        <p:spPr>
          <a:xfrm>
            <a:off x="609600" y="6200775"/>
            <a:ext cx="9753599" cy="657225"/>
          </a:xfrm>
        </p:spPr>
        <p:txBody>
          <a:bodyPr bIns="72000" anchor="b" anchorCtr="0">
            <a:noAutofit/>
          </a:bodyPr>
          <a:lstStyle>
            <a:lvl1pPr>
              <a:lnSpc>
                <a:spcPct val="100000"/>
              </a:lnSpc>
              <a:spcAft>
                <a:spcPts val="300"/>
              </a:spcAft>
              <a:buNone/>
              <a:defRPr sz="800"/>
            </a:lvl1pPr>
          </a:lstStyle>
          <a:p>
            <a:pPr lvl="0"/>
            <a:r>
              <a:rPr lang="en-US" dirty="0"/>
              <a:t>Footnotes</a:t>
            </a:r>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10" name="Text Placeholder 9">
            <a:extLst>
              <a:ext uri="{FF2B5EF4-FFF2-40B4-BE49-F238E27FC236}">
                <a16:creationId xmlns:a16="http://schemas.microsoft.com/office/drawing/2014/main" id="{E0AC320E-1DF9-44A2-A51A-436D6C7AB1E3}"/>
              </a:ext>
            </a:extLst>
          </p:cNvPr>
          <p:cNvSpPr>
            <a:spLocks noGrp="1"/>
          </p:cNvSpPr>
          <p:nvPr>
            <p:ph type="body" sz="quarter" idx="17" hasCustomPrompt="1"/>
          </p:nvPr>
        </p:nvSpPr>
        <p:spPr>
          <a:xfrm>
            <a:off x="6705600" y="5721531"/>
            <a:ext cx="4876800" cy="479244"/>
          </a:xfrm>
        </p:spPr>
        <p:txBody>
          <a:bodyPr rIns="0" anchor="ctr" anchorCtr="0"/>
          <a:lstStyle>
            <a:lvl1pPr marL="0" indent="0" algn="r">
              <a:lnSpc>
                <a:spcPct val="100000"/>
              </a:lnSpc>
              <a:buNone/>
              <a:defRPr b="1">
                <a:solidFill>
                  <a:schemeClr val="tx1"/>
                </a:solidFill>
              </a:defRPr>
            </a:lvl1pPr>
          </a:lstStyle>
          <a:p>
            <a:pPr lvl="0"/>
            <a:r>
              <a:rPr lang="en-US" dirty="0"/>
              <a:t>Area 2</a:t>
            </a:r>
          </a:p>
        </p:txBody>
      </p:sp>
      <p:sp>
        <p:nvSpPr>
          <p:cNvPr id="27" name="Text Placeholder 9">
            <a:extLst>
              <a:ext uri="{FF2B5EF4-FFF2-40B4-BE49-F238E27FC236}">
                <a16:creationId xmlns:a16="http://schemas.microsoft.com/office/drawing/2014/main" id="{925C54A2-C6A7-453B-A026-DE720519F8D4}"/>
              </a:ext>
            </a:extLst>
          </p:cNvPr>
          <p:cNvSpPr>
            <a:spLocks noGrp="1"/>
          </p:cNvSpPr>
          <p:nvPr>
            <p:ph type="body" sz="quarter" idx="18" hasCustomPrompt="1"/>
          </p:nvPr>
        </p:nvSpPr>
        <p:spPr>
          <a:xfrm>
            <a:off x="3657601" y="413521"/>
            <a:ext cx="4876799" cy="479244"/>
          </a:xfrm>
        </p:spPr>
        <p:txBody>
          <a:bodyPr rIns="0" anchor="ctr" anchorCtr="0"/>
          <a:lstStyle>
            <a:lvl1pPr marL="0" indent="0" algn="l">
              <a:lnSpc>
                <a:spcPct val="100000"/>
              </a:lnSpc>
              <a:buNone/>
              <a:defRPr b="1">
                <a:solidFill>
                  <a:schemeClr val="accent1"/>
                </a:solidFill>
              </a:defRPr>
            </a:lvl1pPr>
          </a:lstStyle>
          <a:p>
            <a:pPr lvl="0"/>
            <a:r>
              <a:rPr lang="en-US" dirty="0"/>
              <a:t>Area 1</a:t>
            </a:r>
          </a:p>
        </p:txBody>
      </p:sp>
      <p:sp>
        <p:nvSpPr>
          <p:cNvPr id="16" name="Text Placeholder 15">
            <a:extLst>
              <a:ext uri="{FF2B5EF4-FFF2-40B4-BE49-F238E27FC236}">
                <a16:creationId xmlns:a16="http://schemas.microsoft.com/office/drawing/2014/main" id="{7E177C92-B54F-4A6C-BEC0-3BCCA571DAA8}"/>
              </a:ext>
            </a:extLst>
          </p:cNvPr>
          <p:cNvSpPr>
            <a:spLocks noGrp="1"/>
          </p:cNvSpPr>
          <p:nvPr>
            <p:ph type="body" sz="quarter" idx="20" hasCustomPrompt="1"/>
          </p:nvPr>
        </p:nvSpPr>
        <p:spPr>
          <a:xfrm>
            <a:off x="3657601" y="1025840"/>
            <a:ext cx="4551996" cy="4551996"/>
          </a:xfrm>
          <a:custGeom>
            <a:avLst/>
            <a:gdLst>
              <a:gd name="connsiteX0" fmla="*/ 2372407 w 4744814"/>
              <a:gd name="connsiteY0" fmla="*/ 0 h 4744814"/>
              <a:gd name="connsiteX1" fmla="*/ 4744814 w 4744814"/>
              <a:gd name="connsiteY1" fmla="*/ 2372407 h 4744814"/>
              <a:gd name="connsiteX2" fmla="*/ 2372407 w 4744814"/>
              <a:gd name="connsiteY2" fmla="*/ 4744814 h 4744814"/>
              <a:gd name="connsiteX3" fmla="*/ 0 w 4744814"/>
              <a:gd name="connsiteY3" fmla="*/ 2372407 h 4744814"/>
              <a:gd name="connsiteX4" fmla="*/ 2372407 w 4744814"/>
              <a:gd name="connsiteY4" fmla="*/ 0 h 47448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4814" h="4744814">
                <a:moveTo>
                  <a:pt x="2372407" y="0"/>
                </a:moveTo>
                <a:cubicBezTo>
                  <a:pt x="3682651" y="0"/>
                  <a:pt x="4744814" y="1062163"/>
                  <a:pt x="4744814" y="2372407"/>
                </a:cubicBezTo>
                <a:cubicBezTo>
                  <a:pt x="4744814" y="3682651"/>
                  <a:pt x="3682651" y="4744814"/>
                  <a:pt x="2372407" y="4744814"/>
                </a:cubicBezTo>
                <a:cubicBezTo>
                  <a:pt x="1062163" y="4744814"/>
                  <a:pt x="0" y="3682651"/>
                  <a:pt x="0" y="2372407"/>
                </a:cubicBezTo>
                <a:cubicBezTo>
                  <a:pt x="0" y="1062163"/>
                  <a:pt x="1062163" y="0"/>
                  <a:pt x="2372407" y="0"/>
                </a:cubicBezTo>
                <a:close/>
              </a:path>
            </a:pathLst>
          </a:custGeom>
          <a:noFill/>
          <a:ln w="38100">
            <a:solidFill>
              <a:schemeClr val="accent1"/>
            </a:solidFill>
          </a:ln>
        </p:spPr>
        <p:txBody>
          <a:bodyPr wrap="square" lIns="216000" tIns="216000" rIns="216000" bIns="216000" anchor="ctr" anchorCtr="0">
            <a:noAutofit/>
          </a:bodyPr>
          <a:lstStyle>
            <a:lvl1pPr marL="0" indent="0" algn="l">
              <a:lnSpc>
                <a:spcPct val="100000"/>
              </a:lnSpc>
              <a:buNone/>
              <a:defRPr sz="2000"/>
            </a:lvl1pPr>
            <a:lvl2pPr marL="288000" indent="0" algn="ctr">
              <a:buNone/>
              <a:defRPr/>
            </a:lvl2pPr>
            <a:lvl3pPr algn="ctr">
              <a:defRPr/>
            </a:lvl3pPr>
            <a:lvl4pPr algn="ctr">
              <a:defRPr/>
            </a:lvl4pPr>
            <a:lvl5pPr algn="ctr">
              <a:defRPr/>
            </a:lvl5pPr>
          </a:lstStyle>
          <a:p>
            <a:pPr lvl="0"/>
            <a:r>
              <a:rPr lang="en-US" dirty="0"/>
              <a:t>Click to add content</a:t>
            </a:r>
          </a:p>
        </p:txBody>
      </p:sp>
      <p:sp>
        <p:nvSpPr>
          <p:cNvPr id="18" name="Text Placeholder 17">
            <a:extLst>
              <a:ext uri="{FF2B5EF4-FFF2-40B4-BE49-F238E27FC236}">
                <a16:creationId xmlns:a16="http://schemas.microsoft.com/office/drawing/2014/main" id="{6952B587-0295-454B-801F-369445E17E75}"/>
              </a:ext>
            </a:extLst>
          </p:cNvPr>
          <p:cNvSpPr>
            <a:spLocks noGrp="1"/>
          </p:cNvSpPr>
          <p:nvPr>
            <p:ph type="body" sz="quarter" idx="21" hasCustomPrompt="1"/>
          </p:nvPr>
        </p:nvSpPr>
        <p:spPr>
          <a:xfrm>
            <a:off x="7030403" y="1025840"/>
            <a:ext cx="4551996" cy="4551996"/>
          </a:xfrm>
          <a:custGeom>
            <a:avLst/>
            <a:gdLst>
              <a:gd name="connsiteX0" fmla="*/ 2275998 w 4551996"/>
              <a:gd name="connsiteY0" fmla="*/ 0 h 4551996"/>
              <a:gd name="connsiteX1" fmla="*/ 4551996 w 4551996"/>
              <a:gd name="connsiteY1" fmla="*/ 2275998 h 4551996"/>
              <a:gd name="connsiteX2" fmla="*/ 2275998 w 4551996"/>
              <a:gd name="connsiteY2" fmla="*/ 4551996 h 4551996"/>
              <a:gd name="connsiteX3" fmla="*/ 0 w 4551996"/>
              <a:gd name="connsiteY3" fmla="*/ 2275998 h 4551996"/>
              <a:gd name="connsiteX4" fmla="*/ 2275998 w 4551996"/>
              <a:gd name="connsiteY4" fmla="*/ 0 h 4551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1996" h="4551996">
                <a:moveTo>
                  <a:pt x="2275998" y="0"/>
                </a:moveTo>
                <a:cubicBezTo>
                  <a:pt x="3532997" y="0"/>
                  <a:pt x="4551996" y="1018999"/>
                  <a:pt x="4551996" y="2275998"/>
                </a:cubicBezTo>
                <a:cubicBezTo>
                  <a:pt x="4551996" y="3532997"/>
                  <a:pt x="3532997" y="4551996"/>
                  <a:pt x="2275998" y="4551996"/>
                </a:cubicBezTo>
                <a:cubicBezTo>
                  <a:pt x="1018999" y="4551996"/>
                  <a:pt x="0" y="3532997"/>
                  <a:pt x="0" y="2275998"/>
                </a:cubicBezTo>
                <a:cubicBezTo>
                  <a:pt x="0" y="1018999"/>
                  <a:pt x="1018999" y="0"/>
                  <a:pt x="2275998" y="0"/>
                </a:cubicBezTo>
                <a:close/>
              </a:path>
            </a:pathLst>
          </a:custGeom>
          <a:noFill/>
          <a:ln w="38100">
            <a:solidFill>
              <a:srgbClr val="D8DFDE"/>
            </a:solidFill>
          </a:ln>
        </p:spPr>
        <p:txBody>
          <a:bodyPr wrap="square" lIns="216000" tIns="216000" rIns="216000" bIns="216000" anchor="ctr" anchorCtr="0">
            <a:noAutofit/>
          </a:bodyPr>
          <a:lstStyle>
            <a:lvl1pPr marL="0" indent="0" algn="r">
              <a:lnSpc>
                <a:spcPct val="100000"/>
              </a:lnSpc>
              <a:buNone/>
              <a:defRPr sz="2000"/>
            </a:lvl1pPr>
            <a:lvl2pPr marL="288000" indent="0" algn="ctr">
              <a:buNone/>
              <a:defRPr/>
            </a:lvl2pPr>
            <a:lvl3pPr algn="ctr">
              <a:defRPr/>
            </a:lvl3pPr>
            <a:lvl4pPr algn="ctr">
              <a:defRPr/>
            </a:lvl4pPr>
            <a:lvl5pPr algn="ctr">
              <a:defRPr/>
            </a:lvl5pPr>
          </a:lstStyle>
          <a:p>
            <a:pPr lvl="0"/>
            <a:r>
              <a:rPr lang="en-US" dirty="0"/>
              <a:t>Click to add content</a:t>
            </a:r>
          </a:p>
        </p:txBody>
      </p:sp>
      <p:sp>
        <p:nvSpPr>
          <p:cNvPr id="2" name="Title 1">
            <a:extLst>
              <a:ext uri="{FF2B5EF4-FFF2-40B4-BE49-F238E27FC236}">
                <a16:creationId xmlns:a16="http://schemas.microsoft.com/office/drawing/2014/main" id="{C1DF8CB4-4CB9-190D-08A8-B455A7315FB3}"/>
              </a:ext>
            </a:extLst>
          </p:cNvPr>
          <p:cNvSpPr>
            <a:spLocks noGrp="1"/>
          </p:cNvSpPr>
          <p:nvPr>
            <p:ph type="title" hasCustomPrompt="1"/>
          </p:nvPr>
        </p:nvSpPr>
        <p:spPr>
          <a:xfrm>
            <a:off x="609600" y="2681103"/>
            <a:ext cx="2438400" cy="1495794"/>
          </a:xfrm>
        </p:spPr>
        <p:txBody>
          <a:bodyPr anchor="ctr" anchorCtr="0">
            <a:spAutoFit/>
          </a:bodyPr>
          <a:lstStyle/>
          <a:p>
            <a:r>
              <a:rPr lang="en-US" dirty="0"/>
              <a:t>Click to enter title here</a:t>
            </a:r>
          </a:p>
        </p:txBody>
      </p:sp>
      <p:cxnSp>
        <p:nvCxnSpPr>
          <p:cNvPr id="4" name="Straight Connector 3">
            <a:extLst>
              <a:ext uri="{FF2B5EF4-FFF2-40B4-BE49-F238E27FC236}">
                <a16:creationId xmlns:a16="http://schemas.microsoft.com/office/drawing/2014/main" id="{08DE70DD-47EB-1030-FD70-D3ABD48777AC}"/>
              </a:ext>
            </a:extLst>
          </p:cNvPr>
          <p:cNvCxnSpPr>
            <a:cxnSpLocks/>
          </p:cNvCxnSpPr>
          <p:nvPr userDrawn="1"/>
        </p:nvCxnSpPr>
        <p:spPr>
          <a:xfrm>
            <a:off x="3352800" y="1011239"/>
            <a:ext cx="0" cy="45783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936808420"/>
      </p:ext>
    </p:extLst>
  </p:cSld>
  <p:clrMapOvr>
    <a:masterClrMapping/>
  </p:clrMapOvr>
  <p:extLst>
    <p:ext uri="{DCECCB84-F9BA-43D5-87BE-67443E8EF086}">
      <p15:sldGuideLst xmlns:p15="http://schemas.microsoft.com/office/powerpoint/2012/main"/>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3 Part Venn">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lvl1pPr>
              <a:lnSpc>
                <a:spcPct val="100000"/>
              </a:lnSpc>
              <a:defRPr/>
            </a:lvl1pPr>
          </a:lstStyle>
          <a:p>
            <a:endParaRPr lang="en-GB"/>
          </a:p>
        </p:txBody>
      </p:sp>
      <p:sp>
        <p:nvSpPr>
          <p:cNvPr id="13" name="Text Placeholder 96">
            <a:extLst>
              <a:ext uri="{FF2B5EF4-FFF2-40B4-BE49-F238E27FC236}">
                <a16:creationId xmlns:a16="http://schemas.microsoft.com/office/drawing/2014/main" id="{2135C828-3151-41FA-8348-153EF07735DC}"/>
              </a:ext>
            </a:extLst>
          </p:cNvPr>
          <p:cNvSpPr>
            <a:spLocks noGrp="1"/>
          </p:cNvSpPr>
          <p:nvPr>
            <p:ph type="body" sz="quarter" idx="111" hasCustomPrompt="1"/>
          </p:nvPr>
        </p:nvSpPr>
        <p:spPr>
          <a:xfrm>
            <a:off x="609600" y="6200775"/>
            <a:ext cx="9753599" cy="657225"/>
          </a:xfrm>
        </p:spPr>
        <p:txBody>
          <a:bodyPr bIns="72000" anchor="b" anchorCtr="0">
            <a:noAutofit/>
          </a:bodyPr>
          <a:lstStyle>
            <a:lvl1pPr>
              <a:lnSpc>
                <a:spcPct val="100000"/>
              </a:lnSpc>
              <a:spcAft>
                <a:spcPts val="300"/>
              </a:spcAft>
              <a:buNone/>
              <a:defRPr sz="800"/>
            </a:lvl1pPr>
          </a:lstStyle>
          <a:p>
            <a:pPr lvl="0"/>
            <a:r>
              <a:rPr lang="en-US" dirty="0"/>
              <a:t>Footnotes</a:t>
            </a:r>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10" name="Text Placeholder 9">
            <a:extLst>
              <a:ext uri="{FF2B5EF4-FFF2-40B4-BE49-F238E27FC236}">
                <a16:creationId xmlns:a16="http://schemas.microsoft.com/office/drawing/2014/main" id="{E0AC320E-1DF9-44A2-A51A-436D6C7AB1E3}"/>
              </a:ext>
            </a:extLst>
          </p:cNvPr>
          <p:cNvSpPr>
            <a:spLocks noGrp="1"/>
          </p:cNvSpPr>
          <p:nvPr>
            <p:ph type="body" sz="quarter" idx="17" hasCustomPrompt="1"/>
          </p:nvPr>
        </p:nvSpPr>
        <p:spPr>
          <a:xfrm>
            <a:off x="8534400" y="5762415"/>
            <a:ext cx="3047999" cy="424732"/>
          </a:xfrm>
        </p:spPr>
        <p:txBody>
          <a:bodyPr tIns="0" anchor="b" anchorCtr="0"/>
          <a:lstStyle>
            <a:lvl1pPr marL="0" indent="0" algn="r">
              <a:lnSpc>
                <a:spcPct val="100000"/>
              </a:lnSpc>
              <a:buNone/>
              <a:defRPr b="1">
                <a:solidFill>
                  <a:schemeClr val="accent3"/>
                </a:solidFill>
              </a:defRPr>
            </a:lvl1pPr>
          </a:lstStyle>
          <a:p>
            <a:pPr lvl="0"/>
            <a:r>
              <a:rPr lang="en-US" dirty="0"/>
              <a:t>Area 2</a:t>
            </a:r>
          </a:p>
        </p:txBody>
      </p:sp>
      <p:sp>
        <p:nvSpPr>
          <p:cNvPr id="27" name="Text Placeholder 9">
            <a:extLst>
              <a:ext uri="{FF2B5EF4-FFF2-40B4-BE49-F238E27FC236}">
                <a16:creationId xmlns:a16="http://schemas.microsoft.com/office/drawing/2014/main" id="{925C54A2-C6A7-453B-A026-DE720519F8D4}"/>
              </a:ext>
            </a:extLst>
          </p:cNvPr>
          <p:cNvSpPr>
            <a:spLocks noGrp="1"/>
          </p:cNvSpPr>
          <p:nvPr>
            <p:ph type="body" sz="quarter" idx="18" hasCustomPrompt="1"/>
          </p:nvPr>
        </p:nvSpPr>
        <p:spPr>
          <a:xfrm>
            <a:off x="3697200" y="413521"/>
            <a:ext cx="3008400" cy="424732"/>
          </a:xfrm>
        </p:spPr>
        <p:txBody>
          <a:bodyPr tIns="0" anchor="t" anchorCtr="0"/>
          <a:lstStyle>
            <a:lvl1pPr marL="0" indent="0" algn="l">
              <a:lnSpc>
                <a:spcPct val="100000"/>
              </a:lnSpc>
              <a:buNone/>
              <a:defRPr b="1">
                <a:solidFill>
                  <a:schemeClr val="accent1"/>
                </a:solidFill>
              </a:defRPr>
            </a:lvl1pPr>
          </a:lstStyle>
          <a:p>
            <a:pPr lvl="0"/>
            <a:r>
              <a:rPr lang="en-US" dirty="0"/>
              <a:t>Area 1</a:t>
            </a:r>
          </a:p>
        </p:txBody>
      </p:sp>
      <p:sp>
        <p:nvSpPr>
          <p:cNvPr id="16" name="Text Placeholder 15">
            <a:extLst>
              <a:ext uri="{FF2B5EF4-FFF2-40B4-BE49-F238E27FC236}">
                <a16:creationId xmlns:a16="http://schemas.microsoft.com/office/drawing/2014/main" id="{7E177C92-B54F-4A6C-BEC0-3BCCA571DAA8}"/>
              </a:ext>
            </a:extLst>
          </p:cNvPr>
          <p:cNvSpPr>
            <a:spLocks noGrp="1"/>
          </p:cNvSpPr>
          <p:nvPr>
            <p:ph type="body" sz="quarter" idx="20" hasCustomPrompt="1"/>
          </p:nvPr>
        </p:nvSpPr>
        <p:spPr>
          <a:xfrm>
            <a:off x="5848800" y="450000"/>
            <a:ext cx="3322800" cy="3322800"/>
          </a:xfrm>
          <a:custGeom>
            <a:avLst/>
            <a:gdLst>
              <a:gd name="connsiteX0" fmla="*/ 2372407 w 4744814"/>
              <a:gd name="connsiteY0" fmla="*/ 0 h 4744814"/>
              <a:gd name="connsiteX1" fmla="*/ 4744814 w 4744814"/>
              <a:gd name="connsiteY1" fmla="*/ 2372407 h 4744814"/>
              <a:gd name="connsiteX2" fmla="*/ 2372407 w 4744814"/>
              <a:gd name="connsiteY2" fmla="*/ 4744814 h 4744814"/>
              <a:gd name="connsiteX3" fmla="*/ 0 w 4744814"/>
              <a:gd name="connsiteY3" fmla="*/ 2372407 h 4744814"/>
              <a:gd name="connsiteX4" fmla="*/ 2372407 w 4744814"/>
              <a:gd name="connsiteY4" fmla="*/ 0 h 47448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4814" h="4744814">
                <a:moveTo>
                  <a:pt x="2372407" y="0"/>
                </a:moveTo>
                <a:cubicBezTo>
                  <a:pt x="3682651" y="0"/>
                  <a:pt x="4744814" y="1062163"/>
                  <a:pt x="4744814" y="2372407"/>
                </a:cubicBezTo>
                <a:cubicBezTo>
                  <a:pt x="4744814" y="3682651"/>
                  <a:pt x="3682651" y="4744814"/>
                  <a:pt x="2372407" y="4744814"/>
                </a:cubicBezTo>
                <a:cubicBezTo>
                  <a:pt x="1062163" y="4744814"/>
                  <a:pt x="0" y="3682651"/>
                  <a:pt x="0" y="2372407"/>
                </a:cubicBezTo>
                <a:cubicBezTo>
                  <a:pt x="0" y="1062163"/>
                  <a:pt x="1062163" y="0"/>
                  <a:pt x="2372407" y="0"/>
                </a:cubicBezTo>
                <a:close/>
              </a:path>
            </a:pathLst>
          </a:custGeom>
          <a:noFill/>
          <a:ln w="38100">
            <a:solidFill>
              <a:schemeClr val="accent1"/>
            </a:solidFill>
          </a:ln>
        </p:spPr>
        <p:txBody>
          <a:bodyPr wrap="square" lIns="216000" tIns="216000" rIns="216000" bIns="216000" anchor="t" anchorCtr="0">
            <a:noAutofit/>
          </a:bodyPr>
          <a:lstStyle>
            <a:lvl1pPr marL="0" indent="0" algn="ctr">
              <a:lnSpc>
                <a:spcPct val="100000"/>
              </a:lnSpc>
              <a:buNone/>
              <a:defRPr sz="2000"/>
            </a:lvl1pPr>
            <a:lvl2pPr marL="288000" indent="0" algn="ctr">
              <a:buNone/>
              <a:defRPr/>
            </a:lvl2pPr>
            <a:lvl3pPr algn="ctr">
              <a:defRPr/>
            </a:lvl3pPr>
            <a:lvl4pPr algn="ctr">
              <a:defRPr/>
            </a:lvl4pPr>
            <a:lvl5pPr algn="ctr">
              <a:defRPr/>
            </a:lvl5pPr>
          </a:lstStyle>
          <a:p>
            <a:pPr lvl="0"/>
            <a:r>
              <a:rPr lang="en-US" dirty="0"/>
              <a:t>Click to add </a:t>
            </a:r>
            <a:br>
              <a:rPr lang="en-US" dirty="0"/>
            </a:br>
            <a:r>
              <a:rPr lang="en-US" dirty="0"/>
              <a:t>content</a:t>
            </a:r>
          </a:p>
        </p:txBody>
      </p:sp>
      <p:sp>
        <p:nvSpPr>
          <p:cNvPr id="18" name="Text Placeholder 17">
            <a:extLst>
              <a:ext uri="{FF2B5EF4-FFF2-40B4-BE49-F238E27FC236}">
                <a16:creationId xmlns:a16="http://schemas.microsoft.com/office/drawing/2014/main" id="{6952B587-0295-454B-801F-369445E17E75}"/>
              </a:ext>
            </a:extLst>
          </p:cNvPr>
          <p:cNvSpPr>
            <a:spLocks noGrp="1"/>
          </p:cNvSpPr>
          <p:nvPr>
            <p:ph type="body" sz="quarter" idx="21" hasCustomPrompt="1"/>
          </p:nvPr>
        </p:nvSpPr>
        <p:spPr>
          <a:xfrm>
            <a:off x="7040400" y="2397600"/>
            <a:ext cx="3322800" cy="3322800"/>
          </a:xfrm>
          <a:custGeom>
            <a:avLst/>
            <a:gdLst>
              <a:gd name="connsiteX0" fmla="*/ 2275998 w 4551996"/>
              <a:gd name="connsiteY0" fmla="*/ 0 h 4551996"/>
              <a:gd name="connsiteX1" fmla="*/ 4551996 w 4551996"/>
              <a:gd name="connsiteY1" fmla="*/ 2275998 h 4551996"/>
              <a:gd name="connsiteX2" fmla="*/ 2275998 w 4551996"/>
              <a:gd name="connsiteY2" fmla="*/ 4551996 h 4551996"/>
              <a:gd name="connsiteX3" fmla="*/ 0 w 4551996"/>
              <a:gd name="connsiteY3" fmla="*/ 2275998 h 4551996"/>
              <a:gd name="connsiteX4" fmla="*/ 2275998 w 4551996"/>
              <a:gd name="connsiteY4" fmla="*/ 0 h 4551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1996" h="4551996">
                <a:moveTo>
                  <a:pt x="2275998" y="0"/>
                </a:moveTo>
                <a:cubicBezTo>
                  <a:pt x="3532997" y="0"/>
                  <a:pt x="4551996" y="1018999"/>
                  <a:pt x="4551996" y="2275998"/>
                </a:cubicBezTo>
                <a:cubicBezTo>
                  <a:pt x="4551996" y="3532997"/>
                  <a:pt x="3532997" y="4551996"/>
                  <a:pt x="2275998" y="4551996"/>
                </a:cubicBezTo>
                <a:cubicBezTo>
                  <a:pt x="1018999" y="4551996"/>
                  <a:pt x="0" y="3532997"/>
                  <a:pt x="0" y="2275998"/>
                </a:cubicBezTo>
                <a:cubicBezTo>
                  <a:pt x="0" y="1018999"/>
                  <a:pt x="1018999" y="0"/>
                  <a:pt x="2275998" y="0"/>
                </a:cubicBezTo>
                <a:close/>
              </a:path>
            </a:pathLst>
          </a:custGeom>
          <a:noFill/>
          <a:ln w="38100">
            <a:solidFill>
              <a:schemeClr val="accent3"/>
            </a:solidFill>
          </a:ln>
        </p:spPr>
        <p:txBody>
          <a:bodyPr wrap="square" lIns="216000" tIns="216000" rIns="216000" bIns="216000" anchor="ctr" anchorCtr="0">
            <a:noAutofit/>
          </a:bodyPr>
          <a:lstStyle>
            <a:lvl1pPr marL="0" indent="0" algn="r">
              <a:lnSpc>
                <a:spcPct val="100000"/>
              </a:lnSpc>
              <a:buNone/>
              <a:defRPr sz="2000"/>
            </a:lvl1pPr>
            <a:lvl2pPr marL="288000" indent="0" algn="ctr">
              <a:buNone/>
              <a:defRPr/>
            </a:lvl2pPr>
            <a:lvl3pPr algn="ctr">
              <a:defRPr/>
            </a:lvl3pPr>
            <a:lvl4pPr algn="ctr">
              <a:defRPr/>
            </a:lvl4pPr>
            <a:lvl5pPr algn="ctr">
              <a:defRPr/>
            </a:lvl5pPr>
          </a:lstStyle>
          <a:p>
            <a:pPr lvl="0"/>
            <a:r>
              <a:rPr lang="en-US" dirty="0"/>
              <a:t>Click to add </a:t>
            </a:r>
            <a:br>
              <a:rPr lang="en-US" dirty="0"/>
            </a:br>
            <a:r>
              <a:rPr lang="en-US" dirty="0"/>
              <a:t>content</a:t>
            </a:r>
          </a:p>
        </p:txBody>
      </p:sp>
      <p:sp>
        <p:nvSpPr>
          <p:cNvPr id="11" name="Text Placeholder 9">
            <a:extLst>
              <a:ext uri="{FF2B5EF4-FFF2-40B4-BE49-F238E27FC236}">
                <a16:creationId xmlns:a16="http://schemas.microsoft.com/office/drawing/2014/main" id="{44FC366A-0CEA-4CD0-9B38-E42E5FC1B96B}"/>
              </a:ext>
            </a:extLst>
          </p:cNvPr>
          <p:cNvSpPr>
            <a:spLocks noGrp="1"/>
          </p:cNvSpPr>
          <p:nvPr>
            <p:ph type="body" sz="quarter" idx="22" hasCustomPrompt="1"/>
          </p:nvPr>
        </p:nvSpPr>
        <p:spPr>
          <a:xfrm>
            <a:off x="3697200" y="5762415"/>
            <a:ext cx="3008400" cy="424732"/>
          </a:xfrm>
        </p:spPr>
        <p:txBody>
          <a:bodyPr tIns="0" anchor="b" anchorCtr="0"/>
          <a:lstStyle>
            <a:lvl1pPr marL="0" indent="0" algn="l">
              <a:lnSpc>
                <a:spcPct val="100000"/>
              </a:lnSpc>
              <a:buNone/>
              <a:defRPr b="1">
                <a:solidFill>
                  <a:schemeClr val="tx1"/>
                </a:solidFill>
              </a:defRPr>
            </a:lvl1pPr>
          </a:lstStyle>
          <a:p>
            <a:pPr lvl="0"/>
            <a:r>
              <a:rPr lang="en-US" dirty="0"/>
              <a:t>Area 3</a:t>
            </a:r>
          </a:p>
        </p:txBody>
      </p:sp>
      <p:sp>
        <p:nvSpPr>
          <p:cNvPr id="12" name="Text Placeholder 17">
            <a:extLst>
              <a:ext uri="{FF2B5EF4-FFF2-40B4-BE49-F238E27FC236}">
                <a16:creationId xmlns:a16="http://schemas.microsoft.com/office/drawing/2014/main" id="{9F52DAA3-7E10-4B57-9351-33AF3DEFB419}"/>
              </a:ext>
            </a:extLst>
          </p:cNvPr>
          <p:cNvSpPr>
            <a:spLocks noGrp="1"/>
          </p:cNvSpPr>
          <p:nvPr>
            <p:ph type="body" sz="quarter" idx="23" hasCustomPrompt="1"/>
          </p:nvPr>
        </p:nvSpPr>
        <p:spPr>
          <a:xfrm>
            <a:off x="4657200" y="2397600"/>
            <a:ext cx="3322800" cy="3322800"/>
          </a:xfrm>
          <a:custGeom>
            <a:avLst/>
            <a:gdLst>
              <a:gd name="connsiteX0" fmla="*/ 2275998 w 4551996"/>
              <a:gd name="connsiteY0" fmla="*/ 0 h 4551996"/>
              <a:gd name="connsiteX1" fmla="*/ 4551996 w 4551996"/>
              <a:gd name="connsiteY1" fmla="*/ 2275998 h 4551996"/>
              <a:gd name="connsiteX2" fmla="*/ 2275998 w 4551996"/>
              <a:gd name="connsiteY2" fmla="*/ 4551996 h 4551996"/>
              <a:gd name="connsiteX3" fmla="*/ 0 w 4551996"/>
              <a:gd name="connsiteY3" fmla="*/ 2275998 h 4551996"/>
              <a:gd name="connsiteX4" fmla="*/ 2275998 w 4551996"/>
              <a:gd name="connsiteY4" fmla="*/ 0 h 4551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1996" h="4551996">
                <a:moveTo>
                  <a:pt x="2275998" y="0"/>
                </a:moveTo>
                <a:cubicBezTo>
                  <a:pt x="3532997" y="0"/>
                  <a:pt x="4551996" y="1018999"/>
                  <a:pt x="4551996" y="2275998"/>
                </a:cubicBezTo>
                <a:cubicBezTo>
                  <a:pt x="4551996" y="3532997"/>
                  <a:pt x="3532997" y="4551996"/>
                  <a:pt x="2275998" y="4551996"/>
                </a:cubicBezTo>
                <a:cubicBezTo>
                  <a:pt x="1018999" y="4551996"/>
                  <a:pt x="0" y="3532997"/>
                  <a:pt x="0" y="2275998"/>
                </a:cubicBezTo>
                <a:cubicBezTo>
                  <a:pt x="0" y="1018999"/>
                  <a:pt x="1018999" y="0"/>
                  <a:pt x="2275998" y="0"/>
                </a:cubicBezTo>
                <a:close/>
              </a:path>
            </a:pathLst>
          </a:custGeom>
          <a:noFill/>
          <a:ln w="38100">
            <a:solidFill>
              <a:srgbClr val="D8DFDE"/>
            </a:solidFill>
          </a:ln>
        </p:spPr>
        <p:txBody>
          <a:bodyPr wrap="square" lIns="216000" tIns="216000" rIns="216000" bIns="216000" anchor="ctr" anchorCtr="0">
            <a:noAutofit/>
          </a:bodyPr>
          <a:lstStyle>
            <a:lvl1pPr marL="0" indent="0" algn="l">
              <a:lnSpc>
                <a:spcPct val="100000"/>
              </a:lnSpc>
              <a:buNone/>
              <a:defRPr sz="2000"/>
            </a:lvl1pPr>
            <a:lvl2pPr marL="288000" indent="0" algn="ctr">
              <a:buNone/>
              <a:defRPr/>
            </a:lvl2pPr>
            <a:lvl3pPr algn="ctr">
              <a:defRPr/>
            </a:lvl3pPr>
            <a:lvl4pPr algn="ctr">
              <a:defRPr/>
            </a:lvl4pPr>
            <a:lvl5pPr algn="ctr">
              <a:defRPr/>
            </a:lvl5pPr>
          </a:lstStyle>
          <a:p>
            <a:pPr lvl="0"/>
            <a:r>
              <a:rPr lang="en-US" dirty="0"/>
              <a:t>Click to add </a:t>
            </a:r>
            <a:br>
              <a:rPr lang="en-US" dirty="0"/>
            </a:br>
            <a:r>
              <a:rPr lang="en-US" dirty="0"/>
              <a:t>content</a:t>
            </a:r>
          </a:p>
        </p:txBody>
      </p:sp>
      <p:sp>
        <p:nvSpPr>
          <p:cNvPr id="2" name="Title 1">
            <a:extLst>
              <a:ext uri="{FF2B5EF4-FFF2-40B4-BE49-F238E27FC236}">
                <a16:creationId xmlns:a16="http://schemas.microsoft.com/office/drawing/2014/main" id="{B1B56EA3-D364-C533-10D3-893A65FA0C71}"/>
              </a:ext>
            </a:extLst>
          </p:cNvPr>
          <p:cNvSpPr>
            <a:spLocks noGrp="1"/>
          </p:cNvSpPr>
          <p:nvPr>
            <p:ph type="title" hasCustomPrompt="1"/>
          </p:nvPr>
        </p:nvSpPr>
        <p:spPr>
          <a:xfrm>
            <a:off x="609600" y="2681103"/>
            <a:ext cx="2438400" cy="1495794"/>
          </a:xfrm>
        </p:spPr>
        <p:txBody>
          <a:bodyPr anchor="ctr" anchorCtr="0">
            <a:spAutoFit/>
          </a:bodyPr>
          <a:lstStyle/>
          <a:p>
            <a:r>
              <a:rPr lang="en-US" dirty="0"/>
              <a:t>Click to enter title here</a:t>
            </a:r>
          </a:p>
        </p:txBody>
      </p:sp>
      <p:cxnSp>
        <p:nvCxnSpPr>
          <p:cNvPr id="4" name="Straight Connector 3">
            <a:extLst>
              <a:ext uri="{FF2B5EF4-FFF2-40B4-BE49-F238E27FC236}">
                <a16:creationId xmlns:a16="http://schemas.microsoft.com/office/drawing/2014/main" id="{66AF0C82-6917-BA47-1ABB-92D8583FA868}"/>
              </a:ext>
            </a:extLst>
          </p:cNvPr>
          <p:cNvCxnSpPr>
            <a:cxnSpLocks/>
          </p:cNvCxnSpPr>
          <p:nvPr userDrawn="1"/>
        </p:nvCxnSpPr>
        <p:spPr>
          <a:xfrm>
            <a:off x="3352800" y="1011239"/>
            <a:ext cx="0" cy="45783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589936035"/>
      </p:ext>
    </p:extLst>
  </p:cSld>
  <p:clrMapOvr>
    <a:masterClrMapping/>
  </p:clrMapOvr>
  <p:extLst>
    <p:ext uri="{DCECCB84-F9BA-43D5-87BE-67443E8EF086}">
      <p15:sldGuideLst xmlns:p15="http://schemas.microsoft.com/office/powerpoint/2012/main"/>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END">
    <p:bg>
      <p:bgPr>
        <a:solidFill>
          <a:schemeClr val="tx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C22DA5D-EC7E-40C3-8862-3E3748AD6C3A}"/>
              </a:ext>
            </a:extLst>
          </p:cNvPr>
          <p:cNvSpPr txBox="1">
            <a:spLocks/>
          </p:cNvSpPr>
          <p:nvPr userDrawn="1"/>
        </p:nvSpPr>
        <p:spPr>
          <a:xfrm>
            <a:off x="1257304" y="769811"/>
            <a:ext cx="9677394" cy="5318379"/>
          </a:xfrm>
          <a:prstGeom prst="rect">
            <a:avLst/>
          </a:prstGeom>
        </p:spPr>
        <p:txBody>
          <a:bodyPr vert="horz" wrap="square" lIns="0" tIns="0" rIns="0" bIns="0" rtlCol="0" anchor="t">
            <a:spAutoFit/>
          </a:bodyPr>
          <a:lstStyle>
            <a:lvl1pPr algn="ctr" defTabSz="914400" rtl="0" eaLnBrk="1" latinLnBrk="0" hangingPunct="1">
              <a:lnSpc>
                <a:spcPct val="90000"/>
              </a:lnSpc>
              <a:spcBef>
                <a:spcPct val="0"/>
              </a:spcBef>
              <a:buNone/>
              <a:defRPr sz="6000" kern="1200">
                <a:solidFill>
                  <a:schemeClr val="bg1"/>
                </a:solidFill>
                <a:latin typeface="+mj-lt"/>
                <a:ea typeface="+mj-ea"/>
                <a:cs typeface="+mj-cs"/>
              </a:defRPr>
            </a:lvl1pPr>
          </a:lstStyle>
          <a:p>
            <a:pPr>
              <a:lnSpc>
                <a:spcPct val="90000"/>
              </a:lnSpc>
            </a:pPr>
            <a:r>
              <a:rPr lang="en-US" sz="9600" dirty="0"/>
              <a:t>Do not use layouts</a:t>
            </a:r>
            <a:br>
              <a:rPr lang="en-US" sz="9600" dirty="0"/>
            </a:br>
            <a:r>
              <a:rPr lang="en-US" sz="9600" dirty="0"/>
              <a:t>in this section appearing after this point. </a:t>
            </a:r>
          </a:p>
        </p:txBody>
      </p:sp>
      <p:sp>
        <p:nvSpPr>
          <p:cNvPr id="3" name="DO NOT DELETE (BRANDIN)">
            <a:extLst>
              <a:ext uri="{FF2B5EF4-FFF2-40B4-BE49-F238E27FC236}">
                <a16:creationId xmlns:a16="http://schemas.microsoft.com/office/drawing/2014/main" id="{088BE6C7-1108-0041-AA63-83BBB3C54183}"/>
              </a:ext>
            </a:extLst>
          </p:cNvPr>
          <p:cNvSpPr/>
          <p:nvPr userDrawn="1"/>
        </p:nvSpPr>
        <p:spPr>
          <a:xfrm>
            <a:off x="152400" y="15240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20000"/>
              </a:lnSpc>
              <a:spcAft>
                <a:spcPts val="600"/>
              </a:spcAft>
            </a:pPr>
            <a:endParaRPr lang="en-US" dirty="0" err="1"/>
          </a:p>
        </p:txBody>
      </p:sp>
    </p:spTree>
    <p:custDataLst>
      <p:custData r:id="rId1"/>
      <p:tags r:id="rId2"/>
    </p:custDataLst>
    <p:extLst>
      <p:ext uri="{BB962C8B-B14F-4D97-AF65-F5344CB8AC3E}">
        <p14:creationId xmlns:p14="http://schemas.microsoft.com/office/powerpoint/2010/main" val="11425801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sv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2.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18" Type="http://schemas.openxmlformats.org/officeDocument/2006/relationships/slideLayout" Target="../slideLayouts/slideLayout27.xml"/><Relationship Id="rId3" Type="http://schemas.openxmlformats.org/officeDocument/2006/relationships/slideLayout" Target="../slideLayouts/slideLayout12.xml"/><Relationship Id="rId21" Type="http://schemas.openxmlformats.org/officeDocument/2006/relationships/slideLayout" Target="../slideLayouts/slideLayout30.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17" Type="http://schemas.openxmlformats.org/officeDocument/2006/relationships/slideLayout" Target="../slideLayouts/slideLayout26.xml"/><Relationship Id="rId2" Type="http://schemas.openxmlformats.org/officeDocument/2006/relationships/slideLayout" Target="../slideLayouts/slideLayout11.xml"/><Relationship Id="rId16" Type="http://schemas.openxmlformats.org/officeDocument/2006/relationships/slideLayout" Target="../slideLayouts/slideLayout25.xml"/><Relationship Id="rId20" Type="http://schemas.openxmlformats.org/officeDocument/2006/relationships/slideLayout" Target="../slideLayouts/slideLayout29.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24" Type="http://schemas.openxmlformats.org/officeDocument/2006/relationships/image" Target="../media/image1.svg"/><Relationship Id="rId5" Type="http://schemas.openxmlformats.org/officeDocument/2006/relationships/slideLayout" Target="../slideLayouts/slideLayout14.xml"/><Relationship Id="rId15" Type="http://schemas.openxmlformats.org/officeDocument/2006/relationships/slideLayout" Target="../slideLayouts/slideLayout24.xml"/><Relationship Id="rId23" Type="http://schemas.openxmlformats.org/officeDocument/2006/relationships/tags" Target="../tags/tag13.xml"/><Relationship Id="rId10" Type="http://schemas.openxmlformats.org/officeDocument/2006/relationships/slideLayout" Target="../slideLayouts/slideLayout19.xml"/><Relationship Id="rId19" Type="http://schemas.openxmlformats.org/officeDocument/2006/relationships/slideLayout" Target="../slideLayouts/slideLayout28.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 Id="rId2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image" Target="../media/image1.svg"/><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tags" Target="../tags/tag37.xml"/><Relationship Id="rId5" Type="http://schemas.openxmlformats.org/officeDocument/2006/relationships/slideLayout" Target="../slideLayouts/slideLayout35.xml"/><Relationship Id="rId10" Type="http://schemas.openxmlformats.org/officeDocument/2006/relationships/theme" Target="../theme/theme3.xml"/><Relationship Id="rId4" Type="http://schemas.openxmlformats.org/officeDocument/2006/relationships/slideLayout" Target="../slideLayouts/slideLayout34.xml"/><Relationship Id="rId9" Type="http://schemas.openxmlformats.org/officeDocument/2006/relationships/slideLayout" Target="../slideLayouts/slideLayout39.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42.xml"/><Relationship Id="rId7" Type="http://schemas.openxmlformats.org/officeDocument/2006/relationships/slideLayout" Target="../slideLayouts/slideLayout46.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5" Type="http://schemas.openxmlformats.org/officeDocument/2006/relationships/slideLayout" Target="../slideLayouts/slideLayout44.xml"/><Relationship Id="rId10" Type="http://schemas.openxmlformats.org/officeDocument/2006/relationships/image" Target="../media/image1.svg"/><Relationship Id="rId4" Type="http://schemas.openxmlformats.org/officeDocument/2006/relationships/slideLayout" Target="../slideLayouts/slideLayout43.xml"/><Relationship Id="rId9" Type="http://schemas.openxmlformats.org/officeDocument/2006/relationships/tags" Target="../tags/tag47.xml"/></Relationships>
</file>

<file path=ppt/slideMasters/_rels/slideMaster5.xml.rels><?xml version="1.0" encoding="UTF-8" standalone="yes"?>
<Relationships xmlns="http://schemas.openxmlformats.org/package/2006/relationships"><Relationship Id="rId8" Type="http://schemas.openxmlformats.org/officeDocument/2006/relationships/tags" Target="../tags/tag55.xml"/><Relationship Id="rId3" Type="http://schemas.openxmlformats.org/officeDocument/2006/relationships/slideLayout" Target="../slideLayouts/slideLayout49.xml"/><Relationship Id="rId7" Type="http://schemas.openxmlformats.org/officeDocument/2006/relationships/theme" Target="../theme/theme5.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5" Type="http://schemas.openxmlformats.org/officeDocument/2006/relationships/slideLayout" Target="../slideLayouts/slideLayout51.xml"/><Relationship Id="rId4" Type="http://schemas.openxmlformats.org/officeDocument/2006/relationships/slideLayout" Target="../slideLayouts/slideLayout50.xml"/><Relationship Id="rId9" Type="http://schemas.openxmlformats.org/officeDocument/2006/relationships/image" Target="../media/image1.svg"/></Relationships>
</file>

<file path=ppt/slideMasters/_rels/slideMaster6.xml.rels><?xml version="1.0" encoding="UTF-8" standalone="yes"?>
<Relationships xmlns="http://schemas.openxmlformats.org/package/2006/relationships"><Relationship Id="rId8" Type="http://schemas.openxmlformats.org/officeDocument/2006/relationships/image" Target="../media/image1.svg"/><Relationship Id="rId3" Type="http://schemas.openxmlformats.org/officeDocument/2006/relationships/slideLayout" Target="../slideLayouts/slideLayout55.xml"/><Relationship Id="rId7" Type="http://schemas.openxmlformats.org/officeDocument/2006/relationships/tags" Target="../tags/tag62.xml"/><Relationship Id="rId2" Type="http://schemas.openxmlformats.org/officeDocument/2006/relationships/slideLayout" Target="../slideLayouts/slideLayout54.xml"/><Relationship Id="rId1" Type="http://schemas.openxmlformats.org/officeDocument/2006/relationships/slideLayout" Target="../slideLayouts/slideLayout53.xml"/><Relationship Id="rId6" Type="http://schemas.openxmlformats.org/officeDocument/2006/relationships/theme" Target="../theme/theme6.xml"/><Relationship Id="rId5" Type="http://schemas.openxmlformats.org/officeDocument/2006/relationships/slideLayout" Target="../slideLayouts/slideLayout57.xml"/><Relationship Id="rId4" Type="http://schemas.openxmlformats.org/officeDocument/2006/relationships/slideLayout" Target="../slideLayouts/slideLayout56.xml"/></Relationships>
</file>

<file path=ppt/slideMasters/_rels/slideMaster7.xml.rels><?xml version="1.0" encoding="UTF-8" standalone="yes"?>
<Relationships xmlns="http://schemas.openxmlformats.org/package/2006/relationships"><Relationship Id="rId8" Type="http://schemas.openxmlformats.org/officeDocument/2006/relationships/image" Target="../media/image1.svg"/><Relationship Id="rId3" Type="http://schemas.openxmlformats.org/officeDocument/2006/relationships/slideLayout" Target="../slideLayouts/slideLayout60.xml"/><Relationship Id="rId7" Type="http://schemas.openxmlformats.org/officeDocument/2006/relationships/tags" Target="../tags/tag68.xml"/><Relationship Id="rId2" Type="http://schemas.openxmlformats.org/officeDocument/2006/relationships/slideLayout" Target="../slideLayouts/slideLayout59.xml"/><Relationship Id="rId1" Type="http://schemas.openxmlformats.org/officeDocument/2006/relationships/slideLayout" Target="../slideLayouts/slideLayout58.xml"/><Relationship Id="rId6" Type="http://schemas.openxmlformats.org/officeDocument/2006/relationships/theme" Target="../theme/theme7.xml"/><Relationship Id="rId5" Type="http://schemas.openxmlformats.org/officeDocument/2006/relationships/slideLayout" Target="../slideLayouts/slideLayout62.xml"/><Relationship Id="rId4" Type="http://schemas.openxmlformats.org/officeDocument/2006/relationships/slideLayout" Target="../slideLayouts/slideLayout61.xml"/></Relationships>
</file>

<file path=ppt/slideMasters/_rels/slideMaster8.xml.rels><?xml version="1.0" encoding="UTF-8" standalone="yes"?>
<Relationships xmlns="http://schemas.openxmlformats.org/package/2006/relationships"><Relationship Id="rId3" Type="http://schemas.openxmlformats.org/officeDocument/2006/relationships/slideLayout" Target="../slideLayouts/slideLayout65.xml"/><Relationship Id="rId2" Type="http://schemas.openxmlformats.org/officeDocument/2006/relationships/slideLayout" Target="../slideLayouts/slideLayout64.xml"/><Relationship Id="rId1" Type="http://schemas.openxmlformats.org/officeDocument/2006/relationships/slideLayout" Target="../slideLayouts/slideLayout63.xml"/><Relationship Id="rId6" Type="http://schemas.openxmlformats.org/officeDocument/2006/relationships/image" Target="../media/image1.svg"/><Relationship Id="rId5" Type="http://schemas.openxmlformats.org/officeDocument/2006/relationships/tags" Target="../tags/tag74.xml"/><Relationship Id="rId4"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73.xml"/><Relationship Id="rId13" Type="http://schemas.openxmlformats.org/officeDocument/2006/relationships/slideLayout" Target="../slideLayouts/slideLayout78.xml"/><Relationship Id="rId3" Type="http://schemas.openxmlformats.org/officeDocument/2006/relationships/slideLayout" Target="../slideLayouts/slideLayout68.xml"/><Relationship Id="rId7" Type="http://schemas.openxmlformats.org/officeDocument/2006/relationships/slideLayout" Target="../slideLayouts/slideLayout72.xml"/><Relationship Id="rId12" Type="http://schemas.openxmlformats.org/officeDocument/2006/relationships/slideLayout" Target="../slideLayouts/slideLayout77.xml"/><Relationship Id="rId2" Type="http://schemas.openxmlformats.org/officeDocument/2006/relationships/slideLayout" Target="../slideLayouts/slideLayout67.xml"/><Relationship Id="rId16" Type="http://schemas.openxmlformats.org/officeDocument/2006/relationships/image" Target="../media/image1.svg"/><Relationship Id="rId1" Type="http://schemas.openxmlformats.org/officeDocument/2006/relationships/slideLayout" Target="../slideLayouts/slideLayout66.xml"/><Relationship Id="rId6" Type="http://schemas.openxmlformats.org/officeDocument/2006/relationships/slideLayout" Target="../slideLayouts/slideLayout71.xml"/><Relationship Id="rId11" Type="http://schemas.openxmlformats.org/officeDocument/2006/relationships/slideLayout" Target="../slideLayouts/slideLayout76.xml"/><Relationship Id="rId5" Type="http://schemas.openxmlformats.org/officeDocument/2006/relationships/slideLayout" Target="../slideLayouts/slideLayout70.xml"/><Relationship Id="rId15" Type="http://schemas.openxmlformats.org/officeDocument/2006/relationships/tags" Target="../tags/tag78.xml"/><Relationship Id="rId10" Type="http://schemas.openxmlformats.org/officeDocument/2006/relationships/slideLayout" Target="../slideLayouts/slideLayout75.xml"/><Relationship Id="rId4" Type="http://schemas.openxmlformats.org/officeDocument/2006/relationships/slideLayout" Target="../slideLayouts/slideLayout69.xml"/><Relationship Id="rId9" Type="http://schemas.openxmlformats.org/officeDocument/2006/relationships/slideLayout" Target="../slideLayouts/slideLayout74.xml"/><Relationship Id="rId14" Type="http://schemas.openxmlformats.org/officeDocument/2006/relationships/theme" Target="../theme/theme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5884D0-6C0A-4957-A521-E7AECDD8A627}"/>
              </a:ext>
            </a:extLst>
          </p:cNvPr>
          <p:cNvSpPr>
            <a:spLocks noGrp="1"/>
          </p:cNvSpPr>
          <p:nvPr>
            <p:ph type="title"/>
          </p:nvPr>
        </p:nvSpPr>
        <p:spPr>
          <a:xfrm>
            <a:off x="609600" y="401638"/>
            <a:ext cx="10972800" cy="914401"/>
          </a:xfrm>
          <a:prstGeom prst="rect">
            <a:avLst/>
          </a:prstGeom>
        </p:spPr>
        <p:txBody>
          <a:bodyPr vert="horz" lIns="0" tIns="0" rIns="0" bIns="0" rtlCol="0" anchor="t">
            <a:noAutofit/>
          </a:bodyPr>
          <a:lstStyle/>
          <a:p>
            <a:r>
              <a:rPr lang="en-US" dirty="0"/>
              <a:t>Click to enter title here</a:t>
            </a:r>
            <a:endParaRPr lang="en-GB" dirty="0"/>
          </a:p>
        </p:txBody>
      </p:sp>
      <p:sp>
        <p:nvSpPr>
          <p:cNvPr id="4" name="Date Placeholder 3">
            <a:extLst>
              <a:ext uri="{FF2B5EF4-FFF2-40B4-BE49-F238E27FC236}">
                <a16:creationId xmlns:a16="http://schemas.microsoft.com/office/drawing/2014/main" id="{FD78F6B2-FAF9-4D08-B8BD-F2646AEF396C}"/>
              </a:ext>
            </a:extLst>
          </p:cNvPr>
          <p:cNvSpPr>
            <a:spLocks noGrp="1"/>
          </p:cNvSpPr>
          <p:nvPr>
            <p:ph type="dt" sz="half" idx="2"/>
          </p:nvPr>
        </p:nvSpPr>
        <p:spPr>
          <a:xfrm>
            <a:off x="10363200" y="6344085"/>
            <a:ext cx="1219199" cy="309145"/>
          </a:xfrm>
          <a:prstGeom prst="rect">
            <a:avLst/>
          </a:prstGeom>
        </p:spPr>
        <p:txBody>
          <a:bodyPr vert="horz" lIns="91440" tIns="45720" rIns="0" bIns="72000" rtlCol="0" anchor="b" anchorCtr="0">
            <a:noAutofit/>
          </a:bodyPr>
          <a:lstStyle>
            <a:lvl1pPr algn="r">
              <a:lnSpc>
                <a:spcPct val="100000"/>
              </a:lnSpc>
              <a:spcBef>
                <a:spcPts val="0"/>
              </a:spcBef>
              <a:spcAft>
                <a:spcPts val="0"/>
              </a:spcAft>
              <a:defRPr sz="800">
                <a:solidFill>
                  <a:schemeClr val="tx1"/>
                </a:solidFill>
              </a:defRPr>
            </a:lvl1pPr>
          </a:lstStyle>
          <a:p>
            <a:endParaRPr lang="en-GB" dirty="0"/>
          </a:p>
        </p:txBody>
      </p:sp>
      <p:sp>
        <p:nvSpPr>
          <p:cNvPr id="6" name="Slide Number Placeholder 5">
            <a:extLst>
              <a:ext uri="{FF2B5EF4-FFF2-40B4-BE49-F238E27FC236}">
                <a16:creationId xmlns:a16="http://schemas.microsoft.com/office/drawing/2014/main" id="{6410E024-D0BA-4349-981A-F74D8D6124B4}"/>
              </a:ext>
            </a:extLst>
          </p:cNvPr>
          <p:cNvSpPr>
            <a:spLocks noGrp="1"/>
          </p:cNvSpPr>
          <p:nvPr>
            <p:ph type="sldNum" sz="quarter" idx="4"/>
          </p:nvPr>
        </p:nvSpPr>
        <p:spPr>
          <a:xfrm>
            <a:off x="0" y="6344085"/>
            <a:ext cx="487680" cy="309145"/>
          </a:xfrm>
          <a:prstGeom prst="rect">
            <a:avLst/>
          </a:prstGeom>
        </p:spPr>
        <p:txBody>
          <a:bodyPr vert="horz" lIns="0" tIns="0" rIns="0" bIns="72000" rtlCol="0" anchor="b" anchorCtr="0">
            <a:noAutofit/>
          </a:bodyPr>
          <a:lstStyle>
            <a:lvl1pPr algn="r">
              <a:lnSpc>
                <a:spcPct val="100000"/>
              </a:lnSpc>
              <a:spcBef>
                <a:spcPts val="0"/>
              </a:spcBef>
              <a:spcAft>
                <a:spcPts val="0"/>
              </a:spcAft>
              <a:defRPr sz="800">
                <a:solidFill>
                  <a:schemeClr val="tx1"/>
                </a:solidFill>
              </a:defRPr>
            </a:lvl1pPr>
          </a:lstStyle>
          <a:p>
            <a:fld id="{F8E47D07-9D1E-4FE9-B31A-2F5863681021}" type="slidenum">
              <a:rPr lang="en-GB" smtClean="0"/>
              <a:pPr/>
              <a:t>‹#›</a:t>
            </a:fld>
            <a:endParaRPr lang="en-GB" dirty="0"/>
          </a:p>
        </p:txBody>
      </p:sp>
      <p:sp>
        <p:nvSpPr>
          <p:cNvPr id="20" name="Text Placeholder 30">
            <a:extLst>
              <a:ext uri="{FF2B5EF4-FFF2-40B4-BE49-F238E27FC236}">
                <a16:creationId xmlns:a16="http://schemas.microsoft.com/office/drawing/2014/main" id="{611C7859-08D9-4DAD-BB25-DD22F6761BE3}"/>
              </a:ext>
            </a:extLst>
          </p:cNvPr>
          <p:cNvSpPr txBox="1">
            <a:spLocks/>
          </p:cNvSpPr>
          <p:nvPr/>
        </p:nvSpPr>
        <p:spPr>
          <a:xfrm>
            <a:off x="11704319" y="6321108"/>
            <a:ext cx="294812" cy="355098"/>
          </a:xfrm>
          <a:prstGeom prst="rect">
            <a:avLst/>
          </a:prstGeom>
          <a:blipFill>
            <a:blip>
              <a:extLst>
                <a:ext uri="{96DAC541-7B7A-43D3-8B79-37D633B846F1}">
                  <asvg:svgBlip xmlns:asvg="http://schemas.microsoft.com/office/drawing/2016/SVG/main" r:embed="rId12"/>
                </a:ext>
              </a:extLst>
            </a:blip>
            <a:stretch>
              <a:fillRect/>
            </a:stretch>
          </a:blipFill>
        </p:spPr>
        <p:txBody>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600" kern="1200">
                <a:solidFill>
                  <a:schemeClr val="tx2"/>
                </a:solidFill>
                <a:latin typeface="+mn-lt"/>
                <a:ea typeface="+mn-ea"/>
                <a:cs typeface="+mn-cs"/>
              </a:defRPr>
            </a:lvl1pPr>
            <a:lvl2pPr marL="2286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600" kern="1200">
                <a:solidFill>
                  <a:schemeClr val="tx2"/>
                </a:solidFill>
                <a:latin typeface="+mn-lt"/>
                <a:ea typeface="+mn-ea"/>
                <a:cs typeface="+mn-cs"/>
              </a:defRPr>
            </a:lvl2pPr>
            <a:lvl3pPr marL="4445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400" kern="1200">
                <a:solidFill>
                  <a:schemeClr val="tx2"/>
                </a:solidFill>
                <a:latin typeface="+mn-lt"/>
                <a:ea typeface="+mn-ea"/>
                <a:cs typeface="+mn-cs"/>
              </a:defRPr>
            </a:lvl3pPr>
            <a:lvl4pPr marL="625475"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4pPr>
            <a:lvl5pPr marL="80645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dirty="0"/>
              <a:t> </a:t>
            </a:r>
          </a:p>
        </p:txBody>
      </p:sp>
      <p:sp>
        <p:nvSpPr>
          <p:cNvPr id="8" name="Text Placeholder 7">
            <a:extLst>
              <a:ext uri="{FF2B5EF4-FFF2-40B4-BE49-F238E27FC236}">
                <a16:creationId xmlns:a16="http://schemas.microsoft.com/office/drawing/2014/main" id="{6E248C0A-0C4B-4F9E-B86F-C76D98029E86}"/>
              </a:ext>
            </a:extLst>
          </p:cNvPr>
          <p:cNvSpPr>
            <a:spLocks noGrp="1"/>
          </p:cNvSpPr>
          <p:nvPr>
            <p:ph type="body" idx="1"/>
          </p:nvPr>
        </p:nvSpPr>
        <p:spPr>
          <a:xfrm>
            <a:off x="609600" y="1468439"/>
            <a:ext cx="10972800" cy="4730749"/>
          </a:xfrm>
          <a:prstGeom prst="rect">
            <a:avLst/>
          </a:prstGeom>
        </p:spPr>
        <p:txBody>
          <a:bodyPr vert="horz" lIns="0" tIns="0" rIns="0" bIns="0" rtlCol="0">
            <a:noAutofit/>
          </a:bodyPr>
          <a:lstStyle/>
          <a:p>
            <a:pPr lvl="0"/>
            <a:r>
              <a:rPr lang="en-US" dirty="0"/>
              <a:t>Click to add text here. </a:t>
            </a:r>
            <a:br>
              <a:rPr lang="en-US" dirty="0"/>
            </a:br>
            <a:r>
              <a:rPr lang="en-US" dirty="0"/>
              <a:t>When pasting copy from other slides, be sure to right-click and choose ‘Keep text only’.</a:t>
            </a:r>
            <a:br>
              <a:rPr lang="en-US" dirty="0"/>
            </a:br>
            <a:r>
              <a:rPr lang="en-US" dirty="0"/>
              <a:t>To increase bullet level, select your text and press Tab.</a:t>
            </a:r>
            <a:br>
              <a:rPr lang="en-US" dirty="0"/>
            </a:br>
            <a:r>
              <a:rPr lang="en-US" dirty="0"/>
              <a:t>To decrease bullet level, select your bullet text and press Shift + Tab.</a:t>
            </a:r>
          </a:p>
          <a:p>
            <a:pPr lvl="1"/>
            <a:r>
              <a:rPr lang="en-US" dirty="0"/>
              <a:t>Second level</a:t>
            </a:r>
          </a:p>
          <a:p>
            <a:pPr lvl="2"/>
            <a:r>
              <a:rPr lang="en-US" dirty="0"/>
              <a:t>Third level</a:t>
            </a:r>
          </a:p>
          <a:p>
            <a:pPr lvl="3"/>
            <a:r>
              <a:rPr lang="en-US" dirty="0"/>
              <a:t>Fourth level</a:t>
            </a:r>
          </a:p>
          <a:p>
            <a:pPr lvl="4"/>
            <a:r>
              <a:rPr lang="en-US" dirty="0"/>
              <a:t>Fifth level</a:t>
            </a:r>
          </a:p>
        </p:txBody>
      </p:sp>
    </p:spTree>
    <p:custDataLst>
      <p:tags r:id="rId11"/>
    </p:custDataLst>
    <p:extLst>
      <p:ext uri="{BB962C8B-B14F-4D97-AF65-F5344CB8AC3E}">
        <p14:creationId xmlns:p14="http://schemas.microsoft.com/office/powerpoint/2010/main" val="2125873824"/>
      </p:ext>
    </p:extLst>
  </p:cSld>
  <p:clrMap bg1="lt1" tx1="dk1" bg2="lt2" tx2="dk2" accent1="accent1" accent2="accent2" accent3="accent3" accent4="accent4" accent5="accent5" accent6="accent6" hlink="hlink" folHlink="folHlink"/>
  <p:sldLayoutIdLst>
    <p:sldLayoutId id="2147484049" r:id="rId1"/>
    <p:sldLayoutId id="2147483846" r:id="rId2"/>
    <p:sldLayoutId id="2147483987" r:id="rId3"/>
    <p:sldLayoutId id="2147483840" r:id="rId4"/>
    <p:sldLayoutId id="2147483850" r:id="rId5"/>
    <p:sldLayoutId id="2147483950" r:id="rId6"/>
    <p:sldLayoutId id="2147483849" r:id="rId7"/>
    <p:sldLayoutId id="2147483851" r:id="rId8"/>
    <p:sldLayoutId id="2147483852" r:id="rId9"/>
  </p:sldLayoutIdLst>
  <p:hf hdr="0" ftr="0"/>
  <p:txStyles>
    <p:titleStyle>
      <a:lvl1pPr algn="l" defTabSz="914400" rtl="0" eaLnBrk="1" latinLnBrk="0" hangingPunct="1">
        <a:lnSpc>
          <a:spcPct val="90000"/>
        </a:lnSpc>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lnSpc>
          <a:spcPct val="100000"/>
        </a:lnSpc>
        <a:spcBef>
          <a:spcPts val="600"/>
        </a:spcBef>
        <a:spcAft>
          <a:spcPts val="600"/>
        </a:spcAft>
        <a:buFont typeface="Arial" panose="020B0604020202020204" pitchFamily="34" charset="0"/>
        <a:buChar char="•"/>
        <a:defRPr sz="2400" kern="1200">
          <a:solidFill>
            <a:schemeClr val="tx1"/>
          </a:solidFill>
          <a:latin typeface="+mn-lt"/>
          <a:ea typeface="+mn-ea"/>
          <a:cs typeface="+mn-cs"/>
        </a:defRPr>
      </a:lvl1pPr>
      <a:lvl2pPr marL="460800" marR="0" indent="-228600" algn="l" defTabSz="914400" rtl="0" eaLnBrk="1" fontAlgn="auto" latinLnBrk="0" hangingPunct="1">
        <a:lnSpc>
          <a:spcPct val="100000"/>
        </a:lnSpc>
        <a:spcBef>
          <a:spcPts val="0"/>
        </a:spcBef>
        <a:spcAft>
          <a:spcPts val="800"/>
        </a:spcAft>
        <a:buClrTx/>
        <a:buSzPct val="100000"/>
        <a:buFont typeface="Arial" panose="020B0604020202020204" pitchFamily="34" charset="0"/>
        <a:buChar char="•"/>
        <a:tabLst/>
        <a:defRPr lang="en-US" sz="2400" kern="1200" dirty="0">
          <a:solidFill>
            <a:schemeClr val="tx1"/>
          </a:solidFill>
          <a:latin typeface="+mn-lt"/>
          <a:ea typeface="+mn-ea"/>
          <a:cs typeface="+mn-cs"/>
        </a:defRPr>
      </a:lvl2pPr>
      <a:lvl3pPr marL="691200" indent="-228600" algn="l" defTabSz="914400" rtl="0" eaLnBrk="1" latinLnBrk="0" hangingPunct="1">
        <a:lnSpc>
          <a:spcPct val="100000"/>
        </a:lnSpc>
        <a:spcBef>
          <a:spcPts val="0"/>
        </a:spcBef>
        <a:spcAft>
          <a:spcPts val="800"/>
        </a:spcAft>
        <a:buClrTx/>
        <a:buSzPct val="100000"/>
        <a:buFont typeface="Arial" panose="020B0604020202020204" pitchFamily="34" charset="0"/>
        <a:buChar char="•"/>
        <a:defRPr sz="2000" kern="1200">
          <a:solidFill>
            <a:schemeClr val="tx1"/>
          </a:solidFill>
          <a:latin typeface="+mn-lt"/>
          <a:ea typeface="+mn-ea"/>
          <a:cs typeface="+mn-cs"/>
        </a:defRPr>
      </a:lvl3pPr>
      <a:lvl4pPr marL="921600" indent="-2286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smtClean="0">
          <a:solidFill>
            <a:schemeClr val="tx1"/>
          </a:solidFill>
          <a:latin typeface="+mn-lt"/>
          <a:ea typeface="+mn-ea"/>
          <a:cs typeface="+mn-cs"/>
        </a:defRPr>
      </a:lvl4pPr>
      <a:lvl5pPr marL="1152000" indent="-228600" algn="l" defTabSz="914400" rtl="0" eaLnBrk="1" latinLnBrk="0" hangingPunct="1">
        <a:lnSpc>
          <a:spcPct val="100000"/>
        </a:lnSpc>
        <a:spcBef>
          <a:spcPts val="0"/>
        </a:spcBef>
        <a:spcAft>
          <a:spcPts val="800"/>
        </a:spcAft>
        <a:buClrTx/>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E3E3E3"/>
          </p15:clr>
        </p15:guide>
        <p15:guide id="2" pos="7680" userDrawn="1">
          <p15:clr>
            <a:srgbClr val="E3E3E3"/>
          </p15:clr>
        </p15:guide>
        <p15:guide id="3" pos="384" userDrawn="1">
          <p15:clr>
            <a:srgbClr val="E3E3E3"/>
          </p15:clr>
        </p15:guide>
        <p15:guide id="4" pos="768" userDrawn="1">
          <p15:clr>
            <a:srgbClr val="E3E3E3"/>
          </p15:clr>
        </p15:guide>
        <p15:guide id="5" pos="1152" userDrawn="1">
          <p15:clr>
            <a:srgbClr val="E3E3E3"/>
          </p15:clr>
        </p15:guide>
        <p15:guide id="6" pos="1536" userDrawn="1">
          <p15:clr>
            <a:srgbClr val="E3E3E3"/>
          </p15:clr>
        </p15:guide>
        <p15:guide id="7" pos="1920" userDrawn="1">
          <p15:clr>
            <a:srgbClr val="E3E3E3"/>
          </p15:clr>
        </p15:guide>
        <p15:guide id="8" pos="2304" userDrawn="1">
          <p15:clr>
            <a:srgbClr val="E3E3E3"/>
          </p15:clr>
        </p15:guide>
        <p15:guide id="9" pos="2688" userDrawn="1">
          <p15:clr>
            <a:srgbClr val="E3E3E3"/>
          </p15:clr>
        </p15:guide>
        <p15:guide id="10" pos="3072" userDrawn="1">
          <p15:clr>
            <a:srgbClr val="E3E3E3"/>
          </p15:clr>
        </p15:guide>
        <p15:guide id="11" pos="3456" userDrawn="1">
          <p15:clr>
            <a:srgbClr val="E3E3E3"/>
          </p15:clr>
        </p15:guide>
        <p15:guide id="12" pos="3840" userDrawn="1">
          <p15:clr>
            <a:srgbClr val="E3E3E3"/>
          </p15:clr>
        </p15:guide>
        <p15:guide id="13" pos="4224" userDrawn="1">
          <p15:clr>
            <a:srgbClr val="E3E3E3"/>
          </p15:clr>
        </p15:guide>
        <p15:guide id="14" pos="4608" userDrawn="1">
          <p15:clr>
            <a:srgbClr val="E3E3E3"/>
          </p15:clr>
        </p15:guide>
        <p15:guide id="15" pos="4992" userDrawn="1">
          <p15:clr>
            <a:srgbClr val="E3E3E3"/>
          </p15:clr>
        </p15:guide>
        <p15:guide id="16" pos="5376" userDrawn="1">
          <p15:clr>
            <a:srgbClr val="E3E3E3"/>
          </p15:clr>
        </p15:guide>
        <p15:guide id="17" pos="5760" userDrawn="1">
          <p15:clr>
            <a:srgbClr val="E3E3E3"/>
          </p15:clr>
        </p15:guide>
        <p15:guide id="18" pos="6144" userDrawn="1">
          <p15:clr>
            <a:srgbClr val="E3E3E3"/>
          </p15:clr>
        </p15:guide>
        <p15:guide id="19" pos="6528" userDrawn="1">
          <p15:clr>
            <a:srgbClr val="E3E3E3"/>
          </p15:clr>
        </p15:guide>
        <p15:guide id="20" pos="6912" userDrawn="1">
          <p15:clr>
            <a:srgbClr val="E3E3E3"/>
          </p15:clr>
        </p15:guide>
        <p15:guide id="21" pos="7296" userDrawn="1">
          <p15:clr>
            <a:srgbClr val="E3E3E3"/>
          </p15:clr>
        </p15:guide>
        <p15:guide id="22" orient="horz" userDrawn="1">
          <p15:clr>
            <a:srgbClr val="E3E3E3"/>
          </p15:clr>
        </p15:guide>
        <p15:guide id="23" orient="horz" pos="4320" userDrawn="1">
          <p15:clr>
            <a:srgbClr val="E3E3E3"/>
          </p15:clr>
        </p15:guide>
        <p15:guide id="24" orient="horz" pos="253" userDrawn="1">
          <p15:clr>
            <a:srgbClr val="C35EA4"/>
          </p15:clr>
        </p15:guide>
        <p15:guide id="25" orient="horz" pos="3905" userDrawn="1">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5884D0-6C0A-4957-A521-E7AECDD8A627}"/>
              </a:ext>
            </a:extLst>
          </p:cNvPr>
          <p:cNvSpPr>
            <a:spLocks noGrp="1"/>
          </p:cNvSpPr>
          <p:nvPr>
            <p:ph type="title"/>
          </p:nvPr>
        </p:nvSpPr>
        <p:spPr>
          <a:xfrm>
            <a:off x="609600" y="401638"/>
            <a:ext cx="10972800" cy="914400"/>
          </a:xfrm>
          <a:prstGeom prst="rect">
            <a:avLst/>
          </a:prstGeom>
        </p:spPr>
        <p:txBody>
          <a:bodyPr vert="horz" lIns="0" tIns="0" rIns="0" bIns="0" rtlCol="0" anchor="t">
            <a:normAutofit/>
          </a:bodyPr>
          <a:lstStyle/>
          <a:p>
            <a:r>
              <a:rPr lang="en-US" dirty="0"/>
              <a:t>Click to enter title here</a:t>
            </a:r>
            <a:endParaRPr lang="en-GB" dirty="0"/>
          </a:p>
        </p:txBody>
      </p:sp>
      <p:sp>
        <p:nvSpPr>
          <p:cNvPr id="4" name="Date Placeholder 3">
            <a:extLst>
              <a:ext uri="{FF2B5EF4-FFF2-40B4-BE49-F238E27FC236}">
                <a16:creationId xmlns:a16="http://schemas.microsoft.com/office/drawing/2014/main" id="{FD78F6B2-FAF9-4D08-B8BD-F2646AEF396C}"/>
              </a:ext>
            </a:extLst>
          </p:cNvPr>
          <p:cNvSpPr>
            <a:spLocks noGrp="1"/>
          </p:cNvSpPr>
          <p:nvPr>
            <p:ph type="dt" sz="half" idx="2"/>
          </p:nvPr>
        </p:nvSpPr>
        <p:spPr>
          <a:xfrm>
            <a:off x="10363199" y="6344085"/>
            <a:ext cx="1219199" cy="309145"/>
          </a:xfrm>
          <a:prstGeom prst="rect">
            <a:avLst/>
          </a:prstGeom>
        </p:spPr>
        <p:txBody>
          <a:bodyPr vert="horz" lIns="91440" tIns="45720" rIns="0" bIns="72000" rtlCol="0" anchor="b" anchorCtr="0">
            <a:noAutofit/>
          </a:bodyPr>
          <a:lstStyle>
            <a:lvl1pPr algn="r">
              <a:lnSpc>
                <a:spcPct val="100000"/>
              </a:lnSpc>
              <a:spcBef>
                <a:spcPts val="0"/>
              </a:spcBef>
              <a:spcAft>
                <a:spcPts val="0"/>
              </a:spcAft>
              <a:defRPr sz="800">
                <a:solidFill>
                  <a:schemeClr val="tx1"/>
                </a:solidFill>
              </a:defRPr>
            </a:lvl1pPr>
          </a:lstStyle>
          <a:p>
            <a:endParaRPr lang="en-GB" dirty="0"/>
          </a:p>
        </p:txBody>
      </p:sp>
      <p:sp>
        <p:nvSpPr>
          <p:cNvPr id="6" name="Slide Number Placeholder 5">
            <a:extLst>
              <a:ext uri="{FF2B5EF4-FFF2-40B4-BE49-F238E27FC236}">
                <a16:creationId xmlns:a16="http://schemas.microsoft.com/office/drawing/2014/main" id="{6410E024-D0BA-4349-981A-F74D8D6124B4}"/>
              </a:ext>
            </a:extLst>
          </p:cNvPr>
          <p:cNvSpPr>
            <a:spLocks noGrp="1"/>
          </p:cNvSpPr>
          <p:nvPr>
            <p:ph type="sldNum" sz="quarter" idx="4"/>
          </p:nvPr>
        </p:nvSpPr>
        <p:spPr>
          <a:xfrm>
            <a:off x="0" y="6344085"/>
            <a:ext cx="487680" cy="309145"/>
          </a:xfrm>
          <a:prstGeom prst="rect">
            <a:avLst/>
          </a:prstGeom>
        </p:spPr>
        <p:txBody>
          <a:bodyPr vert="horz" lIns="0" tIns="0" rIns="0" bIns="72000" rtlCol="0" anchor="b" anchorCtr="0">
            <a:noAutofit/>
          </a:bodyPr>
          <a:lstStyle>
            <a:lvl1pPr algn="r">
              <a:lnSpc>
                <a:spcPct val="100000"/>
              </a:lnSpc>
              <a:spcBef>
                <a:spcPts val="0"/>
              </a:spcBef>
              <a:spcAft>
                <a:spcPts val="0"/>
              </a:spcAft>
              <a:defRPr sz="800">
                <a:solidFill>
                  <a:schemeClr val="tx1"/>
                </a:solidFill>
              </a:defRPr>
            </a:lvl1pPr>
          </a:lstStyle>
          <a:p>
            <a:fld id="{F8E47D07-9D1E-4FE9-B31A-2F5863681021}" type="slidenum">
              <a:rPr lang="en-GB" smtClean="0"/>
              <a:pPr/>
              <a:t>‹#›</a:t>
            </a:fld>
            <a:endParaRPr lang="en-GB" dirty="0"/>
          </a:p>
        </p:txBody>
      </p:sp>
      <p:sp>
        <p:nvSpPr>
          <p:cNvPr id="8" name="Text Placeholder 7">
            <a:extLst>
              <a:ext uri="{FF2B5EF4-FFF2-40B4-BE49-F238E27FC236}">
                <a16:creationId xmlns:a16="http://schemas.microsoft.com/office/drawing/2014/main" id="{6E248C0A-0C4B-4F9E-B86F-C76D98029E86}"/>
              </a:ext>
            </a:extLst>
          </p:cNvPr>
          <p:cNvSpPr>
            <a:spLocks noGrp="1"/>
          </p:cNvSpPr>
          <p:nvPr>
            <p:ph type="body" idx="1"/>
          </p:nvPr>
        </p:nvSpPr>
        <p:spPr>
          <a:xfrm>
            <a:off x="609600" y="1468439"/>
            <a:ext cx="10972800" cy="4736174"/>
          </a:xfrm>
          <a:prstGeom prst="rect">
            <a:avLst/>
          </a:prstGeom>
        </p:spPr>
        <p:txBody>
          <a:bodyPr vert="horz" lIns="0" tIns="0" rIns="0" bIns="0" rtlCol="0">
            <a:noAutofit/>
          </a:bodyPr>
          <a:lstStyle/>
          <a:p>
            <a:pPr lvl="0"/>
            <a:r>
              <a:rPr lang="en-US" dirty="0"/>
              <a:t>Click to add text here. </a:t>
            </a:r>
            <a:br>
              <a:rPr lang="en-US" dirty="0"/>
            </a:br>
            <a:r>
              <a:rPr lang="en-US" dirty="0"/>
              <a:t>When pasting copy from other slides, be sure to right-click and choose ‘Keep text only’.</a:t>
            </a:r>
            <a:br>
              <a:rPr lang="en-US" dirty="0"/>
            </a:br>
            <a:r>
              <a:rPr lang="en-US" dirty="0"/>
              <a:t>To increase bullet level, select your text and press Tab.</a:t>
            </a:r>
            <a:br>
              <a:rPr lang="en-US" dirty="0"/>
            </a:br>
            <a:r>
              <a:rPr lang="en-US" dirty="0"/>
              <a:t>To decrease bullet level, select your bullet text and press Shift + Tab.</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30">
            <a:extLst>
              <a:ext uri="{FF2B5EF4-FFF2-40B4-BE49-F238E27FC236}">
                <a16:creationId xmlns:a16="http://schemas.microsoft.com/office/drawing/2014/main" id="{C8D178E0-FA5A-256D-475A-9B5B39508355}"/>
              </a:ext>
            </a:extLst>
          </p:cNvPr>
          <p:cNvSpPr txBox="1">
            <a:spLocks/>
          </p:cNvSpPr>
          <p:nvPr userDrawn="1"/>
        </p:nvSpPr>
        <p:spPr>
          <a:xfrm>
            <a:off x="11704319" y="6321108"/>
            <a:ext cx="294812" cy="355098"/>
          </a:xfrm>
          <a:prstGeom prst="rect">
            <a:avLst/>
          </a:prstGeom>
          <a:blipFill>
            <a:blip>
              <a:extLst>
                <a:ext uri="{96DAC541-7B7A-43D3-8B79-37D633B846F1}">
                  <asvg:svgBlip xmlns:asvg="http://schemas.microsoft.com/office/drawing/2016/SVG/main" r:embed="rId24"/>
                </a:ext>
              </a:extLst>
            </a:blip>
            <a:stretch>
              <a:fillRect/>
            </a:stretch>
          </a:blipFill>
        </p:spPr>
        <p:txBody>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600" kern="1200">
                <a:solidFill>
                  <a:schemeClr val="tx2"/>
                </a:solidFill>
                <a:latin typeface="+mn-lt"/>
                <a:ea typeface="+mn-ea"/>
                <a:cs typeface="+mn-cs"/>
              </a:defRPr>
            </a:lvl1pPr>
            <a:lvl2pPr marL="2286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600" kern="1200">
                <a:solidFill>
                  <a:schemeClr val="tx2"/>
                </a:solidFill>
                <a:latin typeface="+mn-lt"/>
                <a:ea typeface="+mn-ea"/>
                <a:cs typeface="+mn-cs"/>
              </a:defRPr>
            </a:lvl2pPr>
            <a:lvl3pPr marL="4445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400" kern="1200">
                <a:solidFill>
                  <a:schemeClr val="tx2"/>
                </a:solidFill>
                <a:latin typeface="+mn-lt"/>
                <a:ea typeface="+mn-ea"/>
                <a:cs typeface="+mn-cs"/>
              </a:defRPr>
            </a:lvl3pPr>
            <a:lvl4pPr marL="625475"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4pPr>
            <a:lvl5pPr marL="80645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dirty="0"/>
              <a:t> </a:t>
            </a:r>
          </a:p>
        </p:txBody>
      </p:sp>
    </p:spTree>
    <p:custDataLst>
      <p:tags r:id="rId23"/>
    </p:custDataLst>
    <p:extLst>
      <p:ext uri="{BB962C8B-B14F-4D97-AF65-F5344CB8AC3E}">
        <p14:creationId xmlns:p14="http://schemas.microsoft.com/office/powerpoint/2010/main" val="2532496191"/>
      </p:ext>
    </p:extLst>
  </p:cSld>
  <p:clrMap bg1="lt1" tx1="dk1" bg2="lt2" tx2="dk2" accent1="accent1" accent2="accent2" accent3="accent3" accent4="accent4" accent5="accent5" accent6="accent6" hlink="hlink" folHlink="folHlink"/>
  <p:sldLayoutIdLst>
    <p:sldLayoutId id="2147483986" r:id="rId1"/>
    <p:sldLayoutId id="2147483904" r:id="rId2"/>
    <p:sldLayoutId id="2147484121" r:id="rId3"/>
    <p:sldLayoutId id="2147483848" r:id="rId4"/>
    <p:sldLayoutId id="2147484116" r:id="rId5"/>
    <p:sldLayoutId id="2147484114" r:id="rId6"/>
    <p:sldLayoutId id="2147484115" r:id="rId7"/>
    <p:sldLayoutId id="2147483993" r:id="rId8"/>
    <p:sldLayoutId id="2147483994" r:id="rId9"/>
    <p:sldLayoutId id="2147484101" r:id="rId10"/>
    <p:sldLayoutId id="2147484102" r:id="rId11"/>
    <p:sldLayoutId id="2147484103" r:id="rId12"/>
    <p:sldLayoutId id="2147484104" r:id="rId13"/>
    <p:sldLayoutId id="2147484123" r:id="rId14"/>
    <p:sldLayoutId id="2147484124" r:id="rId15"/>
    <p:sldLayoutId id="2147484125" r:id="rId16"/>
    <p:sldLayoutId id="2147484126" r:id="rId17"/>
    <p:sldLayoutId id="2147484127" r:id="rId18"/>
    <p:sldLayoutId id="2147484128" r:id="rId19"/>
    <p:sldLayoutId id="2147484129" r:id="rId20"/>
    <p:sldLayoutId id="2147483985" r:id="rId21"/>
  </p:sldLayoutIdLst>
  <p:hf hdr="0" ftr="0"/>
  <p:txStyles>
    <p:titleStyle>
      <a:lvl1pPr algn="l" defTabSz="914400" rtl="0" eaLnBrk="1" latinLnBrk="0" hangingPunct="1">
        <a:lnSpc>
          <a:spcPct val="90000"/>
        </a:lnSpc>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lnSpc>
          <a:spcPct val="100000"/>
        </a:lnSpc>
        <a:spcBef>
          <a:spcPts val="600"/>
        </a:spcBef>
        <a:spcAft>
          <a:spcPts val="600"/>
        </a:spcAft>
        <a:buFont typeface="Arial" panose="020B0604020202020204" pitchFamily="34" charset="0"/>
        <a:buChar char="•"/>
        <a:defRPr sz="2400" kern="1200">
          <a:solidFill>
            <a:schemeClr val="tx1"/>
          </a:solidFill>
          <a:latin typeface="+mn-lt"/>
          <a:ea typeface="+mn-ea"/>
          <a:cs typeface="+mn-cs"/>
        </a:defRPr>
      </a:lvl1pPr>
      <a:lvl2pPr marL="460800" marR="0" indent="-230400" algn="l" defTabSz="914400" rtl="0" eaLnBrk="1" fontAlgn="auto" latinLnBrk="0" hangingPunct="1">
        <a:lnSpc>
          <a:spcPct val="100000"/>
        </a:lnSpc>
        <a:spcBef>
          <a:spcPts val="0"/>
        </a:spcBef>
        <a:spcAft>
          <a:spcPts val="800"/>
        </a:spcAft>
        <a:buClrTx/>
        <a:buSzPct val="100000"/>
        <a:buFont typeface="Arial" panose="020B0604020202020204" pitchFamily="34" charset="0"/>
        <a:buChar char="•"/>
        <a:tabLst/>
        <a:defRPr lang="en-US" sz="2400" kern="1200" dirty="0">
          <a:solidFill>
            <a:schemeClr val="tx1"/>
          </a:solidFill>
          <a:latin typeface="+mn-lt"/>
          <a:ea typeface="+mn-ea"/>
          <a:cs typeface="+mn-cs"/>
        </a:defRPr>
      </a:lvl2pPr>
      <a:lvl3pPr marL="691200" indent="-2304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3pPr>
      <a:lvl4pPr marL="921600" indent="-2304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4pPr>
      <a:lvl5pPr marL="1152000" indent="-228600" algn="l" defTabSz="914400" rtl="0" eaLnBrk="1" latinLnBrk="0" hangingPunct="1">
        <a:lnSpc>
          <a:spcPct val="100000"/>
        </a:lnSpc>
        <a:spcBef>
          <a:spcPts val="0"/>
        </a:spcBef>
        <a:spcAft>
          <a:spcPts val="800"/>
        </a:spcAft>
        <a:buClrTx/>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E3E3E3"/>
          </p15:clr>
        </p15:guide>
        <p15:guide id="2" pos="7680" userDrawn="1">
          <p15:clr>
            <a:srgbClr val="E3E3E3"/>
          </p15:clr>
        </p15:guide>
        <p15:guide id="3" pos="384" userDrawn="1">
          <p15:clr>
            <a:srgbClr val="E3E3E3"/>
          </p15:clr>
        </p15:guide>
        <p15:guide id="4" pos="768" userDrawn="1">
          <p15:clr>
            <a:srgbClr val="E3E3E3"/>
          </p15:clr>
        </p15:guide>
        <p15:guide id="5" pos="1152" userDrawn="1">
          <p15:clr>
            <a:srgbClr val="E3E3E3"/>
          </p15:clr>
        </p15:guide>
        <p15:guide id="6" pos="1536" userDrawn="1">
          <p15:clr>
            <a:srgbClr val="E3E3E3"/>
          </p15:clr>
        </p15:guide>
        <p15:guide id="7" pos="1920" userDrawn="1">
          <p15:clr>
            <a:srgbClr val="E3E3E3"/>
          </p15:clr>
        </p15:guide>
        <p15:guide id="8" pos="2304" userDrawn="1">
          <p15:clr>
            <a:srgbClr val="E3E3E3"/>
          </p15:clr>
        </p15:guide>
        <p15:guide id="9" pos="2688" userDrawn="1">
          <p15:clr>
            <a:srgbClr val="E3E3E3"/>
          </p15:clr>
        </p15:guide>
        <p15:guide id="10" pos="3072" userDrawn="1">
          <p15:clr>
            <a:srgbClr val="E3E3E3"/>
          </p15:clr>
        </p15:guide>
        <p15:guide id="11" pos="3456" userDrawn="1">
          <p15:clr>
            <a:srgbClr val="E3E3E3"/>
          </p15:clr>
        </p15:guide>
        <p15:guide id="12" pos="3840" userDrawn="1">
          <p15:clr>
            <a:srgbClr val="E3E3E3"/>
          </p15:clr>
        </p15:guide>
        <p15:guide id="13" pos="4224" userDrawn="1">
          <p15:clr>
            <a:srgbClr val="E3E3E3"/>
          </p15:clr>
        </p15:guide>
        <p15:guide id="14" pos="4608" userDrawn="1">
          <p15:clr>
            <a:srgbClr val="E3E3E3"/>
          </p15:clr>
        </p15:guide>
        <p15:guide id="15" pos="4992" userDrawn="1">
          <p15:clr>
            <a:srgbClr val="E3E3E3"/>
          </p15:clr>
        </p15:guide>
        <p15:guide id="16" pos="5376" userDrawn="1">
          <p15:clr>
            <a:srgbClr val="E3E3E3"/>
          </p15:clr>
        </p15:guide>
        <p15:guide id="17" pos="5760" userDrawn="1">
          <p15:clr>
            <a:srgbClr val="E3E3E3"/>
          </p15:clr>
        </p15:guide>
        <p15:guide id="18" pos="6144" userDrawn="1">
          <p15:clr>
            <a:srgbClr val="E3E3E3"/>
          </p15:clr>
        </p15:guide>
        <p15:guide id="19" pos="6528" userDrawn="1">
          <p15:clr>
            <a:srgbClr val="E3E3E3"/>
          </p15:clr>
        </p15:guide>
        <p15:guide id="20" pos="6912" userDrawn="1">
          <p15:clr>
            <a:srgbClr val="E3E3E3"/>
          </p15:clr>
        </p15:guide>
        <p15:guide id="21" pos="7296" userDrawn="1">
          <p15:clr>
            <a:srgbClr val="E3E3E3"/>
          </p15:clr>
        </p15:guide>
        <p15:guide id="22" orient="horz" userDrawn="1">
          <p15:clr>
            <a:srgbClr val="E3E3E3"/>
          </p15:clr>
        </p15:guide>
        <p15:guide id="23" orient="horz" pos="4320" userDrawn="1">
          <p15:clr>
            <a:srgbClr val="E3E3E3"/>
          </p15:clr>
        </p15:guide>
        <p15:guide id="24" orient="horz" pos="253" userDrawn="1">
          <p15:clr>
            <a:srgbClr val="C35EA4"/>
          </p15:clr>
        </p15:guide>
        <p15:guide id="25" orient="horz" pos="3905" userDrawn="1">
          <p15:clr>
            <a:srgbClr val="C35E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5884D0-6C0A-4957-A521-E7AECDD8A627}"/>
              </a:ext>
            </a:extLst>
          </p:cNvPr>
          <p:cNvSpPr>
            <a:spLocks noGrp="1"/>
          </p:cNvSpPr>
          <p:nvPr>
            <p:ph type="title"/>
          </p:nvPr>
        </p:nvSpPr>
        <p:spPr>
          <a:xfrm>
            <a:off x="609600" y="401638"/>
            <a:ext cx="10972800" cy="914400"/>
          </a:xfrm>
          <a:prstGeom prst="rect">
            <a:avLst/>
          </a:prstGeom>
        </p:spPr>
        <p:txBody>
          <a:bodyPr vert="horz" lIns="0" tIns="0" rIns="0" bIns="0" rtlCol="0" anchor="t">
            <a:normAutofit/>
          </a:bodyPr>
          <a:lstStyle/>
          <a:p>
            <a:r>
              <a:rPr lang="en-US" dirty="0"/>
              <a:t>Click to enter title here</a:t>
            </a:r>
            <a:endParaRPr lang="en-GB" dirty="0"/>
          </a:p>
        </p:txBody>
      </p:sp>
      <p:sp>
        <p:nvSpPr>
          <p:cNvPr id="4" name="Date Placeholder 3">
            <a:extLst>
              <a:ext uri="{FF2B5EF4-FFF2-40B4-BE49-F238E27FC236}">
                <a16:creationId xmlns:a16="http://schemas.microsoft.com/office/drawing/2014/main" id="{FD78F6B2-FAF9-4D08-B8BD-F2646AEF396C}"/>
              </a:ext>
            </a:extLst>
          </p:cNvPr>
          <p:cNvSpPr>
            <a:spLocks noGrp="1"/>
          </p:cNvSpPr>
          <p:nvPr>
            <p:ph type="dt" sz="half" idx="2"/>
          </p:nvPr>
        </p:nvSpPr>
        <p:spPr>
          <a:xfrm>
            <a:off x="10363199" y="6344085"/>
            <a:ext cx="1219199" cy="309145"/>
          </a:xfrm>
          <a:prstGeom prst="rect">
            <a:avLst/>
          </a:prstGeom>
        </p:spPr>
        <p:txBody>
          <a:bodyPr vert="horz" lIns="91440" tIns="45720" rIns="0" bIns="72000" rtlCol="0" anchor="b" anchorCtr="0">
            <a:noAutofit/>
          </a:bodyPr>
          <a:lstStyle>
            <a:lvl1pPr algn="r">
              <a:lnSpc>
                <a:spcPct val="100000"/>
              </a:lnSpc>
              <a:spcBef>
                <a:spcPts val="0"/>
              </a:spcBef>
              <a:spcAft>
                <a:spcPts val="0"/>
              </a:spcAft>
              <a:defRPr sz="800">
                <a:solidFill>
                  <a:schemeClr val="tx1"/>
                </a:solidFill>
              </a:defRPr>
            </a:lvl1pPr>
          </a:lstStyle>
          <a:p>
            <a:endParaRPr lang="en-GB" dirty="0"/>
          </a:p>
        </p:txBody>
      </p:sp>
      <p:sp>
        <p:nvSpPr>
          <p:cNvPr id="6" name="Slide Number Placeholder 5">
            <a:extLst>
              <a:ext uri="{FF2B5EF4-FFF2-40B4-BE49-F238E27FC236}">
                <a16:creationId xmlns:a16="http://schemas.microsoft.com/office/drawing/2014/main" id="{6410E024-D0BA-4349-981A-F74D8D6124B4}"/>
              </a:ext>
            </a:extLst>
          </p:cNvPr>
          <p:cNvSpPr>
            <a:spLocks noGrp="1"/>
          </p:cNvSpPr>
          <p:nvPr>
            <p:ph type="sldNum" sz="quarter" idx="4"/>
          </p:nvPr>
        </p:nvSpPr>
        <p:spPr>
          <a:xfrm>
            <a:off x="0" y="6344085"/>
            <a:ext cx="487680" cy="309145"/>
          </a:xfrm>
          <a:prstGeom prst="rect">
            <a:avLst/>
          </a:prstGeom>
        </p:spPr>
        <p:txBody>
          <a:bodyPr vert="horz" lIns="0" tIns="0" rIns="0" bIns="72000" rtlCol="0" anchor="b" anchorCtr="0">
            <a:noAutofit/>
          </a:bodyPr>
          <a:lstStyle>
            <a:lvl1pPr algn="r">
              <a:lnSpc>
                <a:spcPct val="100000"/>
              </a:lnSpc>
              <a:spcBef>
                <a:spcPts val="0"/>
              </a:spcBef>
              <a:spcAft>
                <a:spcPts val="0"/>
              </a:spcAft>
              <a:defRPr sz="800">
                <a:solidFill>
                  <a:schemeClr val="tx1"/>
                </a:solidFill>
              </a:defRPr>
            </a:lvl1pPr>
          </a:lstStyle>
          <a:p>
            <a:fld id="{F8E47D07-9D1E-4FE9-B31A-2F5863681021}" type="slidenum">
              <a:rPr lang="en-GB" smtClean="0"/>
              <a:pPr/>
              <a:t>‹#›</a:t>
            </a:fld>
            <a:endParaRPr lang="en-GB" dirty="0"/>
          </a:p>
        </p:txBody>
      </p:sp>
      <p:sp>
        <p:nvSpPr>
          <p:cNvPr id="8" name="Text Placeholder 7">
            <a:extLst>
              <a:ext uri="{FF2B5EF4-FFF2-40B4-BE49-F238E27FC236}">
                <a16:creationId xmlns:a16="http://schemas.microsoft.com/office/drawing/2014/main" id="{6E248C0A-0C4B-4F9E-B86F-C76D98029E86}"/>
              </a:ext>
            </a:extLst>
          </p:cNvPr>
          <p:cNvSpPr>
            <a:spLocks noGrp="1"/>
          </p:cNvSpPr>
          <p:nvPr>
            <p:ph type="body" idx="1"/>
          </p:nvPr>
        </p:nvSpPr>
        <p:spPr>
          <a:xfrm>
            <a:off x="609600" y="1468438"/>
            <a:ext cx="10972800" cy="4730749"/>
          </a:xfrm>
          <a:prstGeom prst="rect">
            <a:avLst/>
          </a:prstGeom>
        </p:spPr>
        <p:txBody>
          <a:bodyPr vert="horz" lIns="0" tIns="0" rIns="0" bIns="0" rtlCol="0">
            <a:noAutofit/>
          </a:bodyPr>
          <a:lstStyle/>
          <a:p>
            <a:pPr lvl="0"/>
            <a:r>
              <a:rPr lang="en-US" dirty="0"/>
              <a:t>Click to add text here. </a:t>
            </a:r>
            <a:br>
              <a:rPr lang="en-US" dirty="0"/>
            </a:br>
            <a:r>
              <a:rPr lang="en-US" dirty="0"/>
              <a:t>When pasting copy from other slides, be sure to right-click and choose ‘Keep text only’.</a:t>
            </a:r>
            <a:br>
              <a:rPr lang="en-US" dirty="0"/>
            </a:br>
            <a:r>
              <a:rPr lang="en-US" dirty="0"/>
              <a:t>To increase bullet level, select your text and press Tab.</a:t>
            </a:r>
            <a:br>
              <a:rPr lang="en-US" dirty="0"/>
            </a:br>
            <a:r>
              <a:rPr lang="en-US" dirty="0"/>
              <a:t>To decrease bullet level, select your bullet text and press Shift + Tab.</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30">
            <a:extLst>
              <a:ext uri="{FF2B5EF4-FFF2-40B4-BE49-F238E27FC236}">
                <a16:creationId xmlns:a16="http://schemas.microsoft.com/office/drawing/2014/main" id="{8B29A5C8-68FC-296D-D70C-338F68D2DF55}"/>
              </a:ext>
            </a:extLst>
          </p:cNvPr>
          <p:cNvSpPr txBox="1">
            <a:spLocks/>
          </p:cNvSpPr>
          <p:nvPr userDrawn="1"/>
        </p:nvSpPr>
        <p:spPr>
          <a:xfrm>
            <a:off x="11704319" y="6321108"/>
            <a:ext cx="294812" cy="355098"/>
          </a:xfrm>
          <a:prstGeom prst="rect">
            <a:avLst/>
          </a:prstGeom>
          <a:blipFill>
            <a:blip>
              <a:extLst>
                <a:ext uri="{96DAC541-7B7A-43D3-8B79-37D633B846F1}">
                  <asvg:svgBlip xmlns:asvg="http://schemas.microsoft.com/office/drawing/2016/SVG/main" r:embed="rId12"/>
                </a:ext>
              </a:extLst>
            </a:blip>
            <a:stretch>
              <a:fillRect/>
            </a:stretch>
          </a:blipFill>
        </p:spPr>
        <p:txBody>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600" kern="1200">
                <a:solidFill>
                  <a:schemeClr val="tx2"/>
                </a:solidFill>
                <a:latin typeface="+mn-lt"/>
                <a:ea typeface="+mn-ea"/>
                <a:cs typeface="+mn-cs"/>
              </a:defRPr>
            </a:lvl1pPr>
            <a:lvl2pPr marL="2286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600" kern="1200">
                <a:solidFill>
                  <a:schemeClr val="tx2"/>
                </a:solidFill>
                <a:latin typeface="+mn-lt"/>
                <a:ea typeface="+mn-ea"/>
                <a:cs typeface="+mn-cs"/>
              </a:defRPr>
            </a:lvl2pPr>
            <a:lvl3pPr marL="4445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400" kern="1200">
                <a:solidFill>
                  <a:schemeClr val="tx2"/>
                </a:solidFill>
                <a:latin typeface="+mn-lt"/>
                <a:ea typeface="+mn-ea"/>
                <a:cs typeface="+mn-cs"/>
              </a:defRPr>
            </a:lvl3pPr>
            <a:lvl4pPr marL="625475"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4pPr>
            <a:lvl5pPr marL="80645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dirty="0"/>
              <a:t> </a:t>
            </a:r>
          </a:p>
        </p:txBody>
      </p:sp>
    </p:spTree>
    <p:custDataLst>
      <p:tags r:id="rId11"/>
    </p:custDataLst>
    <p:extLst>
      <p:ext uri="{BB962C8B-B14F-4D97-AF65-F5344CB8AC3E}">
        <p14:creationId xmlns:p14="http://schemas.microsoft.com/office/powerpoint/2010/main" val="391238310"/>
      </p:ext>
    </p:extLst>
  </p:cSld>
  <p:clrMap bg1="lt1" tx1="dk1" bg2="lt2" tx2="dk2" accent1="accent1" accent2="accent2" accent3="accent3" accent4="accent4" accent5="accent5" accent6="accent6" hlink="hlink" folHlink="folHlink"/>
  <p:sldLayoutIdLst>
    <p:sldLayoutId id="2147484093" r:id="rId1"/>
    <p:sldLayoutId id="2147484094" r:id="rId2"/>
    <p:sldLayoutId id="2147484091" r:id="rId3"/>
    <p:sldLayoutId id="2147484105" r:id="rId4"/>
    <p:sldLayoutId id="2147484092" r:id="rId5"/>
    <p:sldLayoutId id="2147484095" r:id="rId6"/>
    <p:sldLayoutId id="2147484096" r:id="rId7"/>
    <p:sldLayoutId id="2147484097" r:id="rId8"/>
    <p:sldLayoutId id="2147484100" r:id="rId9"/>
  </p:sldLayoutIdLst>
  <p:hf hdr="0" ftr="0"/>
  <p:txStyles>
    <p:titleStyle>
      <a:lvl1pPr algn="l" defTabSz="914400" rtl="0" eaLnBrk="1" latinLnBrk="0" hangingPunct="1">
        <a:lnSpc>
          <a:spcPct val="90000"/>
        </a:lnSpc>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lnSpc>
          <a:spcPct val="100000"/>
        </a:lnSpc>
        <a:spcBef>
          <a:spcPts val="600"/>
        </a:spcBef>
        <a:spcAft>
          <a:spcPts val="600"/>
        </a:spcAft>
        <a:buFont typeface="Arial" panose="020B0604020202020204" pitchFamily="34" charset="0"/>
        <a:buChar char="•"/>
        <a:defRPr sz="2400" kern="1200">
          <a:solidFill>
            <a:schemeClr val="tx1"/>
          </a:solidFill>
          <a:latin typeface="+mn-lt"/>
          <a:ea typeface="+mn-ea"/>
          <a:cs typeface="+mn-cs"/>
        </a:defRPr>
      </a:lvl1pPr>
      <a:lvl2pPr marL="460800" marR="0" indent="-230400" algn="l" defTabSz="914400" rtl="0" eaLnBrk="1" fontAlgn="auto" latinLnBrk="0" hangingPunct="1">
        <a:lnSpc>
          <a:spcPct val="100000"/>
        </a:lnSpc>
        <a:spcBef>
          <a:spcPts val="0"/>
        </a:spcBef>
        <a:spcAft>
          <a:spcPts val="800"/>
        </a:spcAft>
        <a:buClrTx/>
        <a:buSzPct val="100000"/>
        <a:buFont typeface="Arial" panose="020B0604020202020204" pitchFamily="34" charset="0"/>
        <a:buChar char="•"/>
        <a:tabLst/>
        <a:defRPr lang="en-US" sz="2400" kern="1200" dirty="0">
          <a:solidFill>
            <a:schemeClr val="tx1"/>
          </a:solidFill>
          <a:latin typeface="+mn-lt"/>
          <a:ea typeface="+mn-ea"/>
          <a:cs typeface="+mn-cs"/>
        </a:defRPr>
      </a:lvl2pPr>
      <a:lvl3pPr marL="691200" indent="-2304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3pPr>
      <a:lvl4pPr marL="921600" indent="-2304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4pPr>
      <a:lvl5pPr marL="1152000" indent="-228600" algn="l" defTabSz="914400" rtl="0" eaLnBrk="1" latinLnBrk="0" hangingPunct="1">
        <a:lnSpc>
          <a:spcPct val="100000"/>
        </a:lnSpc>
        <a:spcBef>
          <a:spcPts val="0"/>
        </a:spcBef>
        <a:spcAft>
          <a:spcPts val="800"/>
        </a:spcAft>
        <a:buClrTx/>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E3E3E3"/>
          </p15:clr>
        </p15:guide>
        <p15:guide id="2" pos="7680" userDrawn="1">
          <p15:clr>
            <a:srgbClr val="E3E3E3"/>
          </p15:clr>
        </p15:guide>
        <p15:guide id="3" pos="384" userDrawn="1">
          <p15:clr>
            <a:srgbClr val="E3E3E3"/>
          </p15:clr>
        </p15:guide>
        <p15:guide id="4" pos="768" userDrawn="1">
          <p15:clr>
            <a:srgbClr val="E3E3E3"/>
          </p15:clr>
        </p15:guide>
        <p15:guide id="5" pos="1152" userDrawn="1">
          <p15:clr>
            <a:srgbClr val="E3E3E3"/>
          </p15:clr>
        </p15:guide>
        <p15:guide id="6" pos="1536" userDrawn="1">
          <p15:clr>
            <a:srgbClr val="E3E3E3"/>
          </p15:clr>
        </p15:guide>
        <p15:guide id="7" pos="1920" userDrawn="1">
          <p15:clr>
            <a:srgbClr val="E3E3E3"/>
          </p15:clr>
        </p15:guide>
        <p15:guide id="8" pos="2304" userDrawn="1">
          <p15:clr>
            <a:srgbClr val="E3E3E3"/>
          </p15:clr>
        </p15:guide>
        <p15:guide id="9" pos="2688" userDrawn="1">
          <p15:clr>
            <a:srgbClr val="E3E3E3"/>
          </p15:clr>
        </p15:guide>
        <p15:guide id="10" pos="3072" userDrawn="1">
          <p15:clr>
            <a:srgbClr val="E3E3E3"/>
          </p15:clr>
        </p15:guide>
        <p15:guide id="11" pos="3456" userDrawn="1">
          <p15:clr>
            <a:srgbClr val="E3E3E3"/>
          </p15:clr>
        </p15:guide>
        <p15:guide id="12" pos="3840" userDrawn="1">
          <p15:clr>
            <a:srgbClr val="E3E3E3"/>
          </p15:clr>
        </p15:guide>
        <p15:guide id="13" pos="4224" userDrawn="1">
          <p15:clr>
            <a:srgbClr val="E3E3E3"/>
          </p15:clr>
        </p15:guide>
        <p15:guide id="14" pos="4608" userDrawn="1">
          <p15:clr>
            <a:srgbClr val="E3E3E3"/>
          </p15:clr>
        </p15:guide>
        <p15:guide id="15" pos="4992" userDrawn="1">
          <p15:clr>
            <a:srgbClr val="E3E3E3"/>
          </p15:clr>
        </p15:guide>
        <p15:guide id="16" pos="5376" userDrawn="1">
          <p15:clr>
            <a:srgbClr val="E3E3E3"/>
          </p15:clr>
        </p15:guide>
        <p15:guide id="17" pos="5760" userDrawn="1">
          <p15:clr>
            <a:srgbClr val="E3E3E3"/>
          </p15:clr>
        </p15:guide>
        <p15:guide id="18" pos="6144" userDrawn="1">
          <p15:clr>
            <a:srgbClr val="E3E3E3"/>
          </p15:clr>
        </p15:guide>
        <p15:guide id="19" pos="6528" userDrawn="1">
          <p15:clr>
            <a:srgbClr val="E3E3E3"/>
          </p15:clr>
        </p15:guide>
        <p15:guide id="20" pos="6912" userDrawn="1">
          <p15:clr>
            <a:srgbClr val="E3E3E3"/>
          </p15:clr>
        </p15:guide>
        <p15:guide id="21" pos="7296" userDrawn="1">
          <p15:clr>
            <a:srgbClr val="E3E3E3"/>
          </p15:clr>
        </p15:guide>
        <p15:guide id="22" orient="horz" userDrawn="1">
          <p15:clr>
            <a:srgbClr val="E3E3E3"/>
          </p15:clr>
        </p15:guide>
        <p15:guide id="23" orient="horz" pos="4320" userDrawn="1">
          <p15:clr>
            <a:srgbClr val="E3E3E3"/>
          </p15:clr>
        </p15:guide>
        <p15:guide id="24" orient="horz" pos="253" userDrawn="1">
          <p15:clr>
            <a:srgbClr val="C35EA4"/>
          </p15:clr>
        </p15:guide>
        <p15:guide id="25" orient="horz" pos="3905" userDrawn="1">
          <p15:clr>
            <a:srgbClr val="C35E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5884D0-6C0A-4957-A521-E7AECDD8A627}"/>
              </a:ext>
            </a:extLst>
          </p:cNvPr>
          <p:cNvSpPr>
            <a:spLocks noGrp="1"/>
          </p:cNvSpPr>
          <p:nvPr>
            <p:ph type="title"/>
          </p:nvPr>
        </p:nvSpPr>
        <p:spPr>
          <a:xfrm>
            <a:off x="609600" y="401638"/>
            <a:ext cx="10972799" cy="914400"/>
          </a:xfrm>
          <a:prstGeom prst="rect">
            <a:avLst/>
          </a:prstGeom>
        </p:spPr>
        <p:txBody>
          <a:bodyPr vert="horz" lIns="0" tIns="0" rIns="0" bIns="0" rtlCol="0" anchor="t">
            <a:normAutofit/>
          </a:bodyPr>
          <a:lstStyle/>
          <a:p>
            <a:r>
              <a:rPr lang="en-US" dirty="0"/>
              <a:t>Click to enter title here</a:t>
            </a:r>
            <a:endParaRPr lang="en-GB" dirty="0"/>
          </a:p>
        </p:txBody>
      </p:sp>
      <p:sp>
        <p:nvSpPr>
          <p:cNvPr id="4" name="Date Placeholder 3">
            <a:extLst>
              <a:ext uri="{FF2B5EF4-FFF2-40B4-BE49-F238E27FC236}">
                <a16:creationId xmlns:a16="http://schemas.microsoft.com/office/drawing/2014/main" id="{FD78F6B2-FAF9-4D08-B8BD-F2646AEF396C}"/>
              </a:ext>
            </a:extLst>
          </p:cNvPr>
          <p:cNvSpPr>
            <a:spLocks noGrp="1"/>
          </p:cNvSpPr>
          <p:nvPr>
            <p:ph type="dt" sz="half" idx="2"/>
          </p:nvPr>
        </p:nvSpPr>
        <p:spPr>
          <a:xfrm>
            <a:off x="10363200" y="6344085"/>
            <a:ext cx="1219199" cy="309145"/>
          </a:xfrm>
          <a:prstGeom prst="rect">
            <a:avLst/>
          </a:prstGeom>
        </p:spPr>
        <p:txBody>
          <a:bodyPr vert="horz" lIns="91440" tIns="45720" rIns="0" bIns="72000" rtlCol="0" anchor="b" anchorCtr="0">
            <a:noAutofit/>
          </a:bodyPr>
          <a:lstStyle>
            <a:lvl1pPr algn="r">
              <a:lnSpc>
                <a:spcPct val="100000"/>
              </a:lnSpc>
              <a:spcBef>
                <a:spcPts val="0"/>
              </a:spcBef>
              <a:spcAft>
                <a:spcPts val="0"/>
              </a:spcAft>
              <a:defRPr sz="800">
                <a:solidFill>
                  <a:schemeClr val="tx1"/>
                </a:solidFill>
              </a:defRPr>
            </a:lvl1pPr>
          </a:lstStyle>
          <a:p>
            <a:endParaRPr lang="en-GB" dirty="0"/>
          </a:p>
        </p:txBody>
      </p:sp>
      <p:sp>
        <p:nvSpPr>
          <p:cNvPr id="6" name="Slide Number Placeholder 5">
            <a:extLst>
              <a:ext uri="{FF2B5EF4-FFF2-40B4-BE49-F238E27FC236}">
                <a16:creationId xmlns:a16="http://schemas.microsoft.com/office/drawing/2014/main" id="{6410E024-D0BA-4349-981A-F74D8D6124B4}"/>
              </a:ext>
            </a:extLst>
          </p:cNvPr>
          <p:cNvSpPr>
            <a:spLocks noGrp="1"/>
          </p:cNvSpPr>
          <p:nvPr>
            <p:ph type="sldNum" sz="quarter" idx="4"/>
          </p:nvPr>
        </p:nvSpPr>
        <p:spPr>
          <a:xfrm>
            <a:off x="0" y="6344085"/>
            <a:ext cx="487680" cy="309145"/>
          </a:xfrm>
          <a:prstGeom prst="rect">
            <a:avLst/>
          </a:prstGeom>
        </p:spPr>
        <p:txBody>
          <a:bodyPr vert="horz" lIns="0" tIns="0" rIns="0" bIns="72000" rtlCol="0" anchor="b" anchorCtr="0">
            <a:noAutofit/>
          </a:bodyPr>
          <a:lstStyle>
            <a:lvl1pPr algn="r">
              <a:lnSpc>
                <a:spcPct val="100000"/>
              </a:lnSpc>
              <a:spcBef>
                <a:spcPts val="0"/>
              </a:spcBef>
              <a:spcAft>
                <a:spcPts val="0"/>
              </a:spcAft>
              <a:defRPr sz="800">
                <a:solidFill>
                  <a:schemeClr val="tx1"/>
                </a:solidFill>
              </a:defRPr>
            </a:lvl1pPr>
          </a:lstStyle>
          <a:p>
            <a:fld id="{F8E47D07-9D1E-4FE9-B31A-2F5863681021}" type="slidenum">
              <a:rPr lang="en-GB" smtClean="0"/>
              <a:pPr/>
              <a:t>‹#›</a:t>
            </a:fld>
            <a:endParaRPr lang="en-GB" dirty="0"/>
          </a:p>
        </p:txBody>
      </p:sp>
      <p:sp>
        <p:nvSpPr>
          <p:cNvPr id="8" name="Text Placeholder 7">
            <a:extLst>
              <a:ext uri="{FF2B5EF4-FFF2-40B4-BE49-F238E27FC236}">
                <a16:creationId xmlns:a16="http://schemas.microsoft.com/office/drawing/2014/main" id="{6E248C0A-0C4B-4F9E-B86F-C76D98029E86}"/>
              </a:ext>
            </a:extLst>
          </p:cNvPr>
          <p:cNvSpPr>
            <a:spLocks noGrp="1"/>
          </p:cNvSpPr>
          <p:nvPr>
            <p:ph type="body" idx="1"/>
          </p:nvPr>
        </p:nvSpPr>
        <p:spPr>
          <a:xfrm>
            <a:off x="609600" y="1468438"/>
            <a:ext cx="10972799" cy="4736175"/>
          </a:xfrm>
          <a:prstGeom prst="rect">
            <a:avLst/>
          </a:prstGeom>
        </p:spPr>
        <p:txBody>
          <a:bodyPr vert="horz" lIns="0" tIns="0" rIns="0" bIns="0" rtlCol="0">
            <a:noAutofit/>
          </a:bodyPr>
          <a:lstStyle/>
          <a:p>
            <a:pPr lvl="0"/>
            <a:r>
              <a:rPr lang="en-US" dirty="0"/>
              <a:t>Click to add text here. </a:t>
            </a:r>
            <a:br>
              <a:rPr lang="en-US" dirty="0"/>
            </a:br>
            <a:r>
              <a:rPr lang="en-US" dirty="0"/>
              <a:t>When pasting copy from other slides, be sure to right-click and choose ‘Keep text only’.</a:t>
            </a:r>
            <a:br>
              <a:rPr lang="en-US" dirty="0"/>
            </a:br>
            <a:r>
              <a:rPr lang="en-US" dirty="0"/>
              <a:t>To increase bullet level, select your text and press Tab.</a:t>
            </a:r>
            <a:br>
              <a:rPr lang="en-US" dirty="0"/>
            </a:br>
            <a:r>
              <a:rPr lang="en-US" dirty="0"/>
              <a:t>To decrease bullet level, select your bullet text and press Shift + Tab.</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30">
            <a:extLst>
              <a:ext uri="{FF2B5EF4-FFF2-40B4-BE49-F238E27FC236}">
                <a16:creationId xmlns:a16="http://schemas.microsoft.com/office/drawing/2014/main" id="{65816682-2D7A-900A-8934-80B459110B2F}"/>
              </a:ext>
            </a:extLst>
          </p:cNvPr>
          <p:cNvSpPr txBox="1">
            <a:spLocks/>
          </p:cNvSpPr>
          <p:nvPr userDrawn="1"/>
        </p:nvSpPr>
        <p:spPr>
          <a:xfrm>
            <a:off x="11704319" y="6321108"/>
            <a:ext cx="294812" cy="355098"/>
          </a:xfrm>
          <a:prstGeom prst="rect">
            <a:avLst/>
          </a:prstGeom>
          <a:blipFill>
            <a:blip>
              <a:extLst>
                <a:ext uri="{96DAC541-7B7A-43D3-8B79-37D633B846F1}">
                  <asvg:svgBlip xmlns:asvg="http://schemas.microsoft.com/office/drawing/2016/SVG/main" r:embed="rId10"/>
                </a:ext>
              </a:extLst>
            </a:blip>
            <a:stretch>
              <a:fillRect/>
            </a:stretch>
          </a:blipFill>
        </p:spPr>
        <p:txBody>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600" kern="1200">
                <a:solidFill>
                  <a:schemeClr val="tx2"/>
                </a:solidFill>
                <a:latin typeface="+mn-lt"/>
                <a:ea typeface="+mn-ea"/>
                <a:cs typeface="+mn-cs"/>
              </a:defRPr>
            </a:lvl1pPr>
            <a:lvl2pPr marL="2286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600" kern="1200">
                <a:solidFill>
                  <a:schemeClr val="tx2"/>
                </a:solidFill>
                <a:latin typeface="+mn-lt"/>
                <a:ea typeface="+mn-ea"/>
                <a:cs typeface="+mn-cs"/>
              </a:defRPr>
            </a:lvl2pPr>
            <a:lvl3pPr marL="4445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400" kern="1200">
                <a:solidFill>
                  <a:schemeClr val="tx2"/>
                </a:solidFill>
                <a:latin typeface="+mn-lt"/>
                <a:ea typeface="+mn-ea"/>
                <a:cs typeface="+mn-cs"/>
              </a:defRPr>
            </a:lvl3pPr>
            <a:lvl4pPr marL="625475"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4pPr>
            <a:lvl5pPr marL="80645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dirty="0"/>
              <a:t> </a:t>
            </a:r>
          </a:p>
        </p:txBody>
      </p:sp>
    </p:spTree>
    <p:custDataLst>
      <p:tags r:id="rId9"/>
    </p:custDataLst>
    <p:extLst>
      <p:ext uri="{BB962C8B-B14F-4D97-AF65-F5344CB8AC3E}">
        <p14:creationId xmlns:p14="http://schemas.microsoft.com/office/powerpoint/2010/main" val="3754330271"/>
      </p:ext>
    </p:extLst>
  </p:cSld>
  <p:clrMap bg1="lt1" tx1="dk1" bg2="lt2" tx2="dk2" accent1="accent1" accent2="accent2" accent3="accent3" accent4="accent4" accent5="accent5" accent6="accent6" hlink="hlink" folHlink="folHlink"/>
  <p:sldLayoutIdLst>
    <p:sldLayoutId id="2147484004" r:id="rId1"/>
    <p:sldLayoutId id="2147484005" r:id="rId2"/>
    <p:sldLayoutId id="2147484050" r:id="rId3"/>
    <p:sldLayoutId id="2147484108" r:id="rId4"/>
    <p:sldLayoutId id="2147484006" r:id="rId5"/>
    <p:sldLayoutId id="2147484122" r:id="rId6"/>
    <p:sldLayoutId id="2147484008" r:id="rId7"/>
  </p:sldLayoutIdLst>
  <p:hf hdr="0" ftr="0"/>
  <p:txStyles>
    <p:titleStyle>
      <a:lvl1pPr algn="l" defTabSz="914400" rtl="0" eaLnBrk="1" latinLnBrk="0" hangingPunct="1">
        <a:lnSpc>
          <a:spcPct val="90000"/>
        </a:lnSpc>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lnSpc>
          <a:spcPct val="100000"/>
        </a:lnSpc>
        <a:spcBef>
          <a:spcPts val="600"/>
        </a:spcBef>
        <a:spcAft>
          <a:spcPts val="600"/>
        </a:spcAft>
        <a:buFont typeface="Arial" panose="020B0604020202020204" pitchFamily="34" charset="0"/>
        <a:buChar char="•"/>
        <a:defRPr sz="2400" kern="1200">
          <a:solidFill>
            <a:schemeClr val="tx1"/>
          </a:solidFill>
          <a:latin typeface="+mn-lt"/>
          <a:ea typeface="+mn-ea"/>
          <a:cs typeface="+mn-cs"/>
        </a:defRPr>
      </a:lvl1pPr>
      <a:lvl2pPr marL="460800" marR="0" indent="-230400" algn="l" defTabSz="914400" rtl="0" eaLnBrk="1" fontAlgn="auto" latinLnBrk="0" hangingPunct="1">
        <a:lnSpc>
          <a:spcPct val="100000"/>
        </a:lnSpc>
        <a:spcBef>
          <a:spcPts val="0"/>
        </a:spcBef>
        <a:spcAft>
          <a:spcPts val="800"/>
        </a:spcAft>
        <a:buClrTx/>
        <a:buSzPct val="100000"/>
        <a:buFont typeface="Arial" panose="020B0604020202020204" pitchFamily="34" charset="0"/>
        <a:buChar char="•"/>
        <a:tabLst/>
        <a:defRPr lang="en-US" sz="2400" kern="1200" dirty="0">
          <a:solidFill>
            <a:schemeClr val="tx1"/>
          </a:solidFill>
          <a:latin typeface="+mn-lt"/>
          <a:ea typeface="+mn-ea"/>
          <a:cs typeface="+mn-cs"/>
        </a:defRPr>
      </a:lvl2pPr>
      <a:lvl3pPr marL="691200" indent="-2304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3pPr>
      <a:lvl4pPr marL="921600" indent="-2304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4pPr>
      <a:lvl5pPr marL="1152000" indent="-228600" algn="l" defTabSz="914400" rtl="0" eaLnBrk="1" latinLnBrk="0" hangingPunct="1">
        <a:lnSpc>
          <a:spcPct val="100000"/>
        </a:lnSpc>
        <a:spcBef>
          <a:spcPts val="0"/>
        </a:spcBef>
        <a:spcAft>
          <a:spcPts val="800"/>
        </a:spcAft>
        <a:buClrTx/>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E3E3E3"/>
          </p15:clr>
        </p15:guide>
        <p15:guide id="2" pos="7680" userDrawn="1">
          <p15:clr>
            <a:srgbClr val="E3E3E3"/>
          </p15:clr>
        </p15:guide>
        <p15:guide id="3" pos="384" userDrawn="1">
          <p15:clr>
            <a:srgbClr val="E3E3E3"/>
          </p15:clr>
        </p15:guide>
        <p15:guide id="4" pos="768" userDrawn="1">
          <p15:clr>
            <a:srgbClr val="E3E3E3"/>
          </p15:clr>
        </p15:guide>
        <p15:guide id="5" pos="1152" userDrawn="1">
          <p15:clr>
            <a:srgbClr val="E3E3E3"/>
          </p15:clr>
        </p15:guide>
        <p15:guide id="6" pos="1536" userDrawn="1">
          <p15:clr>
            <a:srgbClr val="E3E3E3"/>
          </p15:clr>
        </p15:guide>
        <p15:guide id="7" pos="1920" userDrawn="1">
          <p15:clr>
            <a:srgbClr val="E3E3E3"/>
          </p15:clr>
        </p15:guide>
        <p15:guide id="8" pos="2304" userDrawn="1">
          <p15:clr>
            <a:srgbClr val="E3E3E3"/>
          </p15:clr>
        </p15:guide>
        <p15:guide id="9" pos="2688" userDrawn="1">
          <p15:clr>
            <a:srgbClr val="E3E3E3"/>
          </p15:clr>
        </p15:guide>
        <p15:guide id="10" pos="3072" userDrawn="1">
          <p15:clr>
            <a:srgbClr val="E3E3E3"/>
          </p15:clr>
        </p15:guide>
        <p15:guide id="11" pos="3456" userDrawn="1">
          <p15:clr>
            <a:srgbClr val="E3E3E3"/>
          </p15:clr>
        </p15:guide>
        <p15:guide id="12" pos="3840" userDrawn="1">
          <p15:clr>
            <a:srgbClr val="E3E3E3"/>
          </p15:clr>
        </p15:guide>
        <p15:guide id="13" pos="4224" userDrawn="1">
          <p15:clr>
            <a:srgbClr val="E3E3E3"/>
          </p15:clr>
        </p15:guide>
        <p15:guide id="14" pos="4608" userDrawn="1">
          <p15:clr>
            <a:srgbClr val="E3E3E3"/>
          </p15:clr>
        </p15:guide>
        <p15:guide id="15" pos="4992" userDrawn="1">
          <p15:clr>
            <a:srgbClr val="E3E3E3"/>
          </p15:clr>
        </p15:guide>
        <p15:guide id="16" pos="5376" userDrawn="1">
          <p15:clr>
            <a:srgbClr val="E3E3E3"/>
          </p15:clr>
        </p15:guide>
        <p15:guide id="17" pos="5760" userDrawn="1">
          <p15:clr>
            <a:srgbClr val="E3E3E3"/>
          </p15:clr>
        </p15:guide>
        <p15:guide id="18" pos="6144" userDrawn="1">
          <p15:clr>
            <a:srgbClr val="E3E3E3"/>
          </p15:clr>
        </p15:guide>
        <p15:guide id="19" pos="6528" userDrawn="1">
          <p15:clr>
            <a:srgbClr val="E3E3E3"/>
          </p15:clr>
        </p15:guide>
        <p15:guide id="20" pos="6912" userDrawn="1">
          <p15:clr>
            <a:srgbClr val="E3E3E3"/>
          </p15:clr>
        </p15:guide>
        <p15:guide id="21" pos="7296" userDrawn="1">
          <p15:clr>
            <a:srgbClr val="E3E3E3"/>
          </p15:clr>
        </p15:guide>
        <p15:guide id="22" orient="horz" userDrawn="1">
          <p15:clr>
            <a:srgbClr val="E3E3E3"/>
          </p15:clr>
        </p15:guide>
        <p15:guide id="23" orient="horz" pos="4320" userDrawn="1">
          <p15:clr>
            <a:srgbClr val="E3E3E3"/>
          </p15:clr>
        </p15:guide>
        <p15:guide id="24" orient="horz" pos="253" userDrawn="1">
          <p15:clr>
            <a:srgbClr val="C35EA4"/>
          </p15:clr>
        </p15:guide>
        <p15:guide id="25" orient="horz" pos="3905" userDrawn="1">
          <p15:clr>
            <a:srgbClr val="C35EA4"/>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5884D0-6C0A-4957-A521-E7AECDD8A627}"/>
              </a:ext>
            </a:extLst>
          </p:cNvPr>
          <p:cNvSpPr>
            <a:spLocks noGrp="1"/>
          </p:cNvSpPr>
          <p:nvPr>
            <p:ph type="title"/>
          </p:nvPr>
        </p:nvSpPr>
        <p:spPr>
          <a:xfrm>
            <a:off x="609600" y="401638"/>
            <a:ext cx="10972799" cy="914400"/>
          </a:xfrm>
          <a:prstGeom prst="rect">
            <a:avLst/>
          </a:prstGeom>
        </p:spPr>
        <p:txBody>
          <a:bodyPr vert="horz" lIns="0" tIns="0" rIns="0" bIns="0" rtlCol="0" anchor="t">
            <a:normAutofit/>
          </a:bodyPr>
          <a:lstStyle/>
          <a:p>
            <a:r>
              <a:rPr lang="en-US" dirty="0"/>
              <a:t>Click to enter title here</a:t>
            </a:r>
            <a:endParaRPr lang="en-GB" dirty="0"/>
          </a:p>
        </p:txBody>
      </p:sp>
      <p:sp>
        <p:nvSpPr>
          <p:cNvPr id="4" name="Date Placeholder 3">
            <a:extLst>
              <a:ext uri="{FF2B5EF4-FFF2-40B4-BE49-F238E27FC236}">
                <a16:creationId xmlns:a16="http://schemas.microsoft.com/office/drawing/2014/main" id="{FD78F6B2-FAF9-4D08-B8BD-F2646AEF396C}"/>
              </a:ext>
            </a:extLst>
          </p:cNvPr>
          <p:cNvSpPr>
            <a:spLocks noGrp="1"/>
          </p:cNvSpPr>
          <p:nvPr>
            <p:ph type="dt" sz="half" idx="2"/>
          </p:nvPr>
        </p:nvSpPr>
        <p:spPr>
          <a:xfrm>
            <a:off x="10363200" y="6344085"/>
            <a:ext cx="1219199" cy="309145"/>
          </a:xfrm>
          <a:prstGeom prst="rect">
            <a:avLst/>
          </a:prstGeom>
        </p:spPr>
        <p:txBody>
          <a:bodyPr vert="horz" lIns="91440" tIns="45720" rIns="0" bIns="72000" rtlCol="0" anchor="b" anchorCtr="0">
            <a:noAutofit/>
          </a:bodyPr>
          <a:lstStyle>
            <a:lvl1pPr algn="r">
              <a:lnSpc>
                <a:spcPct val="100000"/>
              </a:lnSpc>
              <a:spcBef>
                <a:spcPts val="0"/>
              </a:spcBef>
              <a:spcAft>
                <a:spcPts val="0"/>
              </a:spcAft>
              <a:defRPr sz="800">
                <a:solidFill>
                  <a:schemeClr val="tx1"/>
                </a:solidFill>
              </a:defRPr>
            </a:lvl1pPr>
          </a:lstStyle>
          <a:p>
            <a:endParaRPr lang="en-GB" dirty="0"/>
          </a:p>
        </p:txBody>
      </p:sp>
      <p:sp>
        <p:nvSpPr>
          <p:cNvPr id="6" name="Slide Number Placeholder 5">
            <a:extLst>
              <a:ext uri="{FF2B5EF4-FFF2-40B4-BE49-F238E27FC236}">
                <a16:creationId xmlns:a16="http://schemas.microsoft.com/office/drawing/2014/main" id="{6410E024-D0BA-4349-981A-F74D8D6124B4}"/>
              </a:ext>
            </a:extLst>
          </p:cNvPr>
          <p:cNvSpPr>
            <a:spLocks noGrp="1"/>
          </p:cNvSpPr>
          <p:nvPr>
            <p:ph type="sldNum" sz="quarter" idx="4"/>
          </p:nvPr>
        </p:nvSpPr>
        <p:spPr>
          <a:xfrm>
            <a:off x="0" y="6344085"/>
            <a:ext cx="487680" cy="309145"/>
          </a:xfrm>
          <a:prstGeom prst="rect">
            <a:avLst/>
          </a:prstGeom>
        </p:spPr>
        <p:txBody>
          <a:bodyPr vert="horz" lIns="0" tIns="0" rIns="0" bIns="72000" rtlCol="0" anchor="b" anchorCtr="0">
            <a:noAutofit/>
          </a:bodyPr>
          <a:lstStyle>
            <a:lvl1pPr algn="r">
              <a:lnSpc>
                <a:spcPct val="100000"/>
              </a:lnSpc>
              <a:spcBef>
                <a:spcPts val="0"/>
              </a:spcBef>
              <a:spcAft>
                <a:spcPts val="0"/>
              </a:spcAft>
              <a:defRPr sz="800">
                <a:solidFill>
                  <a:schemeClr val="tx1"/>
                </a:solidFill>
              </a:defRPr>
            </a:lvl1pPr>
          </a:lstStyle>
          <a:p>
            <a:fld id="{F8E47D07-9D1E-4FE9-B31A-2F5863681021}" type="slidenum">
              <a:rPr lang="en-GB" smtClean="0"/>
              <a:pPr/>
              <a:t>‹#›</a:t>
            </a:fld>
            <a:endParaRPr lang="en-GB" dirty="0"/>
          </a:p>
        </p:txBody>
      </p:sp>
      <p:sp>
        <p:nvSpPr>
          <p:cNvPr id="8" name="Text Placeholder 7">
            <a:extLst>
              <a:ext uri="{FF2B5EF4-FFF2-40B4-BE49-F238E27FC236}">
                <a16:creationId xmlns:a16="http://schemas.microsoft.com/office/drawing/2014/main" id="{6E248C0A-0C4B-4F9E-B86F-C76D98029E86}"/>
              </a:ext>
            </a:extLst>
          </p:cNvPr>
          <p:cNvSpPr>
            <a:spLocks noGrp="1"/>
          </p:cNvSpPr>
          <p:nvPr>
            <p:ph type="body" idx="1"/>
          </p:nvPr>
        </p:nvSpPr>
        <p:spPr>
          <a:xfrm>
            <a:off x="609600" y="1468438"/>
            <a:ext cx="10972799" cy="4736176"/>
          </a:xfrm>
          <a:prstGeom prst="rect">
            <a:avLst/>
          </a:prstGeom>
        </p:spPr>
        <p:txBody>
          <a:bodyPr vert="horz" lIns="0" tIns="0" rIns="0" bIns="0" rtlCol="0">
            <a:noAutofit/>
          </a:bodyPr>
          <a:lstStyle/>
          <a:p>
            <a:pPr lvl="0"/>
            <a:r>
              <a:rPr lang="en-US" dirty="0"/>
              <a:t>Click to add text here. </a:t>
            </a:r>
            <a:br>
              <a:rPr lang="en-US" dirty="0"/>
            </a:br>
            <a:r>
              <a:rPr lang="en-US" dirty="0"/>
              <a:t>When pasting copy from other slides, be sure to right-click and choose ‘Keep text only’.</a:t>
            </a:r>
            <a:br>
              <a:rPr lang="en-US" dirty="0"/>
            </a:br>
            <a:r>
              <a:rPr lang="en-US" dirty="0"/>
              <a:t>To increase bullet level, select your text and press Tab.</a:t>
            </a:r>
            <a:br>
              <a:rPr lang="en-US" dirty="0"/>
            </a:br>
            <a:r>
              <a:rPr lang="en-US" dirty="0"/>
              <a:t>To decrease bullet level, select your bullet text and press Shift + Tab.</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30">
            <a:extLst>
              <a:ext uri="{FF2B5EF4-FFF2-40B4-BE49-F238E27FC236}">
                <a16:creationId xmlns:a16="http://schemas.microsoft.com/office/drawing/2014/main" id="{FC7F3F9A-2916-1C3D-166C-04E5D6242B67}"/>
              </a:ext>
            </a:extLst>
          </p:cNvPr>
          <p:cNvSpPr txBox="1">
            <a:spLocks/>
          </p:cNvSpPr>
          <p:nvPr userDrawn="1"/>
        </p:nvSpPr>
        <p:spPr>
          <a:xfrm>
            <a:off x="11704319" y="6321108"/>
            <a:ext cx="294812" cy="355098"/>
          </a:xfrm>
          <a:prstGeom prst="rect">
            <a:avLst/>
          </a:prstGeom>
          <a:blipFill>
            <a:blip>
              <a:extLst>
                <a:ext uri="{96DAC541-7B7A-43D3-8B79-37D633B846F1}">
                  <asvg:svgBlip xmlns:asvg="http://schemas.microsoft.com/office/drawing/2016/SVG/main" r:embed="rId9"/>
                </a:ext>
              </a:extLst>
            </a:blip>
            <a:stretch>
              <a:fillRect/>
            </a:stretch>
          </a:blipFill>
        </p:spPr>
        <p:txBody>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600" kern="1200">
                <a:solidFill>
                  <a:schemeClr val="tx2"/>
                </a:solidFill>
                <a:latin typeface="+mn-lt"/>
                <a:ea typeface="+mn-ea"/>
                <a:cs typeface="+mn-cs"/>
              </a:defRPr>
            </a:lvl1pPr>
            <a:lvl2pPr marL="2286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600" kern="1200">
                <a:solidFill>
                  <a:schemeClr val="tx2"/>
                </a:solidFill>
                <a:latin typeface="+mn-lt"/>
                <a:ea typeface="+mn-ea"/>
                <a:cs typeface="+mn-cs"/>
              </a:defRPr>
            </a:lvl2pPr>
            <a:lvl3pPr marL="4445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400" kern="1200">
                <a:solidFill>
                  <a:schemeClr val="tx2"/>
                </a:solidFill>
                <a:latin typeface="+mn-lt"/>
                <a:ea typeface="+mn-ea"/>
                <a:cs typeface="+mn-cs"/>
              </a:defRPr>
            </a:lvl3pPr>
            <a:lvl4pPr marL="625475"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4pPr>
            <a:lvl5pPr marL="80645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dirty="0"/>
              <a:t> </a:t>
            </a:r>
          </a:p>
        </p:txBody>
      </p:sp>
    </p:spTree>
    <p:custDataLst>
      <p:tags r:id="rId8"/>
    </p:custDataLst>
    <p:extLst>
      <p:ext uri="{BB962C8B-B14F-4D97-AF65-F5344CB8AC3E}">
        <p14:creationId xmlns:p14="http://schemas.microsoft.com/office/powerpoint/2010/main" val="2327450278"/>
      </p:ext>
    </p:extLst>
  </p:cSld>
  <p:clrMap bg1="lt1" tx1="dk1" bg2="lt2" tx2="dk2" accent1="accent1" accent2="accent2" accent3="accent3" accent4="accent4" accent5="accent5" accent6="accent6" hlink="hlink" folHlink="folHlink"/>
  <p:sldLayoutIdLst>
    <p:sldLayoutId id="2147484010" r:id="rId1"/>
    <p:sldLayoutId id="2147484011" r:id="rId2"/>
    <p:sldLayoutId id="2147484012" r:id="rId3"/>
    <p:sldLayoutId id="2147484013" r:id="rId4"/>
    <p:sldLayoutId id="2147484117" r:id="rId5"/>
    <p:sldLayoutId id="2147484019" r:id="rId6"/>
  </p:sldLayoutIdLst>
  <p:hf hdr="0" ftr="0"/>
  <p:txStyles>
    <p:titleStyle>
      <a:lvl1pPr algn="l" defTabSz="914400" rtl="0" eaLnBrk="1" latinLnBrk="0" hangingPunct="1">
        <a:lnSpc>
          <a:spcPct val="90000"/>
        </a:lnSpc>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lnSpc>
          <a:spcPct val="100000"/>
        </a:lnSpc>
        <a:spcBef>
          <a:spcPts val="600"/>
        </a:spcBef>
        <a:spcAft>
          <a:spcPts val="600"/>
        </a:spcAft>
        <a:buFont typeface="Arial" panose="020B0604020202020204" pitchFamily="34" charset="0"/>
        <a:buChar char="•"/>
        <a:defRPr sz="2400" kern="1200">
          <a:solidFill>
            <a:schemeClr val="tx1"/>
          </a:solidFill>
          <a:latin typeface="+mn-lt"/>
          <a:ea typeface="+mn-ea"/>
          <a:cs typeface="+mn-cs"/>
        </a:defRPr>
      </a:lvl1pPr>
      <a:lvl2pPr marL="460800" marR="0" indent="-230400" algn="l" defTabSz="914400" rtl="0" eaLnBrk="1" fontAlgn="auto" latinLnBrk="0" hangingPunct="1">
        <a:lnSpc>
          <a:spcPct val="100000"/>
        </a:lnSpc>
        <a:spcBef>
          <a:spcPts val="0"/>
        </a:spcBef>
        <a:spcAft>
          <a:spcPts val="800"/>
        </a:spcAft>
        <a:buClrTx/>
        <a:buSzPct val="100000"/>
        <a:buFont typeface="Arial" panose="020B0604020202020204" pitchFamily="34" charset="0"/>
        <a:buChar char="•"/>
        <a:tabLst/>
        <a:defRPr lang="en-US" sz="2400" kern="1200">
          <a:solidFill>
            <a:schemeClr val="tx1"/>
          </a:solidFill>
          <a:latin typeface="+mn-lt"/>
          <a:ea typeface="+mn-ea"/>
          <a:cs typeface="+mn-cs"/>
        </a:defRPr>
      </a:lvl2pPr>
      <a:lvl3pPr marL="691200" indent="-2304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3pPr>
      <a:lvl4pPr marL="921600" indent="-2304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4pPr>
      <a:lvl5pPr marL="1152000" indent="-228600" algn="l" defTabSz="914400" rtl="0" eaLnBrk="1" latinLnBrk="0" hangingPunct="1">
        <a:lnSpc>
          <a:spcPct val="100000"/>
        </a:lnSpc>
        <a:spcBef>
          <a:spcPts val="0"/>
        </a:spcBef>
        <a:spcAft>
          <a:spcPts val="800"/>
        </a:spcAft>
        <a:buClrTx/>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E3E3E3"/>
          </p15:clr>
        </p15:guide>
        <p15:guide id="2" pos="7673" userDrawn="1">
          <p15:clr>
            <a:srgbClr val="E3E3E3"/>
          </p15:clr>
        </p15:guide>
        <p15:guide id="3" pos="384" userDrawn="1">
          <p15:clr>
            <a:srgbClr val="E3E3E3"/>
          </p15:clr>
        </p15:guide>
        <p15:guide id="4" pos="768" userDrawn="1">
          <p15:clr>
            <a:srgbClr val="E3E3E3"/>
          </p15:clr>
        </p15:guide>
        <p15:guide id="5" pos="1152" userDrawn="1">
          <p15:clr>
            <a:srgbClr val="E3E3E3"/>
          </p15:clr>
        </p15:guide>
        <p15:guide id="6" pos="1536" userDrawn="1">
          <p15:clr>
            <a:srgbClr val="E3E3E3"/>
          </p15:clr>
        </p15:guide>
        <p15:guide id="7" pos="1920" userDrawn="1">
          <p15:clr>
            <a:srgbClr val="E3E3E3"/>
          </p15:clr>
        </p15:guide>
        <p15:guide id="8" pos="2304" userDrawn="1">
          <p15:clr>
            <a:srgbClr val="E3E3E3"/>
          </p15:clr>
        </p15:guide>
        <p15:guide id="9" pos="2688" userDrawn="1">
          <p15:clr>
            <a:srgbClr val="E3E3E3"/>
          </p15:clr>
        </p15:guide>
        <p15:guide id="10" pos="3072" userDrawn="1">
          <p15:clr>
            <a:srgbClr val="E3E3E3"/>
          </p15:clr>
        </p15:guide>
        <p15:guide id="11" pos="3456" userDrawn="1">
          <p15:clr>
            <a:srgbClr val="E3E3E3"/>
          </p15:clr>
        </p15:guide>
        <p15:guide id="12" pos="3840" userDrawn="1">
          <p15:clr>
            <a:srgbClr val="E3E3E3"/>
          </p15:clr>
        </p15:guide>
        <p15:guide id="13" pos="4224" userDrawn="1">
          <p15:clr>
            <a:srgbClr val="E3E3E3"/>
          </p15:clr>
        </p15:guide>
        <p15:guide id="14" pos="4608" userDrawn="1">
          <p15:clr>
            <a:srgbClr val="E3E3E3"/>
          </p15:clr>
        </p15:guide>
        <p15:guide id="15" pos="4992" userDrawn="1">
          <p15:clr>
            <a:srgbClr val="E3E3E3"/>
          </p15:clr>
        </p15:guide>
        <p15:guide id="16" pos="5376" userDrawn="1">
          <p15:clr>
            <a:srgbClr val="E3E3E3"/>
          </p15:clr>
        </p15:guide>
        <p15:guide id="17" pos="5760" userDrawn="1">
          <p15:clr>
            <a:srgbClr val="E3E3E3"/>
          </p15:clr>
        </p15:guide>
        <p15:guide id="18" pos="6144" userDrawn="1">
          <p15:clr>
            <a:srgbClr val="E3E3E3"/>
          </p15:clr>
        </p15:guide>
        <p15:guide id="19" pos="6528" userDrawn="1">
          <p15:clr>
            <a:srgbClr val="E3E3E3"/>
          </p15:clr>
        </p15:guide>
        <p15:guide id="20" pos="6912" userDrawn="1">
          <p15:clr>
            <a:srgbClr val="E3E3E3"/>
          </p15:clr>
        </p15:guide>
        <p15:guide id="21" pos="7296" userDrawn="1">
          <p15:clr>
            <a:srgbClr val="E3E3E3"/>
          </p15:clr>
        </p15:guide>
        <p15:guide id="22" orient="horz" userDrawn="1">
          <p15:clr>
            <a:srgbClr val="E3E3E3"/>
          </p15:clr>
        </p15:guide>
        <p15:guide id="23" orient="horz" pos="4320" userDrawn="1">
          <p15:clr>
            <a:srgbClr val="E3E3E3"/>
          </p15:clr>
        </p15:guide>
        <p15:guide id="24" orient="horz" pos="253" userDrawn="1">
          <p15:clr>
            <a:srgbClr val="C35EA4"/>
          </p15:clr>
        </p15:guide>
        <p15:guide id="25" orient="horz" pos="3905" userDrawn="1">
          <p15:clr>
            <a:srgbClr val="C35EA4"/>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5884D0-6C0A-4957-A521-E7AECDD8A627}"/>
              </a:ext>
            </a:extLst>
          </p:cNvPr>
          <p:cNvSpPr>
            <a:spLocks noGrp="1"/>
          </p:cNvSpPr>
          <p:nvPr>
            <p:ph type="title"/>
          </p:nvPr>
        </p:nvSpPr>
        <p:spPr>
          <a:xfrm>
            <a:off x="609600" y="401638"/>
            <a:ext cx="10972800" cy="914400"/>
          </a:xfrm>
          <a:prstGeom prst="rect">
            <a:avLst/>
          </a:prstGeom>
        </p:spPr>
        <p:txBody>
          <a:bodyPr vert="horz" lIns="0" tIns="0" rIns="0" bIns="0" rtlCol="0" anchor="t">
            <a:normAutofit/>
          </a:bodyPr>
          <a:lstStyle/>
          <a:p>
            <a:r>
              <a:rPr lang="en-US" dirty="0"/>
              <a:t>Click to enter title here</a:t>
            </a:r>
            <a:endParaRPr lang="en-GB" dirty="0"/>
          </a:p>
        </p:txBody>
      </p:sp>
      <p:sp>
        <p:nvSpPr>
          <p:cNvPr id="4" name="Date Placeholder 3">
            <a:extLst>
              <a:ext uri="{FF2B5EF4-FFF2-40B4-BE49-F238E27FC236}">
                <a16:creationId xmlns:a16="http://schemas.microsoft.com/office/drawing/2014/main" id="{FD78F6B2-FAF9-4D08-B8BD-F2646AEF396C}"/>
              </a:ext>
            </a:extLst>
          </p:cNvPr>
          <p:cNvSpPr>
            <a:spLocks noGrp="1"/>
          </p:cNvSpPr>
          <p:nvPr>
            <p:ph type="dt" sz="half" idx="2"/>
          </p:nvPr>
        </p:nvSpPr>
        <p:spPr>
          <a:xfrm>
            <a:off x="10363199" y="6344085"/>
            <a:ext cx="1219199" cy="309145"/>
          </a:xfrm>
          <a:prstGeom prst="rect">
            <a:avLst/>
          </a:prstGeom>
        </p:spPr>
        <p:txBody>
          <a:bodyPr vert="horz" lIns="91440" tIns="45720" rIns="0" bIns="72000" rtlCol="0" anchor="b" anchorCtr="0">
            <a:noAutofit/>
          </a:bodyPr>
          <a:lstStyle>
            <a:lvl1pPr algn="r">
              <a:lnSpc>
                <a:spcPct val="100000"/>
              </a:lnSpc>
              <a:spcBef>
                <a:spcPts val="0"/>
              </a:spcBef>
              <a:spcAft>
                <a:spcPts val="0"/>
              </a:spcAft>
              <a:defRPr sz="800">
                <a:solidFill>
                  <a:schemeClr val="tx1"/>
                </a:solidFill>
              </a:defRPr>
            </a:lvl1pPr>
          </a:lstStyle>
          <a:p>
            <a:endParaRPr lang="en-GB" dirty="0"/>
          </a:p>
        </p:txBody>
      </p:sp>
      <p:sp>
        <p:nvSpPr>
          <p:cNvPr id="6" name="Slide Number Placeholder 5">
            <a:extLst>
              <a:ext uri="{FF2B5EF4-FFF2-40B4-BE49-F238E27FC236}">
                <a16:creationId xmlns:a16="http://schemas.microsoft.com/office/drawing/2014/main" id="{6410E024-D0BA-4349-981A-F74D8D6124B4}"/>
              </a:ext>
            </a:extLst>
          </p:cNvPr>
          <p:cNvSpPr>
            <a:spLocks noGrp="1"/>
          </p:cNvSpPr>
          <p:nvPr>
            <p:ph type="sldNum" sz="quarter" idx="4"/>
          </p:nvPr>
        </p:nvSpPr>
        <p:spPr>
          <a:xfrm>
            <a:off x="0" y="6344085"/>
            <a:ext cx="487680" cy="309145"/>
          </a:xfrm>
          <a:prstGeom prst="rect">
            <a:avLst/>
          </a:prstGeom>
        </p:spPr>
        <p:txBody>
          <a:bodyPr vert="horz" lIns="0" tIns="0" rIns="0" bIns="72000" rtlCol="0" anchor="b" anchorCtr="0">
            <a:noAutofit/>
          </a:bodyPr>
          <a:lstStyle>
            <a:lvl1pPr algn="r">
              <a:lnSpc>
                <a:spcPct val="100000"/>
              </a:lnSpc>
              <a:spcBef>
                <a:spcPts val="0"/>
              </a:spcBef>
              <a:spcAft>
                <a:spcPts val="0"/>
              </a:spcAft>
              <a:defRPr sz="800">
                <a:solidFill>
                  <a:schemeClr val="tx1"/>
                </a:solidFill>
              </a:defRPr>
            </a:lvl1pPr>
          </a:lstStyle>
          <a:p>
            <a:fld id="{F8E47D07-9D1E-4FE9-B31A-2F5863681021}" type="slidenum">
              <a:rPr lang="en-GB" smtClean="0"/>
              <a:pPr/>
              <a:t>‹#›</a:t>
            </a:fld>
            <a:endParaRPr lang="en-GB" dirty="0"/>
          </a:p>
        </p:txBody>
      </p:sp>
      <p:sp>
        <p:nvSpPr>
          <p:cNvPr id="8" name="Text Placeholder 7">
            <a:extLst>
              <a:ext uri="{FF2B5EF4-FFF2-40B4-BE49-F238E27FC236}">
                <a16:creationId xmlns:a16="http://schemas.microsoft.com/office/drawing/2014/main" id="{6E248C0A-0C4B-4F9E-B86F-C76D98029E86}"/>
              </a:ext>
            </a:extLst>
          </p:cNvPr>
          <p:cNvSpPr>
            <a:spLocks noGrp="1"/>
          </p:cNvSpPr>
          <p:nvPr>
            <p:ph type="body" idx="1"/>
          </p:nvPr>
        </p:nvSpPr>
        <p:spPr>
          <a:xfrm>
            <a:off x="609600" y="1468438"/>
            <a:ext cx="10972800" cy="4736175"/>
          </a:xfrm>
          <a:prstGeom prst="rect">
            <a:avLst/>
          </a:prstGeom>
        </p:spPr>
        <p:txBody>
          <a:bodyPr vert="horz" lIns="0" tIns="0" rIns="0" bIns="0" rtlCol="0">
            <a:noAutofit/>
          </a:bodyPr>
          <a:lstStyle/>
          <a:p>
            <a:pPr lvl="0"/>
            <a:r>
              <a:rPr lang="en-US" dirty="0"/>
              <a:t>Click to add text here. </a:t>
            </a:r>
            <a:br>
              <a:rPr lang="en-US" dirty="0"/>
            </a:br>
            <a:r>
              <a:rPr lang="en-US" dirty="0"/>
              <a:t>When pasting copy from other slides, be sure to right-click and choose ‘Keep text only’.</a:t>
            </a:r>
            <a:br>
              <a:rPr lang="en-US" dirty="0"/>
            </a:br>
            <a:r>
              <a:rPr lang="en-US" dirty="0"/>
              <a:t>To increase bullet level, select your text and press Tab.</a:t>
            </a:r>
            <a:br>
              <a:rPr lang="en-US" dirty="0"/>
            </a:br>
            <a:r>
              <a:rPr lang="en-US" dirty="0"/>
              <a:t>To decrease bullet level, select your bullet text and press Shift + Tab.</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30">
            <a:extLst>
              <a:ext uri="{FF2B5EF4-FFF2-40B4-BE49-F238E27FC236}">
                <a16:creationId xmlns:a16="http://schemas.microsoft.com/office/drawing/2014/main" id="{BE2F71DA-E675-50C9-A90B-CBD9F699B854}"/>
              </a:ext>
            </a:extLst>
          </p:cNvPr>
          <p:cNvSpPr txBox="1">
            <a:spLocks/>
          </p:cNvSpPr>
          <p:nvPr userDrawn="1"/>
        </p:nvSpPr>
        <p:spPr>
          <a:xfrm>
            <a:off x="11704319" y="6321108"/>
            <a:ext cx="294812" cy="355098"/>
          </a:xfrm>
          <a:prstGeom prst="rect">
            <a:avLst/>
          </a:prstGeom>
          <a:blipFill>
            <a:blip>
              <a:extLst>
                <a:ext uri="{96DAC541-7B7A-43D3-8B79-37D633B846F1}">
                  <asvg:svgBlip xmlns:asvg="http://schemas.microsoft.com/office/drawing/2016/SVG/main" r:embed="rId8"/>
                </a:ext>
              </a:extLst>
            </a:blip>
            <a:stretch>
              <a:fillRect/>
            </a:stretch>
          </a:blipFill>
        </p:spPr>
        <p:txBody>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600" kern="1200">
                <a:solidFill>
                  <a:schemeClr val="tx2"/>
                </a:solidFill>
                <a:latin typeface="+mn-lt"/>
                <a:ea typeface="+mn-ea"/>
                <a:cs typeface="+mn-cs"/>
              </a:defRPr>
            </a:lvl1pPr>
            <a:lvl2pPr marL="2286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600" kern="1200">
                <a:solidFill>
                  <a:schemeClr val="tx2"/>
                </a:solidFill>
                <a:latin typeface="+mn-lt"/>
                <a:ea typeface="+mn-ea"/>
                <a:cs typeface="+mn-cs"/>
              </a:defRPr>
            </a:lvl2pPr>
            <a:lvl3pPr marL="4445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400" kern="1200">
                <a:solidFill>
                  <a:schemeClr val="tx2"/>
                </a:solidFill>
                <a:latin typeface="+mn-lt"/>
                <a:ea typeface="+mn-ea"/>
                <a:cs typeface="+mn-cs"/>
              </a:defRPr>
            </a:lvl3pPr>
            <a:lvl4pPr marL="625475"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4pPr>
            <a:lvl5pPr marL="80645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dirty="0"/>
              <a:t> </a:t>
            </a:r>
          </a:p>
        </p:txBody>
      </p:sp>
    </p:spTree>
    <p:custDataLst>
      <p:tags r:id="rId7"/>
    </p:custDataLst>
    <p:extLst>
      <p:ext uri="{BB962C8B-B14F-4D97-AF65-F5344CB8AC3E}">
        <p14:creationId xmlns:p14="http://schemas.microsoft.com/office/powerpoint/2010/main" val="4245213269"/>
      </p:ext>
    </p:extLst>
  </p:cSld>
  <p:clrMap bg1="lt1" tx1="dk1" bg2="lt2" tx2="dk2" accent1="accent1" accent2="accent2" accent3="accent3" accent4="accent4" accent5="accent5" accent6="accent6" hlink="hlink" folHlink="folHlink"/>
  <p:sldLayoutIdLst>
    <p:sldLayoutId id="2147484109" r:id="rId1"/>
    <p:sldLayoutId id="2147484113" r:id="rId2"/>
    <p:sldLayoutId id="2147484111" r:id="rId3"/>
    <p:sldLayoutId id="2147484112" r:id="rId4"/>
    <p:sldLayoutId id="2147484025" r:id="rId5"/>
  </p:sldLayoutIdLst>
  <p:hf hdr="0" ftr="0"/>
  <p:txStyles>
    <p:titleStyle>
      <a:lvl1pPr algn="l" defTabSz="914400" rtl="0" eaLnBrk="1" latinLnBrk="0" hangingPunct="1">
        <a:lnSpc>
          <a:spcPct val="90000"/>
        </a:lnSpc>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lnSpc>
          <a:spcPct val="100000"/>
        </a:lnSpc>
        <a:spcBef>
          <a:spcPts val="600"/>
        </a:spcBef>
        <a:spcAft>
          <a:spcPts val="600"/>
        </a:spcAft>
        <a:buFont typeface="Arial" panose="020B0604020202020204" pitchFamily="34" charset="0"/>
        <a:buChar char="•"/>
        <a:defRPr sz="2400" kern="1200">
          <a:solidFill>
            <a:schemeClr val="tx1"/>
          </a:solidFill>
          <a:latin typeface="+mn-lt"/>
          <a:ea typeface="+mn-ea"/>
          <a:cs typeface="+mn-cs"/>
        </a:defRPr>
      </a:lvl1pPr>
      <a:lvl2pPr marL="460800" marR="0" indent="-230400" algn="l" defTabSz="914400" rtl="0" eaLnBrk="1" fontAlgn="auto" latinLnBrk="0" hangingPunct="1">
        <a:lnSpc>
          <a:spcPct val="100000"/>
        </a:lnSpc>
        <a:spcBef>
          <a:spcPts val="0"/>
        </a:spcBef>
        <a:spcAft>
          <a:spcPts val="800"/>
        </a:spcAft>
        <a:buClrTx/>
        <a:buSzPct val="100000"/>
        <a:buFont typeface="Arial" panose="020B0604020202020204" pitchFamily="34" charset="0"/>
        <a:buChar char="•"/>
        <a:tabLst/>
        <a:defRPr lang="en-US" sz="2400" kern="1200">
          <a:solidFill>
            <a:schemeClr val="tx1"/>
          </a:solidFill>
          <a:latin typeface="+mn-lt"/>
          <a:ea typeface="+mn-ea"/>
          <a:cs typeface="+mn-cs"/>
        </a:defRPr>
      </a:lvl2pPr>
      <a:lvl3pPr marL="691200" indent="-2304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3pPr>
      <a:lvl4pPr marL="921600" indent="-2304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4pPr>
      <a:lvl5pPr marL="1152000" indent="-228600" algn="l" defTabSz="914400" rtl="0" eaLnBrk="1" latinLnBrk="0" hangingPunct="1">
        <a:lnSpc>
          <a:spcPct val="100000"/>
        </a:lnSpc>
        <a:spcBef>
          <a:spcPts val="0"/>
        </a:spcBef>
        <a:spcAft>
          <a:spcPts val="800"/>
        </a:spcAft>
        <a:buClrTx/>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E3E3E3"/>
          </p15:clr>
        </p15:guide>
        <p15:guide id="2" pos="7680" userDrawn="1">
          <p15:clr>
            <a:srgbClr val="E3E3E3"/>
          </p15:clr>
        </p15:guide>
        <p15:guide id="3" pos="384" userDrawn="1">
          <p15:clr>
            <a:srgbClr val="E3E3E3"/>
          </p15:clr>
        </p15:guide>
        <p15:guide id="4" pos="768" userDrawn="1">
          <p15:clr>
            <a:srgbClr val="E3E3E3"/>
          </p15:clr>
        </p15:guide>
        <p15:guide id="5" pos="1152" userDrawn="1">
          <p15:clr>
            <a:srgbClr val="E3E3E3"/>
          </p15:clr>
        </p15:guide>
        <p15:guide id="6" pos="1536" userDrawn="1">
          <p15:clr>
            <a:srgbClr val="E3E3E3"/>
          </p15:clr>
        </p15:guide>
        <p15:guide id="7" pos="1920" userDrawn="1">
          <p15:clr>
            <a:srgbClr val="E3E3E3"/>
          </p15:clr>
        </p15:guide>
        <p15:guide id="8" pos="2304" userDrawn="1">
          <p15:clr>
            <a:srgbClr val="E3E3E3"/>
          </p15:clr>
        </p15:guide>
        <p15:guide id="9" pos="2688" userDrawn="1">
          <p15:clr>
            <a:srgbClr val="E3E3E3"/>
          </p15:clr>
        </p15:guide>
        <p15:guide id="10" pos="3072" userDrawn="1">
          <p15:clr>
            <a:srgbClr val="E3E3E3"/>
          </p15:clr>
        </p15:guide>
        <p15:guide id="11" pos="3456" userDrawn="1">
          <p15:clr>
            <a:srgbClr val="E3E3E3"/>
          </p15:clr>
        </p15:guide>
        <p15:guide id="12" pos="3840" userDrawn="1">
          <p15:clr>
            <a:srgbClr val="E3E3E3"/>
          </p15:clr>
        </p15:guide>
        <p15:guide id="13" pos="4224" userDrawn="1">
          <p15:clr>
            <a:srgbClr val="E3E3E3"/>
          </p15:clr>
        </p15:guide>
        <p15:guide id="14" pos="4608" userDrawn="1">
          <p15:clr>
            <a:srgbClr val="E3E3E3"/>
          </p15:clr>
        </p15:guide>
        <p15:guide id="15" pos="4992" userDrawn="1">
          <p15:clr>
            <a:srgbClr val="E3E3E3"/>
          </p15:clr>
        </p15:guide>
        <p15:guide id="16" pos="5376" userDrawn="1">
          <p15:clr>
            <a:srgbClr val="E3E3E3"/>
          </p15:clr>
        </p15:guide>
        <p15:guide id="17" pos="5760" userDrawn="1">
          <p15:clr>
            <a:srgbClr val="E3E3E3"/>
          </p15:clr>
        </p15:guide>
        <p15:guide id="18" pos="6144" userDrawn="1">
          <p15:clr>
            <a:srgbClr val="E3E3E3"/>
          </p15:clr>
        </p15:guide>
        <p15:guide id="19" pos="6528" userDrawn="1">
          <p15:clr>
            <a:srgbClr val="E3E3E3"/>
          </p15:clr>
        </p15:guide>
        <p15:guide id="20" pos="6912" userDrawn="1">
          <p15:clr>
            <a:srgbClr val="E3E3E3"/>
          </p15:clr>
        </p15:guide>
        <p15:guide id="21" pos="7296" userDrawn="1">
          <p15:clr>
            <a:srgbClr val="E3E3E3"/>
          </p15:clr>
        </p15:guide>
        <p15:guide id="22" orient="horz" userDrawn="1">
          <p15:clr>
            <a:srgbClr val="E3E3E3"/>
          </p15:clr>
        </p15:guide>
        <p15:guide id="23" orient="horz" pos="4320" userDrawn="1">
          <p15:clr>
            <a:srgbClr val="E3E3E3"/>
          </p15:clr>
        </p15:guide>
        <p15:guide id="24" orient="horz" pos="253" userDrawn="1">
          <p15:clr>
            <a:srgbClr val="C35EA4"/>
          </p15:clr>
        </p15:guide>
        <p15:guide id="25" orient="horz" pos="3905" userDrawn="1">
          <p15:clr>
            <a:srgbClr val="C35EA4"/>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5884D0-6C0A-4957-A521-E7AECDD8A627}"/>
              </a:ext>
            </a:extLst>
          </p:cNvPr>
          <p:cNvSpPr>
            <a:spLocks noGrp="1"/>
          </p:cNvSpPr>
          <p:nvPr>
            <p:ph type="title"/>
          </p:nvPr>
        </p:nvSpPr>
        <p:spPr>
          <a:xfrm>
            <a:off x="609600" y="401638"/>
            <a:ext cx="10972800" cy="914400"/>
          </a:xfrm>
          <a:prstGeom prst="rect">
            <a:avLst/>
          </a:prstGeom>
        </p:spPr>
        <p:txBody>
          <a:bodyPr vert="horz" lIns="0" tIns="0" rIns="0" bIns="0" rtlCol="0" anchor="t">
            <a:normAutofit/>
          </a:bodyPr>
          <a:lstStyle/>
          <a:p>
            <a:r>
              <a:rPr lang="en-US" dirty="0"/>
              <a:t>Click to enter title here</a:t>
            </a:r>
            <a:endParaRPr lang="en-GB" dirty="0"/>
          </a:p>
        </p:txBody>
      </p:sp>
      <p:sp>
        <p:nvSpPr>
          <p:cNvPr id="4" name="Date Placeholder 3">
            <a:extLst>
              <a:ext uri="{FF2B5EF4-FFF2-40B4-BE49-F238E27FC236}">
                <a16:creationId xmlns:a16="http://schemas.microsoft.com/office/drawing/2014/main" id="{FD78F6B2-FAF9-4D08-B8BD-F2646AEF396C}"/>
              </a:ext>
            </a:extLst>
          </p:cNvPr>
          <p:cNvSpPr>
            <a:spLocks noGrp="1"/>
          </p:cNvSpPr>
          <p:nvPr>
            <p:ph type="dt" sz="half" idx="2"/>
          </p:nvPr>
        </p:nvSpPr>
        <p:spPr>
          <a:xfrm>
            <a:off x="10363200" y="6344085"/>
            <a:ext cx="1219199" cy="309145"/>
          </a:xfrm>
          <a:prstGeom prst="rect">
            <a:avLst/>
          </a:prstGeom>
        </p:spPr>
        <p:txBody>
          <a:bodyPr vert="horz" lIns="91440" tIns="45720" rIns="0" bIns="72000" rtlCol="0" anchor="b" anchorCtr="0">
            <a:noAutofit/>
          </a:bodyPr>
          <a:lstStyle>
            <a:lvl1pPr algn="r">
              <a:lnSpc>
                <a:spcPct val="100000"/>
              </a:lnSpc>
              <a:spcBef>
                <a:spcPts val="0"/>
              </a:spcBef>
              <a:spcAft>
                <a:spcPts val="0"/>
              </a:spcAft>
              <a:defRPr sz="800">
                <a:solidFill>
                  <a:schemeClr val="tx1"/>
                </a:solidFill>
              </a:defRPr>
            </a:lvl1pPr>
          </a:lstStyle>
          <a:p>
            <a:endParaRPr lang="en-GB" dirty="0"/>
          </a:p>
        </p:txBody>
      </p:sp>
      <p:sp>
        <p:nvSpPr>
          <p:cNvPr id="6" name="Slide Number Placeholder 5">
            <a:extLst>
              <a:ext uri="{FF2B5EF4-FFF2-40B4-BE49-F238E27FC236}">
                <a16:creationId xmlns:a16="http://schemas.microsoft.com/office/drawing/2014/main" id="{6410E024-D0BA-4349-981A-F74D8D6124B4}"/>
              </a:ext>
            </a:extLst>
          </p:cNvPr>
          <p:cNvSpPr>
            <a:spLocks noGrp="1"/>
          </p:cNvSpPr>
          <p:nvPr>
            <p:ph type="sldNum" sz="quarter" idx="4"/>
          </p:nvPr>
        </p:nvSpPr>
        <p:spPr>
          <a:xfrm>
            <a:off x="0" y="6344085"/>
            <a:ext cx="487680" cy="309145"/>
          </a:xfrm>
          <a:prstGeom prst="rect">
            <a:avLst/>
          </a:prstGeom>
        </p:spPr>
        <p:txBody>
          <a:bodyPr vert="horz" lIns="0" tIns="0" rIns="0" bIns="72000" rtlCol="0" anchor="b" anchorCtr="0">
            <a:noAutofit/>
          </a:bodyPr>
          <a:lstStyle>
            <a:lvl1pPr algn="r">
              <a:lnSpc>
                <a:spcPct val="100000"/>
              </a:lnSpc>
              <a:spcBef>
                <a:spcPts val="0"/>
              </a:spcBef>
              <a:spcAft>
                <a:spcPts val="0"/>
              </a:spcAft>
              <a:defRPr sz="800">
                <a:solidFill>
                  <a:schemeClr val="tx1"/>
                </a:solidFill>
              </a:defRPr>
            </a:lvl1pPr>
          </a:lstStyle>
          <a:p>
            <a:fld id="{F8E47D07-9D1E-4FE9-B31A-2F5863681021}" type="slidenum">
              <a:rPr lang="en-GB" smtClean="0"/>
              <a:pPr/>
              <a:t>‹#›</a:t>
            </a:fld>
            <a:endParaRPr lang="en-GB" dirty="0"/>
          </a:p>
        </p:txBody>
      </p:sp>
      <p:sp>
        <p:nvSpPr>
          <p:cNvPr id="8" name="Text Placeholder 7">
            <a:extLst>
              <a:ext uri="{FF2B5EF4-FFF2-40B4-BE49-F238E27FC236}">
                <a16:creationId xmlns:a16="http://schemas.microsoft.com/office/drawing/2014/main" id="{6E248C0A-0C4B-4F9E-B86F-C76D98029E86}"/>
              </a:ext>
            </a:extLst>
          </p:cNvPr>
          <p:cNvSpPr>
            <a:spLocks noGrp="1"/>
          </p:cNvSpPr>
          <p:nvPr>
            <p:ph type="body" idx="1"/>
          </p:nvPr>
        </p:nvSpPr>
        <p:spPr>
          <a:xfrm>
            <a:off x="609600" y="1468438"/>
            <a:ext cx="10972800" cy="4736175"/>
          </a:xfrm>
          <a:prstGeom prst="rect">
            <a:avLst/>
          </a:prstGeom>
        </p:spPr>
        <p:txBody>
          <a:bodyPr vert="horz" lIns="0" tIns="0" rIns="0" bIns="0" rtlCol="0">
            <a:noAutofit/>
          </a:bodyPr>
          <a:lstStyle/>
          <a:p>
            <a:pPr lvl="0"/>
            <a:r>
              <a:rPr lang="en-US" dirty="0"/>
              <a:t>Click to add text here. </a:t>
            </a:r>
            <a:br>
              <a:rPr lang="en-US" dirty="0"/>
            </a:br>
            <a:r>
              <a:rPr lang="en-US" dirty="0"/>
              <a:t>When pasting copy from other slides, be sure to right-click and choose ‘Keep text only’.</a:t>
            </a:r>
            <a:br>
              <a:rPr lang="en-US" dirty="0"/>
            </a:br>
            <a:r>
              <a:rPr lang="en-US" dirty="0"/>
              <a:t>To increase bullet level, select your text and press Tab.</a:t>
            </a:r>
            <a:br>
              <a:rPr lang="en-US" dirty="0"/>
            </a:br>
            <a:r>
              <a:rPr lang="en-US" dirty="0"/>
              <a:t>To decrease bullet level, select your bullet text and press Shift + Tab.</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30">
            <a:extLst>
              <a:ext uri="{FF2B5EF4-FFF2-40B4-BE49-F238E27FC236}">
                <a16:creationId xmlns:a16="http://schemas.microsoft.com/office/drawing/2014/main" id="{5FCACAAB-1F89-129B-3008-E3560755D6C5}"/>
              </a:ext>
            </a:extLst>
          </p:cNvPr>
          <p:cNvSpPr txBox="1">
            <a:spLocks/>
          </p:cNvSpPr>
          <p:nvPr userDrawn="1"/>
        </p:nvSpPr>
        <p:spPr>
          <a:xfrm>
            <a:off x="11704319" y="6321108"/>
            <a:ext cx="294812" cy="355098"/>
          </a:xfrm>
          <a:prstGeom prst="rect">
            <a:avLst/>
          </a:prstGeom>
          <a:blipFill>
            <a:blip>
              <a:extLst>
                <a:ext uri="{96DAC541-7B7A-43D3-8B79-37D633B846F1}">
                  <asvg:svgBlip xmlns:asvg="http://schemas.microsoft.com/office/drawing/2016/SVG/main" r:embed="rId8"/>
                </a:ext>
              </a:extLst>
            </a:blip>
            <a:stretch>
              <a:fillRect/>
            </a:stretch>
          </a:blipFill>
        </p:spPr>
        <p:txBody>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600" kern="1200">
                <a:solidFill>
                  <a:schemeClr val="tx2"/>
                </a:solidFill>
                <a:latin typeface="+mn-lt"/>
                <a:ea typeface="+mn-ea"/>
                <a:cs typeface="+mn-cs"/>
              </a:defRPr>
            </a:lvl1pPr>
            <a:lvl2pPr marL="2286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600" kern="1200">
                <a:solidFill>
                  <a:schemeClr val="tx2"/>
                </a:solidFill>
                <a:latin typeface="+mn-lt"/>
                <a:ea typeface="+mn-ea"/>
                <a:cs typeface="+mn-cs"/>
              </a:defRPr>
            </a:lvl2pPr>
            <a:lvl3pPr marL="4445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400" kern="1200">
                <a:solidFill>
                  <a:schemeClr val="tx2"/>
                </a:solidFill>
                <a:latin typeface="+mn-lt"/>
                <a:ea typeface="+mn-ea"/>
                <a:cs typeface="+mn-cs"/>
              </a:defRPr>
            </a:lvl3pPr>
            <a:lvl4pPr marL="625475"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4pPr>
            <a:lvl5pPr marL="80645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dirty="0"/>
              <a:t> </a:t>
            </a:r>
          </a:p>
        </p:txBody>
      </p:sp>
    </p:spTree>
    <p:custDataLst>
      <p:tags r:id="rId7"/>
    </p:custDataLst>
    <p:extLst>
      <p:ext uri="{BB962C8B-B14F-4D97-AF65-F5344CB8AC3E}">
        <p14:creationId xmlns:p14="http://schemas.microsoft.com/office/powerpoint/2010/main" val="442645784"/>
      </p:ext>
    </p:extLst>
  </p:cSld>
  <p:clrMap bg1="lt1" tx1="dk1" bg2="lt2" tx2="dk2" accent1="accent1" accent2="accent2" accent3="accent3" accent4="accent4" accent5="accent5" accent6="accent6" hlink="hlink" folHlink="folHlink"/>
  <p:sldLayoutIdLst>
    <p:sldLayoutId id="2147484027" r:id="rId1"/>
    <p:sldLayoutId id="2147484118" r:id="rId2"/>
    <p:sldLayoutId id="2147484119" r:id="rId3"/>
    <p:sldLayoutId id="2147484120" r:id="rId4"/>
    <p:sldLayoutId id="2147484031" r:id="rId5"/>
  </p:sldLayoutIdLst>
  <p:hf hdr="0" ftr="0"/>
  <p:txStyles>
    <p:titleStyle>
      <a:lvl1pPr algn="l" defTabSz="914400" rtl="0" eaLnBrk="1" latinLnBrk="0" hangingPunct="1">
        <a:lnSpc>
          <a:spcPct val="90000"/>
        </a:lnSpc>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lnSpc>
          <a:spcPct val="100000"/>
        </a:lnSpc>
        <a:spcBef>
          <a:spcPts val="600"/>
        </a:spcBef>
        <a:spcAft>
          <a:spcPts val="600"/>
        </a:spcAft>
        <a:buFont typeface="Arial" panose="020B0604020202020204" pitchFamily="34" charset="0"/>
        <a:buChar char="•"/>
        <a:defRPr sz="2400" kern="1200">
          <a:solidFill>
            <a:schemeClr val="tx1"/>
          </a:solidFill>
          <a:latin typeface="+mn-lt"/>
          <a:ea typeface="+mn-ea"/>
          <a:cs typeface="+mn-cs"/>
        </a:defRPr>
      </a:lvl1pPr>
      <a:lvl2pPr marL="460800" marR="0" indent="-230400" algn="l" defTabSz="914400" rtl="0" eaLnBrk="1" fontAlgn="auto" latinLnBrk="0" hangingPunct="1">
        <a:lnSpc>
          <a:spcPct val="100000"/>
        </a:lnSpc>
        <a:spcBef>
          <a:spcPts val="0"/>
        </a:spcBef>
        <a:spcAft>
          <a:spcPts val="800"/>
        </a:spcAft>
        <a:buClrTx/>
        <a:buSzPct val="100000"/>
        <a:buFont typeface="Arial" panose="020B0604020202020204" pitchFamily="34" charset="0"/>
        <a:buChar char="•"/>
        <a:tabLst/>
        <a:defRPr lang="en-US" sz="2400" kern="1200" dirty="0">
          <a:solidFill>
            <a:schemeClr val="tx1"/>
          </a:solidFill>
          <a:latin typeface="+mn-lt"/>
          <a:ea typeface="+mn-ea"/>
          <a:cs typeface="+mn-cs"/>
        </a:defRPr>
      </a:lvl2pPr>
      <a:lvl3pPr marL="691200" indent="-2304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3pPr>
      <a:lvl4pPr marL="921600" indent="-2304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4pPr>
      <a:lvl5pPr marL="1152000" indent="-228600" algn="l" defTabSz="914400" rtl="0" eaLnBrk="1" latinLnBrk="0" hangingPunct="1">
        <a:lnSpc>
          <a:spcPct val="100000"/>
        </a:lnSpc>
        <a:spcBef>
          <a:spcPts val="0"/>
        </a:spcBef>
        <a:spcAft>
          <a:spcPts val="800"/>
        </a:spcAft>
        <a:buClrTx/>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E3E3E3"/>
          </p15:clr>
        </p15:guide>
        <p15:guide id="2" pos="7680" userDrawn="1">
          <p15:clr>
            <a:srgbClr val="E3E3E3"/>
          </p15:clr>
        </p15:guide>
        <p15:guide id="3" pos="384" userDrawn="1">
          <p15:clr>
            <a:srgbClr val="E3E3E3"/>
          </p15:clr>
        </p15:guide>
        <p15:guide id="4" pos="768" userDrawn="1">
          <p15:clr>
            <a:srgbClr val="E3E3E3"/>
          </p15:clr>
        </p15:guide>
        <p15:guide id="5" pos="1152" userDrawn="1">
          <p15:clr>
            <a:srgbClr val="E3E3E3"/>
          </p15:clr>
        </p15:guide>
        <p15:guide id="6" pos="1536" userDrawn="1">
          <p15:clr>
            <a:srgbClr val="E3E3E3"/>
          </p15:clr>
        </p15:guide>
        <p15:guide id="7" pos="1920" userDrawn="1">
          <p15:clr>
            <a:srgbClr val="E3E3E3"/>
          </p15:clr>
        </p15:guide>
        <p15:guide id="8" pos="2304" userDrawn="1">
          <p15:clr>
            <a:srgbClr val="E3E3E3"/>
          </p15:clr>
        </p15:guide>
        <p15:guide id="9" pos="2688" userDrawn="1">
          <p15:clr>
            <a:srgbClr val="E3E3E3"/>
          </p15:clr>
        </p15:guide>
        <p15:guide id="10" pos="3072" userDrawn="1">
          <p15:clr>
            <a:srgbClr val="E3E3E3"/>
          </p15:clr>
        </p15:guide>
        <p15:guide id="11" pos="3456" userDrawn="1">
          <p15:clr>
            <a:srgbClr val="E3E3E3"/>
          </p15:clr>
        </p15:guide>
        <p15:guide id="12" pos="3840" userDrawn="1">
          <p15:clr>
            <a:srgbClr val="E3E3E3"/>
          </p15:clr>
        </p15:guide>
        <p15:guide id="13" pos="4224" userDrawn="1">
          <p15:clr>
            <a:srgbClr val="E3E3E3"/>
          </p15:clr>
        </p15:guide>
        <p15:guide id="14" pos="4608" userDrawn="1">
          <p15:clr>
            <a:srgbClr val="E3E3E3"/>
          </p15:clr>
        </p15:guide>
        <p15:guide id="15" pos="4992" userDrawn="1">
          <p15:clr>
            <a:srgbClr val="E3E3E3"/>
          </p15:clr>
        </p15:guide>
        <p15:guide id="16" pos="5376" userDrawn="1">
          <p15:clr>
            <a:srgbClr val="E3E3E3"/>
          </p15:clr>
        </p15:guide>
        <p15:guide id="17" pos="5760" userDrawn="1">
          <p15:clr>
            <a:srgbClr val="E3E3E3"/>
          </p15:clr>
        </p15:guide>
        <p15:guide id="18" pos="6144" userDrawn="1">
          <p15:clr>
            <a:srgbClr val="E3E3E3"/>
          </p15:clr>
        </p15:guide>
        <p15:guide id="19" pos="6528" userDrawn="1">
          <p15:clr>
            <a:srgbClr val="E3E3E3"/>
          </p15:clr>
        </p15:guide>
        <p15:guide id="20" pos="6912" userDrawn="1">
          <p15:clr>
            <a:srgbClr val="E3E3E3"/>
          </p15:clr>
        </p15:guide>
        <p15:guide id="21" pos="7296" userDrawn="1">
          <p15:clr>
            <a:srgbClr val="E3E3E3"/>
          </p15:clr>
        </p15:guide>
        <p15:guide id="22" orient="horz" userDrawn="1">
          <p15:clr>
            <a:srgbClr val="E3E3E3"/>
          </p15:clr>
        </p15:guide>
        <p15:guide id="23" orient="horz" pos="4320" userDrawn="1">
          <p15:clr>
            <a:srgbClr val="E3E3E3"/>
          </p15:clr>
        </p15:guide>
        <p15:guide id="24" orient="horz" pos="253" userDrawn="1">
          <p15:clr>
            <a:srgbClr val="C35EA4"/>
          </p15:clr>
        </p15:guide>
        <p15:guide id="25" orient="horz" pos="3905" userDrawn="1">
          <p15:clr>
            <a:srgbClr val="C35EA4"/>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5884D0-6C0A-4957-A521-E7AECDD8A627}"/>
              </a:ext>
            </a:extLst>
          </p:cNvPr>
          <p:cNvSpPr>
            <a:spLocks noGrp="1"/>
          </p:cNvSpPr>
          <p:nvPr>
            <p:ph type="title"/>
          </p:nvPr>
        </p:nvSpPr>
        <p:spPr>
          <a:xfrm>
            <a:off x="609600" y="401638"/>
            <a:ext cx="10972800" cy="914400"/>
          </a:xfrm>
          <a:prstGeom prst="rect">
            <a:avLst/>
          </a:prstGeom>
        </p:spPr>
        <p:txBody>
          <a:bodyPr vert="horz" lIns="0" tIns="0" rIns="0" bIns="0" rtlCol="0" anchor="t">
            <a:normAutofit/>
          </a:bodyPr>
          <a:lstStyle/>
          <a:p>
            <a:r>
              <a:rPr lang="en-US"/>
              <a:t>Click to enter title here</a:t>
            </a:r>
            <a:endParaRPr lang="en-GB"/>
          </a:p>
        </p:txBody>
      </p:sp>
      <p:sp>
        <p:nvSpPr>
          <p:cNvPr id="4" name="Date Placeholder 3">
            <a:extLst>
              <a:ext uri="{FF2B5EF4-FFF2-40B4-BE49-F238E27FC236}">
                <a16:creationId xmlns:a16="http://schemas.microsoft.com/office/drawing/2014/main" id="{FD78F6B2-FAF9-4D08-B8BD-F2646AEF396C}"/>
              </a:ext>
            </a:extLst>
          </p:cNvPr>
          <p:cNvSpPr>
            <a:spLocks noGrp="1"/>
          </p:cNvSpPr>
          <p:nvPr>
            <p:ph type="dt" sz="half" idx="2"/>
          </p:nvPr>
        </p:nvSpPr>
        <p:spPr>
          <a:xfrm>
            <a:off x="10363200" y="6344085"/>
            <a:ext cx="1219199" cy="309145"/>
          </a:xfrm>
          <a:prstGeom prst="rect">
            <a:avLst/>
          </a:prstGeom>
        </p:spPr>
        <p:txBody>
          <a:bodyPr vert="horz" lIns="91440" tIns="45720" rIns="0" bIns="72000" rtlCol="0" anchor="b" anchorCtr="0">
            <a:noAutofit/>
          </a:bodyPr>
          <a:lstStyle>
            <a:lvl1pPr algn="r">
              <a:lnSpc>
                <a:spcPct val="100000"/>
              </a:lnSpc>
              <a:spcBef>
                <a:spcPts val="0"/>
              </a:spcBef>
              <a:spcAft>
                <a:spcPts val="0"/>
              </a:spcAft>
              <a:defRPr sz="800">
                <a:solidFill>
                  <a:schemeClr val="tx1"/>
                </a:solidFill>
              </a:defRPr>
            </a:lvl1pPr>
          </a:lstStyle>
          <a:p>
            <a:endParaRPr lang="en-GB" dirty="0"/>
          </a:p>
        </p:txBody>
      </p:sp>
      <p:sp>
        <p:nvSpPr>
          <p:cNvPr id="6" name="Slide Number Placeholder 5">
            <a:extLst>
              <a:ext uri="{FF2B5EF4-FFF2-40B4-BE49-F238E27FC236}">
                <a16:creationId xmlns:a16="http://schemas.microsoft.com/office/drawing/2014/main" id="{6410E024-D0BA-4349-981A-F74D8D6124B4}"/>
              </a:ext>
            </a:extLst>
          </p:cNvPr>
          <p:cNvSpPr>
            <a:spLocks noGrp="1"/>
          </p:cNvSpPr>
          <p:nvPr>
            <p:ph type="sldNum" sz="quarter" idx="4"/>
          </p:nvPr>
        </p:nvSpPr>
        <p:spPr>
          <a:xfrm>
            <a:off x="0" y="6344085"/>
            <a:ext cx="487680" cy="309145"/>
          </a:xfrm>
          <a:prstGeom prst="rect">
            <a:avLst/>
          </a:prstGeom>
        </p:spPr>
        <p:txBody>
          <a:bodyPr vert="horz" lIns="0" tIns="0" rIns="0" bIns="72000" rtlCol="0" anchor="b" anchorCtr="0">
            <a:noAutofit/>
          </a:bodyPr>
          <a:lstStyle>
            <a:lvl1pPr algn="r">
              <a:lnSpc>
                <a:spcPct val="100000"/>
              </a:lnSpc>
              <a:spcBef>
                <a:spcPts val="0"/>
              </a:spcBef>
              <a:spcAft>
                <a:spcPts val="0"/>
              </a:spcAft>
              <a:defRPr sz="800">
                <a:solidFill>
                  <a:schemeClr val="tx1"/>
                </a:solidFill>
              </a:defRPr>
            </a:lvl1pPr>
          </a:lstStyle>
          <a:p>
            <a:fld id="{F8E47D07-9D1E-4FE9-B31A-2F5863681021}" type="slidenum">
              <a:rPr lang="en-GB" smtClean="0"/>
              <a:pPr/>
              <a:t>‹#›</a:t>
            </a:fld>
            <a:endParaRPr lang="en-GB" dirty="0"/>
          </a:p>
        </p:txBody>
      </p:sp>
      <p:sp>
        <p:nvSpPr>
          <p:cNvPr id="8" name="Text Placeholder 7">
            <a:extLst>
              <a:ext uri="{FF2B5EF4-FFF2-40B4-BE49-F238E27FC236}">
                <a16:creationId xmlns:a16="http://schemas.microsoft.com/office/drawing/2014/main" id="{6E248C0A-0C4B-4F9E-B86F-C76D98029E86}"/>
              </a:ext>
            </a:extLst>
          </p:cNvPr>
          <p:cNvSpPr>
            <a:spLocks noGrp="1"/>
          </p:cNvSpPr>
          <p:nvPr>
            <p:ph type="body" idx="1"/>
          </p:nvPr>
        </p:nvSpPr>
        <p:spPr>
          <a:xfrm>
            <a:off x="609600" y="1468438"/>
            <a:ext cx="10972800" cy="4736175"/>
          </a:xfrm>
          <a:prstGeom prst="rect">
            <a:avLst/>
          </a:prstGeom>
        </p:spPr>
        <p:txBody>
          <a:bodyPr vert="horz" lIns="0" tIns="0" rIns="0" bIns="0" rtlCol="0">
            <a:noAutofit/>
          </a:bodyPr>
          <a:lstStyle/>
          <a:p>
            <a:pPr lvl="0"/>
            <a:r>
              <a:rPr lang="en-US" dirty="0"/>
              <a:t>Click to add text here. </a:t>
            </a:r>
            <a:br>
              <a:rPr lang="en-US" dirty="0"/>
            </a:br>
            <a:r>
              <a:rPr lang="en-US" dirty="0"/>
              <a:t>When pasting copy from other slides, be sure to right-click and choose ‘Keep text only’.</a:t>
            </a:r>
            <a:br>
              <a:rPr lang="en-US" dirty="0"/>
            </a:br>
            <a:r>
              <a:rPr lang="en-US" dirty="0"/>
              <a:t>To increase bullet level, select your text and press Tab.</a:t>
            </a:r>
            <a:br>
              <a:rPr lang="en-US" dirty="0"/>
            </a:br>
            <a:r>
              <a:rPr lang="en-US" dirty="0"/>
              <a:t>To decrease bullet level, select your bullet text and press Shift + Tab.</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30">
            <a:extLst>
              <a:ext uri="{FF2B5EF4-FFF2-40B4-BE49-F238E27FC236}">
                <a16:creationId xmlns:a16="http://schemas.microsoft.com/office/drawing/2014/main" id="{A4F1528C-DCE1-FEE1-18B7-428B1E9E5140}"/>
              </a:ext>
            </a:extLst>
          </p:cNvPr>
          <p:cNvSpPr txBox="1">
            <a:spLocks/>
          </p:cNvSpPr>
          <p:nvPr userDrawn="1"/>
        </p:nvSpPr>
        <p:spPr>
          <a:xfrm>
            <a:off x="11704319" y="6321108"/>
            <a:ext cx="294812" cy="355098"/>
          </a:xfrm>
          <a:prstGeom prst="rect">
            <a:avLst/>
          </a:prstGeom>
          <a:blipFill>
            <a:blip>
              <a:extLst>
                <a:ext uri="{96DAC541-7B7A-43D3-8B79-37D633B846F1}">
                  <asvg:svgBlip xmlns:asvg="http://schemas.microsoft.com/office/drawing/2016/SVG/main" r:embed="rId6"/>
                </a:ext>
              </a:extLst>
            </a:blip>
            <a:stretch>
              <a:fillRect/>
            </a:stretch>
          </a:blipFill>
        </p:spPr>
        <p:txBody>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600" kern="1200">
                <a:solidFill>
                  <a:schemeClr val="tx2"/>
                </a:solidFill>
                <a:latin typeface="+mn-lt"/>
                <a:ea typeface="+mn-ea"/>
                <a:cs typeface="+mn-cs"/>
              </a:defRPr>
            </a:lvl1pPr>
            <a:lvl2pPr marL="2286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600" kern="1200">
                <a:solidFill>
                  <a:schemeClr val="tx2"/>
                </a:solidFill>
                <a:latin typeface="+mn-lt"/>
                <a:ea typeface="+mn-ea"/>
                <a:cs typeface="+mn-cs"/>
              </a:defRPr>
            </a:lvl2pPr>
            <a:lvl3pPr marL="4445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400" kern="1200">
                <a:solidFill>
                  <a:schemeClr val="tx2"/>
                </a:solidFill>
                <a:latin typeface="+mn-lt"/>
                <a:ea typeface="+mn-ea"/>
                <a:cs typeface="+mn-cs"/>
              </a:defRPr>
            </a:lvl3pPr>
            <a:lvl4pPr marL="625475"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4pPr>
            <a:lvl5pPr marL="80645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dirty="0"/>
              <a:t> </a:t>
            </a:r>
          </a:p>
        </p:txBody>
      </p:sp>
    </p:spTree>
    <p:custDataLst>
      <p:tags r:id="rId5"/>
    </p:custDataLst>
    <p:extLst>
      <p:ext uri="{BB962C8B-B14F-4D97-AF65-F5344CB8AC3E}">
        <p14:creationId xmlns:p14="http://schemas.microsoft.com/office/powerpoint/2010/main" val="423571043"/>
      </p:ext>
    </p:extLst>
  </p:cSld>
  <p:clrMap bg1="lt1" tx1="dk1" bg2="lt2" tx2="dk2" accent1="accent1" accent2="accent2" accent3="accent3" accent4="accent4" accent5="accent5" accent6="accent6" hlink="hlink" folHlink="folHlink"/>
  <p:sldLayoutIdLst>
    <p:sldLayoutId id="2147484054" r:id="rId1"/>
    <p:sldLayoutId id="2147484055" r:id="rId2"/>
    <p:sldLayoutId id="2147484056" r:id="rId3"/>
  </p:sldLayoutIdLst>
  <p:hf hdr="0" ftr="0"/>
  <p:txStyles>
    <p:titleStyle>
      <a:lvl1pPr algn="l" defTabSz="914400" rtl="0" eaLnBrk="1" latinLnBrk="0" hangingPunct="1">
        <a:lnSpc>
          <a:spcPct val="90000"/>
        </a:lnSpc>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lnSpc>
          <a:spcPct val="100000"/>
        </a:lnSpc>
        <a:spcBef>
          <a:spcPts val="600"/>
        </a:spcBef>
        <a:spcAft>
          <a:spcPts val="600"/>
        </a:spcAft>
        <a:buFont typeface="Arial" panose="020B0604020202020204" pitchFamily="34" charset="0"/>
        <a:buChar char="•"/>
        <a:defRPr sz="2400" kern="1200">
          <a:solidFill>
            <a:schemeClr val="tx1"/>
          </a:solidFill>
          <a:latin typeface="+mn-lt"/>
          <a:ea typeface="+mn-ea"/>
          <a:cs typeface="+mn-cs"/>
        </a:defRPr>
      </a:lvl1pPr>
      <a:lvl2pPr marL="460800" marR="0" indent="-230400" algn="l" defTabSz="914400" rtl="0" eaLnBrk="1" fontAlgn="auto" latinLnBrk="0" hangingPunct="1">
        <a:lnSpc>
          <a:spcPct val="100000"/>
        </a:lnSpc>
        <a:spcBef>
          <a:spcPts val="0"/>
        </a:spcBef>
        <a:spcAft>
          <a:spcPts val="800"/>
        </a:spcAft>
        <a:buClrTx/>
        <a:buSzPct val="100000"/>
        <a:buFont typeface="Arial" panose="020B0604020202020204" pitchFamily="34" charset="0"/>
        <a:buChar char="•"/>
        <a:tabLst/>
        <a:defRPr lang="en-US" sz="2400" kern="1200" dirty="0">
          <a:solidFill>
            <a:schemeClr val="tx1"/>
          </a:solidFill>
          <a:latin typeface="+mn-lt"/>
          <a:ea typeface="+mn-ea"/>
          <a:cs typeface="+mn-cs"/>
        </a:defRPr>
      </a:lvl2pPr>
      <a:lvl3pPr marL="691200" indent="-2304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3pPr>
      <a:lvl4pPr marL="921600" indent="-2304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4pPr>
      <a:lvl5pPr marL="1152000" indent="-228600" algn="l" defTabSz="914400" rtl="0" eaLnBrk="1" latinLnBrk="0" hangingPunct="1">
        <a:lnSpc>
          <a:spcPct val="100000"/>
        </a:lnSpc>
        <a:spcBef>
          <a:spcPts val="0"/>
        </a:spcBef>
        <a:spcAft>
          <a:spcPts val="800"/>
        </a:spcAft>
        <a:buClrTx/>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E3E3E3"/>
          </p15:clr>
        </p15:guide>
        <p15:guide id="2" pos="7680" userDrawn="1">
          <p15:clr>
            <a:srgbClr val="E3E3E3"/>
          </p15:clr>
        </p15:guide>
        <p15:guide id="3" pos="384" userDrawn="1">
          <p15:clr>
            <a:srgbClr val="E3E3E3"/>
          </p15:clr>
        </p15:guide>
        <p15:guide id="4" pos="768" userDrawn="1">
          <p15:clr>
            <a:srgbClr val="E3E3E3"/>
          </p15:clr>
        </p15:guide>
        <p15:guide id="5" pos="1152" userDrawn="1">
          <p15:clr>
            <a:srgbClr val="E3E3E3"/>
          </p15:clr>
        </p15:guide>
        <p15:guide id="6" pos="1536" userDrawn="1">
          <p15:clr>
            <a:srgbClr val="E3E3E3"/>
          </p15:clr>
        </p15:guide>
        <p15:guide id="7" pos="1920" userDrawn="1">
          <p15:clr>
            <a:srgbClr val="E3E3E3"/>
          </p15:clr>
        </p15:guide>
        <p15:guide id="8" pos="2304" userDrawn="1">
          <p15:clr>
            <a:srgbClr val="E3E3E3"/>
          </p15:clr>
        </p15:guide>
        <p15:guide id="9" pos="2688" userDrawn="1">
          <p15:clr>
            <a:srgbClr val="E3E3E3"/>
          </p15:clr>
        </p15:guide>
        <p15:guide id="10" pos="3072" userDrawn="1">
          <p15:clr>
            <a:srgbClr val="E3E3E3"/>
          </p15:clr>
        </p15:guide>
        <p15:guide id="11" pos="3456" userDrawn="1">
          <p15:clr>
            <a:srgbClr val="E3E3E3"/>
          </p15:clr>
        </p15:guide>
        <p15:guide id="12" pos="3840" userDrawn="1">
          <p15:clr>
            <a:srgbClr val="E3E3E3"/>
          </p15:clr>
        </p15:guide>
        <p15:guide id="13" pos="4224" userDrawn="1">
          <p15:clr>
            <a:srgbClr val="E3E3E3"/>
          </p15:clr>
        </p15:guide>
        <p15:guide id="14" pos="4608" userDrawn="1">
          <p15:clr>
            <a:srgbClr val="E3E3E3"/>
          </p15:clr>
        </p15:guide>
        <p15:guide id="15" pos="4992" userDrawn="1">
          <p15:clr>
            <a:srgbClr val="E3E3E3"/>
          </p15:clr>
        </p15:guide>
        <p15:guide id="16" pos="5376" userDrawn="1">
          <p15:clr>
            <a:srgbClr val="E3E3E3"/>
          </p15:clr>
        </p15:guide>
        <p15:guide id="17" pos="5760" userDrawn="1">
          <p15:clr>
            <a:srgbClr val="E3E3E3"/>
          </p15:clr>
        </p15:guide>
        <p15:guide id="18" pos="6144" userDrawn="1">
          <p15:clr>
            <a:srgbClr val="E3E3E3"/>
          </p15:clr>
        </p15:guide>
        <p15:guide id="19" pos="6528" userDrawn="1">
          <p15:clr>
            <a:srgbClr val="E3E3E3"/>
          </p15:clr>
        </p15:guide>
        <p15:guide id="20" pos="6912" userDrawn="1">
          <p15:clr>
            <a:srgbClr val="E3E3E3"/>
          </p15:clr>
        </p15:guide>
        <p15:guide id="21" pos="7296" userDrawn="1">
          <p15:clr>
            <a:srgbClr val="E3E3E3"/>
          </p15:clr>
        </p15:guide>
        <p15:guide id="22" orient="horz" userDrawn="1">
          <p15:clr>
            <a:srgbClr val="E3E3E3"/>
          </p15:clr>
        </p15:guide>
        <p15:guide id="23" orient="horz" pos="4320" userDrawn="1">
          <p15:clr>
            <a:srgbClr val="E3E3E3"/>
          </p15:clr>
        </p15:guide>
        <p15:guide id="24" orient="horz" pos="253" userDrawn="1">
          <p15:clr>
            <a:srgbClr val="C35EA4"/>
          </p15:clr>
        </p15:guide>
        <p15:guide id="25" orient="horz" pos="3905" userDrawn="1">
          <p15:clr>
            <a:srgbClr val="C35EA4"/>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5884D0-6C0A-4957-A521-E7AECDD8A627}"/>
              </a:ext>
            </a:extLst>
          </p:cNvPr>
          <p:cNvSpPr>
            <a:spLocks noGrp="1"/>
          </p:cNvSpPr>
          <p:nvPr>
            <p:ph type="title"/>
          </p:nvPr>
        </p:nvSpPr>
        <p:spPr>
          <a:xfrm>
            <a:off x="609600" y="401638"/>
            <a:ext cx="10972800" cy="914400"/>
          </a:xfrm>
          <a:prstGeom prst="rect">
            <a:avLst/>
          </a:prstGeom>
        </p:spPr>
        <p:txBody>
          <a:bodyPr vert="horz" lIns="0" tIns="0" rIns="0" bIns="0" rtlCol="0" anchor="t">
            <a:normAutofit/>
          </a:bodyPr>
          <a:lstStyle/>
          <a:p>
            <a:r>
              <a:rPr lang="en-US" dirty="0"/>
              <a:t>Click to enter title here</a:t>
            </a:r>
            <a:endParaRPr lang="en-GB" dirty="0"/>
          </a:p>
        </p:txBody>
      </p:sp>
      <p:sp>
        <p:nvSpPr>
          <p:cNvPr id="4" name="Date Placeholder 3">
            <a:extLst>
              <a:ext uri="{FF2B5EF4-FFF2-40B4-BE49-F238E27FC236}">
                <a16:creationId xmlns:a16="http://schemas.microsoft.com/office/drawing/2014/main" id="{FD78F6B2-FAF9-4D08-B8BD-F2646AEF396C}"/>
              </a:ext>
            </a:extLst>
          </p:cNvPr>
          <p:cNvSpPr>
            <a:spLocks noGrp="1"/>
          </p:cNvSpPr>
          <p:nvPr>
            <p:ph type="dt" sz="half" idx="2"/>
          </p:nvPr>
        </p:nvSpPr>
        <p:spPr>
          <a:xfrm>
            <a:off x="10363200" y="6344085"/>
            <a:ext cx="1219199" cy="309145"/>
          </a:xfrm>
          <a:prstGeom prst="rect">
            <a:avLst/>
          </a:prstGeom>
        </p:spPr>
        <p:txBody>
          <a:bodyPr vert="horz" lIns="91440" tIns="45720" rIns="0" bIns="72000" rtlCol="0" anchor="b" anchorCtr="0">
            <a:noAutofit/>
          </a:bodyPr>
          <a:lstStyle>
            <a:lvl1pPr algn="r">
              <a:lnSpc>
                <a:spcPct val="100000"/>
              </a:lnSpc>
              <a:spcBef>
                <a:spcPts val="0"/>
              </a:spcBef>
              <a:spcAft>
                <a:spcPts val="0"/>
              </a:spcAft>
              <a:defRPr sz="800">
                <a:solidFill>
                  <a:schemeClr val="tx1"/>
                </a:solidFill>
              </a:defRPr>
            </a:lvl1pPr>
          </a:lstStyle>
          <a:p>
            <a:endParaRPr lang="en-GB" dirty="0"/>
          </a:p>
        </p:txBody>
      </p:sp>
      <p:sp>
        <p:nvSpPr>
          <p:cNvPr id="6" name="Slide Number Placeholder 5">
            <a:extLst>
              <a:ext uri="{FF2B5EF4-FFF2-40B4-BE49-F238E27FC236}">
                <a16:creationId xmlns:a16="http://schemas.microsoft.com/office/drawing/2014/main" id="{6410E024-D0BA-4349-981A-F74D8D6124B4}"/>
              </a:ext>
            </a:extLst>
          </p:cNvPr>
          <p:cNvSpPr>
            <a:spLocks noGrp="1"/>
          </p:cNvSpPr>
          <p:nvPr>
            <p:ph type="sldNum" sz="quarter" idx="4"/>
          </p:nvPr>
        </p:nvSpPr>
        <p:spPr>
          <a:xfrm>
            <a:off x="0" y="6344085"/>
            <a:ext cx="487680" cy="309145"/>
          </a:xfrm>
          <a:prstGeom prst="rect">
            <a:avLst/>
          </a:prstGeom>
        </p:spPr>
        <p:txBody>
          <a:bodyPr vert="horz" lIns="0" tIns="0" rIns="0" bIns="72000" rtlCol="0" anchor="b" anchorCtr="0">
            <a:noAutofit/>
          </a:bodyPr>
          <a:lstStyle>
            <a:lvl1pPr algn="r">
              <a:lnSpc>
                <a:spcPct val="100000"/>
              </a:lnSpc>
              <a:spcBef>
                <a:spcPts val="0"/>
              </a:spcBef>
              <a:spcAft>
                <a:spcPts val="0"/>
              </a:spcAft>
              <a:defRPr sz="800">
                <a:solidFill>
                  <a:schemeClr val="tx1"/>
                </a:solidFill>
              </a:defRPr>
            </a:lvl1pPr>
          </a:lstStyle>
          <a:p>
            <a:fld id="{F8E47D07-9D1E-4FE9-B31A-2F5863681021}" type="slidenum">
              <a:rPr lang="en-GB" smtClean="0"/>
              <a:pPr/>
              <a:t>‹#›</a:t>
            </a:fld>
            <a:endParaRPr lang="en-GB" dirty="0"/>
          </a:p>
        </p:txBody>
      </p:sp>
      <p:sp>
        <p:nvSpPr>
          <p:cNvPr id="8" name="Text Placeholder 7">
            <a:extLst>
              <a:ext uri="{FF2B5EF4-FFF2-40B4-BE49-F238E27FC236}">
                <a16:creationId xmlns:a16="http://schemas.microsoft.com/office/drawing/2014/main" id="{6E248C0A-0C4B-4F9E-B86F-C76D98029E86}"/>
              </a:ext>
            </a:extLst>
          </p:cNvPr>
          <p:cNvSpPr>
            <a:spLocks noGrp="1"/>
          </p:cNvSpPr>
          <p:nvPr>
            <p:ph type="body" idx="1"/>
          </p:nvPr>
        </p:nvSpPr>
        <p:spPr>
          <a:xfrm>
            <a:off x="609600" y="1468438"/>
            <a:ext cx="10972800" cy="4736175"/>
          </a:xfrm>
          <a:prstGeom prst="rect">
            <a:avLst/>
          </a:prstGeom>
        </p:spPr>
        <p:txBody>
          <a:bodyPr vert="horz" lIns="0" tIns="0" rIns="0" bIns="0" rtlCol="0">
            <a:noAutofit/>
          </a:bodyPr>
          <a:lstStyle/>
          <a:p>
            <a:pPr lvl="0"/>
            <a:r>
              <a:rPr lang="en-US" dirty="0"/>
              <a:t>Click to add text here. </a:t>
            </a:r>
            <a:br>
              <a:rPr lang="en-US" dirty="0"/>
            </a:br>
            <a:r>
              <a:rPr lang="en-US" dirty="0"/>
              <a:t>When pasting copy from other slides, be sure to right-click and choose ‘Keep text only’.</a:t>
            </a:r>
            <a:br>
              <a:rPr lang="en-US" dirty="0"/>
            </a:br>
            <a:r>
              <a:rPr lang="en-US" dirty="0"/>
              <a:t>To increase bullet level, select your text and press Tab.</a:t>
            </a:r>
            <a:br>
              <a:rPr lang="en-US" dirty="0"/>
            </a:br>
            <a:r>
              <a:rPr lang="en-US" dirty="0"/>
              <a:t>To decrease bullet level, select your bullet text and press Shift + Tab.</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30">
            <a:extLst>
              <a:ext uri="{FF2B5EF4-FFF2-40B4-BE49-F238E27FC236}">
                <a16:creationId xmlns:a16="http://schemas.microsoft.com/office/drawing/2014/main" id="{BF40B718-E799-4CD2-5777-8BF8209267C2}"/>
              </a:ext>
            </a:extLst>
          </p:cNvPr>
          <p:cNvSpPr txBox="1">
            <a:spLocks/>
          </p:cNvSpPr>
          <p:nvPr userDrawn="1"/>
        </p:nvSpPr>
        <p:spPr>
          <a:xfrm>
            <a:off x="11704319" y="6321108"/>
            <a:ext cx="294812" cy="355098"/>
          </a:xfrm>
          <a:prstGeom prst="rect">
            <a:avLst/>
          </a:prstGeom>
          <a:blipFill>
            <a:blip>
              <a:extLst>
                <a:ext uri="{96DAC541-7B7A-43D3-8B79-37D633B846F1}">
                  <asvg:svgBlip xmlns:asvg="http://schemas.microsoft.com/office/drawing/2016/SVG/main" r:embed="rId16"/>
                </a:ext>
              </a:extLst>
            </a:blip>
            <a:stretch>
              <a:fillRect/>
            </a:stretch>
          </a:blipFill>
        </p:spPr>
        <p:txBody>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600" kern="1200">
                <a:solidFill>
                  <a:schemeClr val="tx2"/>
                </a:solidFill>
                <a:latin typeface="+mn-lt"/>
                <a:ea typeface="+mn-ea"/>
                <a:cs typeface="+mn-cs"/>
              </a:defRPr>
            </a:lvl1pPr>
            <a:lvl2pPr marL="2286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600" kern="1200">
                <a:solidFill>
                  <a:schemeClr val="tx2"/>
                </a:solidFill>
                <a:latin typeface="+mn-lt"/>
                <a:ea typeface="+mn-ea"/>
                <a:cs typeface="+mn-cs"/>
              </a:defRPr>
            </a:lvl2pPr>
            <a:lvl3pPr marL="4445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400" kern="1200">
                <a:solidFill>
                  <a:schemeClr val="tx2"/>
                </a:solidFill>
                <a:latin typeface="+mn-lt"/>
                <a:ea typeface="+mn-ea"/>
                <a:cs typeface="+mn-cs"/>
              </a:defRPr>
            </a:lvl3pPr>
            <a:lvl4pPr marL="625475"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4pPr>
            <a:lvl5pPr marL="80645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dirty="0"/>
              <a:t> </a:t>
            </a:r>
          </a:p>
        </p:txBody>
      </p:sp>
    </p:spTree>
    <p:custDataLst>
      <p:tags r:id="rId15"/>
    </p:custDataLst>
    <p:extLst>
      <p:ext uri="{BB962C8B-B14F-4D97-AF65-F5344CB8AC3E}">
        <p14:creationId xmlns:p14="http://schemas.microsoft.com/office/powerpoint/2010/main" val="2956617648"/>
      </p:ext>
    </p:extLst>
  </p:cSld>
  <p:clrMap bg1="lt1" tx1="dk1" bg2="lt2" tx2="dk2" accent1="accent1" accent2="accent2" accent3="accent3" accent4="accent4" accent5="accent5" accent6="accent6" hlink="hlink" folHlink="folHlink"/>
  <p:sldLayoutIdLst>
    <p:sldLayoutId id="2147484033" r:id="rId1"/>
    <p:sldLayoutId id="2147484034" r:id="rId2"/>
    <p:sldLayoutId id="2147484035" r:id="rId3"/>
    <p:sldLayoutId id="2147484036" r:id="rId4"/>
    <p:sldLayoutId id="2147484038" r:id="rId5"/>
    <p:sldLayoutId id="2147484039" r:id="rId6"/>
    <p:sldLayoutId id="2147484040" r:id="rId7"/>
    <p:sldLayoutId id="2147484041" r:id="rId8"/>
    <p:sldLayoutId id="2147484042" r:id="rId9"/>
    <p:sldLayoutId id="2147484043" r:id="rId10"/>
    <p:sldLayoutId id="2147484044" r:id="rId11"/>
    <p:sldLayoutId id="2147484047" r:id="rId12"/>
    <p:sldLayoutId id="2147484046" r:id="rId13"/>
  </p:sldLayoutIdLst>
  <p:hf hdr="0" ftr="0"/>
  <p:txStyles>
    <p:titleStyle>
      <a:lvl1pPr algn="l" defTabSz="914400" rtl="0" eaLnBrk="1" latinLnBrk="0" hangingPunct="1">
        <a:lnSpc>
          <a:spcPct val="90000"/>
        </a:lnSpc>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lnSpc>
          <a:spcPct val="100000"/>
        </a:lnSpc>
        <a:spcBef>
          <a:spcPts val="600"/>
        </a:spcBef>
        <a:spcAft>
          <a:spcPts val="600"/>
        </a:spcAft>
        <a:buFont typeface="Arial" panose="020B0604020202020204" pitchFamily="34" charset="0"/>
        <a:buChar char="•"/>
        <a:defRPr sz="2400" kern="1200">
          <a:solidFill>
            <a:schemeClr val="tx1"/>
          </a:solidFill>
          <a:latin typeface="+mn-lt"/>
          <a:ea typeface="+mn-ea"/>
          <a:cs typeface="+mn-cs"/>
        </a:defRPr>
      </a:lvl1pPr>
      <a:lvl2pPr marL="460800" marR="0" indent="-230400" algn="l" defTabSz="914400" rtl="0" eaLnBrk="1" fontAlgn="auto" latinLnBrk="0" hangingPunct="1">
        <a:lnSpc>
          <a:spcPct val="100000"/>
        </a:lnSpc>
        <a:spcBef>
          <a:spcPts val="0"/>
        </a:spcBef>
        <a:spcAft>
          <a:spcPts val="800"/>
        </a:spcAft>
        <a:buClrTx/>
        <a:buSzPct val="100000"/>
        <a:buFont typeface="Arial" panose="020B0604020202020204" pitchFamily="34" charset="0"/>
        <a:buChar char="•"/>
        <a:tabLst/>
        <a:defRPr lang="en-US" sz="2400" kern="1200">
          <a:solidFill>
            <a:schemeClr val="tx1"/>
          </a:solidFill>
          <a:latin typeface="+mn-lt"/>
          <a:ea typeface="+mn-ea"/>
          <a:cs typeface="+mn-cs"/>
        </a:defRPr>
      </a:lvl2pPr>
      <a:lvl3pPr marL="691200" indent="-2304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3pPr>
      <a:lvl4pPr marL="921600" indent="-2304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4pPr>
      <a:lvl5pPr marL="1152000" indent="-228600" algn="l" defTabSz="914400" rtl="0" eaLnBrk="1" latinLnBrk="0" hangingPunct="1">
        <a:lnSpc>
          <a:spcPct val="100000"/>
        </a:lnSpc>
        <a:spcBef>
          <a:spcPts val="0"/>
        </a:spcBef>
        <a:spcAft>
          <a:spcPts val="800"/>
        </a:spcAft>
        <a:buClrTx/>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E3E3E3"/>
          </p15:clr>
        </p15:guide>
        <p15:guide id="2" pos="7680" userDrawn="1">
          <p15:clr>
            <a:srgbClr val="E3E3E3"/>
          </p15:clr>
        </p15:guide>
        <p15:guide id="3" pos="384" userDrawn="1">
          <p15:clr>
            <a:srgbClr val="E3E3E3"/>
          </p15:clr>
        </p15:guide>
        <p15:guide id="4" pos="768" userDrawn="1">
          <p15:clr>
            <a:srgbClr val="E3E3E3"/>
          </p15:clr>
        </p15:guide>
        <p15:guide id="5" pos="1152" userDrawn="1">
          <p15:clr>
            <a:srgbClr val="E3E3E3"/>
          </p15:clr>
        </p15:guide>
        <p15:guide id="6" pos="1536" userDrawn="1">
          <p15:clr>
            <a:srgbClr val="E3E3E3"/>
          </p15:clr>
        </p15:guide>
        <p15:guide id="7" pos="1920" userDrawn="1">
          <p15:clr>
            <a:srgbClr val="E3E3E3"/>
          </p15:clr>
        </p15:guide>
        <p15:guide id="8" pos="2304" userDrawn="1">
          <p15:clr>
            <a:srgbClr val="E3E3E3"/>
          </p15:clr>
        </p15:guide>
        <p15:guide id="9" pos="2688" userDrawn="1">
          <p15:clr>
            <a:srgbClr val="E3E3E3"/>
          </p15:clr>
        </p15:guide>
        <p15:guide id="10" pos="3072" userDrawn="1">
          <p15:clr>
            <a:srgbClr val="E3E3E3"/>
          </p15:clr>
        </p15:guide>
        <p15:guide id="11" pos="3456" userDrawn="1">
          <p15:clr>
            <a:srgbClr val="E3E3E3"/>
          </p15:clr>
        </p15:guide>
        <p15:guide id="12" pos="3840" userDrawn="1">
          <p15:clr>
            <a:srgbClr val="E3E3E3"/>
          </p15:clr>
        </p15:guide>
        <p15:guide id="13" pos="4224" userDrawn="1">
          <p15:clr>
            <a:srgbClr val="E3E3E3"/>
          </p15:clr>
        </p15:guide>
        <p15:guide id="14" pos="4608" userDrawn="1">
          <p15:clr>
            <a:srgbClr val="E3E3E3"/>
          </p15:clr>
        </p15:guide>
        <p15:guide id="15" pos="4992" userDrawn="1">
          <p15:clr>
            <a:srgbClr val="E3E3E3"/>
          </p15:clr>
        </p15:guide>
        <p15:guide id="16" pos="5376" userDrawn="1">
          <p15:clr>
            <a:srgbClr val="E3E3E3"/>
          </p15:clr>
        </p15:guide>
        <p15:guide id="17" pos="5760" userDrawn="1">
          <p15:clr>
            <a:srgbClr val="E3E3E3"/>
          </p15:clr>
        </p15:guide>
        <p15:guide id="18" pos="6144" userDrawn="1">
          <p15:clr>
            <a:srgbClr val="E3E3E3"/>
          </p15:clr>
        </p15:guide>
        <p15:guide id="19" pos="6528" userDrawn="1">
          <p15:clr>
            <a:srgbClr val="E3E3E3"/>
          </p15:clr>
        </p15:guide>
        <p15:guide id="20" pos="6912" userDrawn="1">
          <p15:clr>
            <a:srgbClr val="E3E3E3"/>
          </p15:clr>
        </p15:guide>
        <p15:guide id="21" pos="7296" userDrawn="1">
          <p15:clr>
            <a:srgbClr val="E3E3E3"/>
          </p15:clr>
        </p15:guide>
        <p15:guide id="22" orient="horz" userDrawn="1">
          <p15:clr>
            <a:srgbClr val="E3E3E3"/>
          </p15:clr>
        </p15:guide>
        <p15:guide id="23" orient="horz" pos="4320" userDrawn="1">
          <p15:clr>
            <a:srgbClr val="E3E3E3"/>
          </p15:clr>
        </p15:guide>
        <p15:guide id="24" orient="horz" pos="253" userDrawn="1">
          <p15:clr>
            <a:srgbClr val="C35EA4"/>
          </p15:clr>
        </p15:guide>
        <p15:guide id="25" orient="horz" pos="3905" userDrawn="1">
          <p15:clr>
            <a:srgbClr val="C35E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1.xml"/><Relationship Id="rId1" Type="http://schemas.openxmlformats.org/officeDocument/2006/relationships/tags" Target="../tags/tag93.xml"/></Relationships>
</file>

<file path=ppt/slides/_rels/slide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4.xml"/></Relationships>
</file>

<file path=ppt/slides/_rels/slide4.xml.rels><?xml version="1.0" encoding="UTF-8" standalone="yes"?>
<Relationships xmlns="http://schemas.openxmlformats.org/package/2006/relationships"><Relationship Id="rId2" Type="http://schemas.openxmlformats.org/officeDocument/2006/relationships/hyperlink" Target="https://artifactory.astrazeneca.com/ui/packages"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artifactory.astrazeneca.com/ui/package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azcollaboration-my.sharepoint.com/personal/kjvd631_astrazeneca_net/_layouts/15/guestaccess.aspx?share=IQCK3k9rS-pmSJ1NKxBFGQ8-ATswXbLITKFclLMjeAuNTro&amp;e=JORtBX" TargetMode="External"/><Relationship Id="rId2" Type="http://schemas.openxmlformats.org/officeDocument/2006/relationships/hyperlink" Target="https://azcollaboration-my.sharepoint.com/personal/kjvd631_astrazeneca_net/_layouts/15/guestaccess.aspx?share=IQDIcqrZB8O6TKDETTzzX9jsAcJqoNIEAcuuql8I83g0FfQ&amp;e=a8ZA0s"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9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C9D9096-C884-9C95-8D9E-1DB94BF33629}"/>
              </a:ext>
            </a:extLst>
          </p:cNvPr>
          <p:cNvSpPr>
            <a:spLocks noGrp="1"/>
          </p:cNvSpPr>
          <p:nvPr>
            <p:ph type="dt" sz="half" idx="26"/>
          </p:nvPr>
        </p:nvSpPr>
        <p:spPr>
          <a:xfrm>
            <a:off x="1219200" y="6042181"/>
            <a:ext cx="1828800" cy="230832"/>
          </a:xfrm>
        </p:spPr>
        <p:txBody>
          <a:bodyPr/>
          <a:lstStyle/>
          <a:p>
            <a:r>
              <a:rPr lang="en-GB" sz="1200" dirty="0"/>
              <a:t>21-05-26</a:t>
            </a:r>
          </a:p>
        </p:txBody>
      </p:sp>
      <p:sp>
        <p:nvSpPr>
          <p:cNvPr id="4" name="Title 3">
            <a:extLst>
              <a:ext uri="{FF2B5EF4-FFF2-40B4-BE49-F238E27FC236}">
                <a16:creationId xmlns:a16="http://schemas.microsoft.com/office/drawing/2014/main" id="{0B58EB25-7159-2236-8AE8-72BFE0E8D314}"/>
              </a:ext>
            </a:extLst>
          </p:cNvPr>
          <p:cNvSpPr>
            <a:spLocks noGrp="1"/>
          </p:cNvSpPr>
          <p:nvPr>
            <p:ph type="title"/>
          </p:nvPr>
        </p:nvSpPr>
        <p:spPr>
          <a:xfrm>
            <a:off x="1219201" y="1793326"/>
            <a:ext cx="4876799" cy="1820732"/>
          </a:xfrm>
        </p:spPr>
        <p:txBody>
          <a:bodyPr/>
          <a:lstStyle/>
          <a:p>
            <a:r>
              <a:rPr lang="en-US" dirty="0"/>
              <a:t>Automated </a:t>
            </a:r>
            <a:r>
              <a:rPr lang="en-US" dirty="0" err="1"/>
              <a:t>aCRF</a:t>
            </a:r>
            <a:r>
              <a:rPr lang="en-US" dirty="0"/>
              <a:t> Annotation Engine</a:t>
            </a:r>
          </a:p>
        </p:txBody>
      </p:sp>
      <p:sp>
        <p:nvSpPr>
          <p:cNvPr id="6" name="Text Placeholder 5">
            <a:extLst>
              <a:ext uri="{FF2B5EF4-FFF2-40B4-BE49-F238E27FC236}">
                <a16:creationId xmlns:a16="http://schemas.microsoft.com/office/drawing/2014/main" id="{150829C7-1E30-7AF1-60A9-9702AEE01626}"/>
              </a:ext>
            </a:extLst>
          </p:cNvPr>
          <p:cNvSpPr>
            <a:spLocks noGrp="1"/>
          </p:cNvSpPr>
          <p:nvPr>
            <p:ph type="body" sz="quarter" idx="21"/>
          </p:nvPr>
        </p:nvSpPr>
        <p:spPr>
          <a:xfrm>
            <a:off x="1219200" y="3876403"/>
            <a:ext cx="4876799" cy="1241804"/>
          </a:xfrm>
        </p:spPr>
        <p:txBody>
          <a:bodyPr/>
          <a:lstStyle/>
          <a:p>
            <a:r>
              <a:rPr lang="en-US" dirty="0"/>
              <a:t>Automating </a:t>
            </a:r>
            <a:r>
              <a:rPr lang="en-US" dirty="0" err="1"/>
              <a:t>aCRF</a:t>
            </a:r>
            <a:r>
              <a:rPr lang="en-US" dirty="0"/>
              <a:t> Annotations and Bookmarks</a:t>
            </a:r>
          </a:p>
        </p:txBody>
      </p:sp>
      <p:pic>
        <p:nvPicPr>
          <p:cNvPr id="1026" name="Picture 2" descr="Case Report Form - Clinical Research Explained | VIARES">
            <a:extLst>
              <a:ext uri="{FF2B5EF4-FFF2-40B4-BE49-F238E27FC236}">
                <a16:creationId xmlns:a16="http://schemas.microsoft.com/office/drawing/2014/main" id="{9AA43BBA-84D6-3BE6-8337-903943E8C10C}"/>
              </a:ext>
            </a:extLst>
          </p:cNvPr>
          <p:cNvPicPr>
            <a:picLocks noGrp="1" noChangeAspect="1" noChangeArrowheads="1"/>
          </p:cNvPicPr>
          <p:nvPr>
            <p:ph type="pic" sz="quarter" idx="20"/>
          </p:nvPr>
        </p:nvPicPr>
        <p:blipFill>
          <a:blip r:embed="rId3">
            <a:extLst>
              <a:ext uri="{28A0092B-C50C-407E-A947-70E740481C1C}">
                <a14:useLocalDpi xmlns:a14="http://schemas.microsoft.com/office/drawing/2010/main" val="0"/>
              </a:ext>
            </a:extLst>
          </a:blip>
          <a:srcRect l="20000" r="20000"/>
          <a:stretch>
            <a:fillRect/>
          </a:stretch>
        </p:blipFill>
        <p:spPr bwMode="auto">
          <a:xfrm>
            <a:off x="6705600" y="0"/>
            <a:ext cx="5486400" cy="685800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903872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6F5DFAB-9903-505A-7768-6FB54732A5F2}"/>
              </a:ext>
            </a:extLst>
          </p:cNvPr>
          <p:cNvSpPr>
            <a:spLocks noGrp="1"/>
          </p:cNvSpPr>
          <p:nvPr>
            <p:ph type="sldNum" sz="quarter" idx="22"/>
          </p:nvPr>
        </p:nvSpPr>
        <p:spPr/>
        <p:txBody>
          <a:bodyPr/>
          <a:lstStyle/>
          <a:p>
            <a:fld id="{F8E47D07-9D1E-4FE9-B31A-2F5863681021}" type="slidenum">
              <a:rPr lang="en-GB" smtClean="0"/>
              <a:pPr/>
              <a:t>2</a:t>
            </a:fld>
            <a:endParaRPr lang="en-GB"/>
          </a:p>
        </p:txBody>
      </p:sp>
      <p:sp>
        <p:nvSpPr>
          <p:cNvPr id="5" name="Title 4">
            <a:extLst>
              <a:ext uri="{FF2B5EF4-FFF2-40B4-BE49-F238E27FC236}">
                <a16:creationId xmlns:a16="http://schemas.microsoft.com/office/drawing/2014/main" id="{D1436F01-426A-5B35-AAFF-A431FE8B5969}"/>
              </a:ext>
            </a:extLst>
          </p:cNvPr>
          <p:cNvSpPr>
            <a:spLocks noGrp="1"/>
          </p:cNvSpPr>
          <p:nvPr>
            <p:ph type="title"/>
          </p:nvPr>
        </p:nvSpPr>
        <p:spPr/>
        <p:txBody>
          <a:bodyPr/>
          <a:lstStyle/>
          <a:p>
            <a:r>
              <a:rPr lang="en-US" dirty="0"/>
              <a:t>The Problem: Manual </a:t>
            </a:r>
            <a:r>
              <a:rPr lang="en-US" dirty="0" err="1"/>
              <a:t>aCRF</a:t>
            </a:r>
            <a:r>
              <a:rPr lang="en-US" dirty="0"/>
              <a:t> Annotation Bottleneck</a:t>
            </a:r>
            <a:endParaRPr lang="en-IN" dirty="0"/>
          </a:p>
        </p:txBody>
      </p:sp>
      <p:sp>
        <p:nvSpPr>
          <p:cNvPr id="6" name="Content Placeholder 5">
            <a:extLst>
              <a:ext uri="{FF2B5EF4-FFF2-40B4-BE49-F238E27FC236}">
                <a16:creationId xmlns:a16="http://schemas.microsoft.com/office/drawing/2014/main" id="{4EA9BAD6-B8B7-A7AA-8FE4-E4E54AA88826}"/>
              </a:ext>
            </a:extLst>
          </p:cNvPr>
          <p:cNvSpPr>
            <a:spLocks noGrp="1"/>
          </p:cNvSpPr>
          <p:nvPr>
            <p:ph sz="quarter" idx="112"/>
          </p:nvPr>
        </p:nvSpPr>
        <p:spPr/>
        <p:txBody>
          <a:bodyPr/>
          <a:lstStyle/>
          <a:p>
            <a:r>
              <a:rPr lang="en-GB" sz="2100" dirty="0"/>
              <a:t>Around 500 pages of blank CRF need to be manually annotated following AZ standard documents and processes making it a repetitive task.</a:t>
            </a:r>
          </a:p>
          <a:p>
            <a:r>
              <a:rPr lang="en-GB" sz="2100" dirty="0"/>
              <a:t>Multiple sources of information must be referenced and cross-checked to produce the first draft of the annotated CRF.</a:t>
            </a:r>
          </a:p>
          <a:p>
            <a:r>
              <a:rPr lang="en-GB" sz="2100" dirty="0"/>
              <a:t> Significant rework is required on the first draft, so a tool that generates a reliable first draft reduces this rework and shortens the overall turnaround time.</a:t>
            </a:r>
            <a:endParaRPr lang="en-IN" sz="2100" dirty="0"/>
          </a:p>
        </p:txBody>
      </p:sp>
      <p:pic>
        <p:nvPicPr>
          <p:cNvPr id="11" name="Picture 10">
            <a:extLst>
              <a:ext uri="{FF2B5EF4-FFF2-40B4-BE49-F238E27FC236}">
                <a16:creationId xmlns:a16="http://schemas.microsoft.com/office/drawing/2014/main" id="{6BABC48C-8105-899F-AA44-D9CA93A9006B}"/>
              </a:ext>
            </a:extLst>
          </p:cNvPr>
          <p:cNvPicPr>
            <a:picLocks noChangeAspect="1"/>
          </p:cNvPicPr>
          <p:nvPr/>
        </p:nvPicPr>
        <p:blipFill>
          <a:blip r:embed="rId2"/>
          <a:stretch>
            <a:fillRect/>
          </a:stretch>
        </p:blipFill>
        <p:spPr>
          <a:xfrm>
            <a:off x="3966225" y="4119580"/>
            <a:ext cx="3914775" cy="2533650"/>
          </a:xfrm>
          <a:prstGeom prst="rect">
            <a:avLst/>
          </a:prstGeom>
        </p:spPr>
      </p:pic>
    </p:spTree>
    <p:extLst>
      <p:ext uri="{BB962C8B-B14F-4D97-AF65-F5344CB8AC3E}">
        <p14:creationId xmlns:p14="http://schemas.microsoft.com/office/powerpoint/2010/main" val="37954981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44D61CC-B50F-D724-95EC-8AD8A8522BFB}"/>
              </a:ext>
            </a:extLst>
          </p:cNvPr>
          <p:cNvSpPr>
            <a:spLocks noGrp="1"/>
          </p:cNvSpPr>
          <p:nvPr>
            <p:ph type="sldNum" sz="quarter" idx="22"/>
          </p:nvPr>
        </p:nvSpPr>
        <p:spPr/>
        <p:txBody>
          <a:bodyPr/>
          <a:lstStyle/>
          <a:p>
            <a:fld id="{F8E47D07-9D1E-4FE9-B31A-2F5863681021}" type="slidenum">
              <a:rPr lang="en-GB" smtClean="0"/>
              <a:pPr/>
              <a:t>3</a:t>
            </a:fld>
            <a:endParaRPr lang="en-GB"/>
          </a:p>
        </p:txBody>
      </p:sp>
      <p:sp>
        <p:nvSpPr>
          <p:cNvPr id="5" name="Title 4">
            <a:extLst>
              <a:ext uri="{FF2B5EF4-FFF2-40B4-BE49-F238E27FC236}">
                <a16:creationId xmlns:a16="http://schemas.microsoft.com/office/drawing/2014/main" id="{84A7259E-5BE0-3A9C-4215-FABDD87EBCE6}"/>
              </a:ext>
            </a:extLst>
          </p:cNvPr>
          <p:cNvSpPr>
            <a:spLocks noGrp="1"/>
          </p:cNvSpPr>
          <p:nvPr>
            <p:ph type="title"/>
          </p:nvPr>
        </p:nvSpPr>
        <p:spPr/>
        <p:txBody>
          <a:bodyPr/>
          <a:lstStyle/>
          <a:p>
            <a:r>
              <a:rPr lang="en-US" dirty="0"/>
              <a:t>Objective</a:t>
            </a:r>
          </a:p>
        </p:txBody>
      </p:sp>
      <p:sp>
        <p:nvSpPr>
          <p:cNvPr id="6" name="Content Placeholder 5">
            <a:extLst>
              <a:ext uri="{FF2B5EF4-FFF2-40B4-BE49-F238E27FC236}">
                <a16:creationId xmlns:a16="http://schemas.microsoft.com/office/drawing/2014/main" id="{49C686B5-71BE-7606-8051-EB4203F60749}"/>
              </a:ext>
            </a:extLst>
          </p:cNvPr>
          <p:cNvSpPr>
            <a:spLocks noGrp="1"/>
          </p:cNvSpPr>
          <p:nvPr>
            <p:ph sz="quarter" idx="112"/>
          </p:nvPr>
        </p:nvSpPr>
        <p:spPr>
          <a:xfrm>
            <a:off x="609600" y="1468440"/>
            <a:ext cx="10972800" cy="4039732"/>
          </a:xfrm>
        </p:spPr>
        <p:txBody>
          <a:bodyPr/>
          <a:lstStyle/>
          <a:p>
            <a:pPr marL="457200" indent="-457200">
              <a:buAutoNum type="arabicPeriod"/>
            </a:pPr>
            <a:r>
              <a:rPr lang="en-GB" sz="2100" b="1" dirty="0"/>
              <a:t>Automation of Annotated CRFs</a:t>
            </a:r>
            <a:r>
              <a:rPr lang="en-GB" sz="2100" dirty="0"/>
              <a:t> </a:t>
            </a:r>
          </a:p>
          <a:p>
            <a:pPr marL="0" indent="0">
              <a:buNone/>
            </a:pPr>
            <a:r>
              <a:rPr lang="en-GB" sz="1800" dirty="0"/>
              <a:t>The engine automates the production of annotated Case Report Forms, reducing turnaround time from weeks to hours with standard-acceptable accuracy.</a:t>
            </a:r>
          </a:p>
          <a:p>
            <a:pPr marL="0" indent="0">
              <a:buNone/>
            </a:pPr>
            <a:r>
              <a:rPr lang="en-GB" sz="2100" b="1" dirty="0"/>
              <a:t>2. Standards-Based SDTM Mapping</a:t>
            </a:r>
            <a:r>
              <a:rPr lang="en-GB" sz="2100" dirty="0"/>
              <a:t> </a:t>
            </a:r>
          </a:p>
          <a:p>
            <a:pPr marL="0" indent="0">
              <a:buNone/>
            </a:pPr>
            <a:r>
              <a:rPr lang="en-GB" sz="1800" dirty="0"/>
              <a:t>It incorporates intelligent SDTM mapping grounded in AZ corporate SDTM standards</a:t>
            </a:r>
          </a:p>
          <a:p>
            <a:r>
              <a:rPr lang="en-GB" sz="1800" i="1" u="sng" dirty="0"/>
              <a:t>AZ RAW-to-SDTM Specification Template</a:t>
            </a:r>
          </a:p>
          <a:p>
            <a:r>
              <a:rPr lang="en-GB" sz="1800" i="1" u="sng" dirty="0"/>
              <a:t>AZ Corporate SDTM Standards</a:t>
            </a:r>
          </a:p>
          <a:p>
            <a:r>
              <a:rPr lang="en-GB" sz="1800" i="1" u="sng" dirty="0"/>
              <a:t>AZ SDTM Controlled Terminology</a:t>
            </a:r>
            <a:endParaRPr lang="en-GB" dirty="0"/>
          </a:p>
          <a:p>
            <a:pPr marL="0" indent="0">
              <a:buNone/>
            </a:pPr>
            <a:r>
              <a:rPr lang="en-GB" sz="2100" b="1" dirty="0"/>
              <a:t>3. Technical and Practical Solution</a:t>
            </a:r>
            <a:r>
              <a:rPr lang="en-GB" sz="2100" dirty="0"/>
              <a:t> </a:t>
            </a:r>
          </a:p>
          <a:p>
            <a:pPr marL="0" indent="0">
              <a:buNone/>
            </a:pPr>
            <a:r>
              <a:rPr lang="en-GB" sz="1800" dirty="0"/>
              <a:t>The system offers an integrated, modular architecture with a clear roadmap for future enhancements.</a:t>
            </a:r>
            <a:endParaRPr lang="en-US" sz="1800" dirty="0"/>
          </a:p>
        </p:txBody>
      </p:sp>
    </p:spTree>
    <p:custDataLst>
      <p:tags r:id="rId1"/>
    </p:custDataLst>
    <p:extLst>
      <p:ext uri="{BB962C8B-B14F-4D97-AF65-F5344CB8AC3E}">
        <p14:creationId xmlns:p14="http://schemas.microsoft.com/office/powerpoint/2010/main" val="28149771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A03DA5-DABE-FA19-CBD4-14EAEAC424E4}"/>
              </a:ext>
            </a:extLst>
          </p:cNvPr>
          <p:cNvSpPr>
            <a:spLocks noGrp="1"/>
          </p:cNvSpPr>
          <p:nvPr>
            <p:ph type="sldNum" sz="quarter" idx="22"/>
          </p:nvPr>
        </p:nvSpPr>
        <p:spPr/>
        <p:txBody>
          <a:bodyPr/>
          <a:lstStyle/>
          <a:p>
            <a:fld id="{F8E47D07-9D1E-4FE9-B31A-2F5863681021}" type="slidenum">
              <a:rPr lang="en-GB" smtClean="0"/>
              <a:pPr/>
              <a:t>4</a:t>
            </a:fld>
            <a:endParaRPr lang="en-GB"/>
          </a:p>
        </p:txBody>
      </p:sp>
      <p:sp>
        <p:nvSpPr>
          <p:cNvPr id="5" name="Title 4">
            <a:extLst>
              <a:ext uri="{FF2B5EF4-FFF2-40B4-BE49-F238E27FC236}">
                <a16:creationId xmlns:a16="http://schemas.microsoft.com/office/drawing/2014/main" id="{F846A759-B71D-D236-D4CF-241FE604EBAE}"/>
              </a:ext>
            </a:extLst>
          </p:cNvPr>
          <p:cNvSpPr>
            <a:spLocks noGrp="1"/>
          </p:cNvSpPr>
          <p:nvPr>
            <p:ph type="title"/>
          </p:nvPr>
        </p:nvSpPr>
        <p:spPr/>
        <p:txBody>
          <a:bodyPr/>
          <a:lstStyle/>
          <a:p>
            <a:r>
              <a:rPr lang="en-GB" dirty="0"/>
              <a:t>Approaches evaluated</a:t>
            </a:r>
            <a:endParaRPr lang="en-IN" dirty="0"/>
          </a:p>
        </p:txBody>
      </p:sp>
      <p:sp>
        <p:nvSpPr>
          <p:cNvPr id="6" name="Content Placeholder 5">
            <a:extLst>
              <a:ext uri="{FF2B5EF4-FFF2-40B4-BE49-F238E27FC236}">
                <a16:creationId xmlns:a16="http://schemas.microsoft.com/office/drawing/2014/main" id="{66F1B654-AB7B-E47B-112A-8C5FD2A5EAB8}"/>
              </a:ext>
            </a:extLst>
          </p:cNvPr>
          <p:cNvSpPr>
            <a:spLocks noGrp="1"/>
          </p:cNvSpPr>
          <p:nvPr>
            <p:ph sz="quarter" idx="112"/>
          </p:nvPr>
        </p:nvSpPr>
        <p:spPr>
          <a:xfrm>
            <a:off x="609600" y="1221101"/>
            <a:ext cx="10972800" cy="4730749"/>
          </a:xfrm>
        </p:spPr>
        <p:txBody>
          <a:bodyPr/>
          <a:lstStyle/>
          <a:p>
            <a:pPr marL="457200" indent="-457200">
              <a:buAutoNum type="arabicPeriod"/>
            </a:pPr>
            <a:r>
              <a:rPr lang="en-GB" sz="2100" dirty="0"/>
              <a:t>Rave Export CRF Mapping (Direct Lookup)</a:t>
            </a:r>
          </a:p>
          <a:p>
            <a:r>
              <a:rPr lang="en-GB" sz="1600" dirty="0"/>
              <a:t>The RAW-to-SDTM specification already contains complete mappings (RAW variable → SDTM variable), so attempted to transfer these directly onto the blank CRF.</a:t>
            </a:r>
          </a:p>
          <a:p>
            <a:r>
              <a:rPr lang="en-GB" sz="1600" dirty="0"/>
              <a:t>However, the spec is built against the </a:t>
            </a:r>
            <a:r>
              <a:rPr lang="en-GB" sz="1600" b="1" dirty="0"/>
              <a:t>non-unique pages CRF, </a:t>
            </a:r>
            <a:r>
              <a:rPr lang="en-GB" sz="1600" dirty="0"/>
              <a:t>while annotations are done on the </a:t>
            </a:r>
            <a:r>
              <a:rPr lang="en-GB" sz="1600" b="1" dirty="0"/>
              <a:t>unique pages CRF</a:t>
            </a:r>
            <a:r>
              <a:rPr lang="en-GB" sz="1600" dirty="0"/>
              <a:t> (each form appears once with unique page numbers) </a:t>
            </a:r>
          </a:p>
          <a:p>
            <a:r>
              <a:rPr lang="en-GB" sz="1600" dirty="0"/>
              <a:t>Structural mismatch makes direct overlay impractical without manual reconciliation</a:t>
            </a:r>
          </a:p>
          <a:p>
            <a:pPr marL="0" indent="0">
              <a:buNone/>
            </a:pPr>
            <a:r>
              <a:rPr lang="en-GB" sz="1800" dirty="0"/>
              <a:t>2. </a:t>
            </a:r>
            <a:r>
              <a:rPr lang="en-IN" b="1" dirty="0"/>
              <a:t> </a:t>
            </a:r>
            <a:r>
              <a:rPr lang="en-IN" sz="2100" dirty="0"/>
              <a:t>Direct Prompting with LLMs</a:t>
            </a:r>
            <a:endParaRPr lang="en-GB" sz="2100" dirty="0"/>
          </a:p>
          <a:p>
            <a:r>
              <a:rPr lang="en-GB" sz="1600" dirty="0"/>
              <a:t>Fed CRF labels directly to a large language model (Qwen 0.6B from </a:t>
            </a:r>
            <a:r>
              <a:rPr lang="en-IN" sz="1600" dirty="0">
                <a:hlinkClick r:id="rId2"/>
              </a:rPr>
              <a:t>Artifactory-Prod-Cluster</a:t>
            </a:r>
            <a:r>
              <a:rPr lang="en-GB" sz="1600" dirty="0"/>
              <a:t>) and asked it to return the corresponding SDTM variable, achieving low accuracy</a:t>
            </a:r>
          </a:p>
          <a:p>
            <a:r>
              <a:rPr lang="en-GB" sz="1600" dirty="0"/>
              <a:t>The model hallucinated plausible-sounding variables that don't exist in the specification (e.g., returned DM.DOB for "Birth date" instead of the correct DM.BRTHDTC), gave different answers on repeated runs, and provided no traceability to source documentation.</a:t>
            </a:r>
          </a:p>
          <a:p>
            <a:r>
              <a:rPr lang="en-GB" sz="1600" dirty="0"/>
              <a:t>For regulatory submissions, every annotation must trace back to a standard; a system that invents answers isn't viable regardless of how convincing they sound.</a:t>
            </a:r>
          </a:p>
          <a:p>
            <a:pPr marL="0" indent="0">
              <a:buNone/>
            </a:pPr>
            <a:endParaRPr lang="en-GB" sz="1800" dirty="0"/>
          </a:p>
        </p:txBody>
      </p:sp>
    </p:spTree>
    <p:extLst>
      <p:ext uri="{BB962C8B-B14F-4D97-AF65-F5344CB8AC3E}">
        <p14:creationId xmlns:p14="http://schemas.microsoft.com/office/powerpoint/2010/main" val="13020162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78DCB-5143-0F3A-B89A-1982F415343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1D9A5A5-4443-95B3-CEDD-FFF63E2012C7}"/>
              </a:ext>
            </a:extLst>
          </p:cNvPr>
          <p:cNvSpPr>
            <a:spLocks noGrp="1"/>
          </p:cNvSpPr>
          <p:nvPr>
            <p:ph type="sldNum" sz="quarter" idx="22"/>
          </p:nvPr>
        </p:nvSpPr>
        <p:spPr/>
        <p:txBody>
          <a:bodyPr/>
          <a:lstStyle/>
          <a:p>
            <a:fld id="{F8E47D07-9D1E-4FE9-B31A-2F5863681021}" type="slidenum">
              <a:rPr lang="en-GB" smtClean="0"/>
              <a:pPr/>
              <a:t>5</a:t>
            </a:fld>
            <a:endParaRPr lang="en-GB"/>
          </a:p>
        </p:txBody>
      </p:sp>
      <p:sp>
        <p:nvSpPr>
          <p:cNvPr id="5" name="Title 4">
            <a:extLst>
              <a:ext uri="{FF2B5EF4-FFF2-40B4-BE49-F238E27FC236}">
                <a16:creationId xmlns:a16="http://schemas.microsoft.com/office/drawing/2014/main" id="{24A5CB75-0496-A950-B1AE-CCF83C6D7093}"/>
              </a:ext>
            </a:extLst>
          </p:cNvPr>
          <p:cNvSpPr>
            <a:spLocks noGrp="1"/>
          </p:cNvSpPr>
          <p:nvPr>
            <p:ph type="title"/>
          </p:nvPr>
        </p:nvSpPr>
        <p:spPr/>
        <p:txBody>
          <a:bodyPr/>
          <a:lstStyle/>
          <a:p>
            <a:r>
              <a:rPr lang="en-GB" dirty="0"/>
              <a:t>Approaches evaluated</a:t>
            </a:r>
            <a:endParaRPr lang="en-IN" dirty="0"/>
          </a:p>
        </p:txBody>
      </p:sp>
      <p:sp>
        <p:nvSpPr>
          <p:cNvPr id="7" name="Content Placeholder 5">
            <a:extLst>
              <a:ext uri="{FF2B5EF4-FFF2-40B4-BE49-F238E27FC236}">
                <a16:creationId xmlns:a16="http://schemas.microsoft.com/office/drawing/2014/main" id="{1AFFC18F-5BB0-CE95-501D-768044F3006E}"/>
              </a:ext>
            </a:extLst>
          </p:cNvPr>
          <p:cNvSpPr txBox="1">
            <a:spLocks/>
          </p:cNvSpPr>
          <p:nvPr/>
        </p:nvSpPr>
        <p:spPr>
          <a:xfrm>
            <a:off x="487680" y="1265256"/>
            <a:ext cx="10972800" cy="4730749"/>
          </a:xfrm>
          <a:prstGeom prst="rect">
            <a:avLst/>
          </a:prstGeom>
        </p:spPr>
        <p:txBody>
          <a:bodyPr vert="horz" lIns="0" tIns="0" rIns="0" bIns="0" rtlCol="0">
            <a:noAutofit/>
          </a:bodyPr>
          <a:lstStyle>
            <a:lvl1pPr marL="228600" indent="-228600" algn="l" defTabSz="914400" rtl="0" eaLnBrk="1" latinLnBrk="0" hangingPunct="1">
              <a:lnSpc>
                <a:spcPct val="100000"/>
              </a:lnSpc>
              <a:spcBef>
                <a:spcPts val="600"/>
              </a:spcBef>
              <a:spcAft>
                <a:spcPts val="600"/>
              </a:spcAft>
              <a:buFont typeface="Arial" panose="020B0604020202020204" pitchFamily="34" charset="0"/>
              <a:buChar char="•"/>
              <a:defRPr sz="2400" kern="1200">
                <a:solidFill>
                  <a:schemeClr val="tx1"/>
                </a:solidFill>
                <a:latin typeface="+mn-lt"/>
                <a:ea typeface="+mn-ea"/>
                <a:cs typeface="+mn-cs"/>
              </a:defRPr>
            </a:lvl1pPr>
            <a:lvl2pPr marL="460800" marR="0" indent="-228600" algn="l" defTabSz="914400" rtl="0" eaLnBrk="1" fontAlgn="auto" latinLnBrk="0" hangingPunct="1">
              <a:lnSpc>
                <a:spcPct val="100000"/>
              </a:lnSpc>
              <a:spcBef>
                <a:spcPts val="0"/>
              </a:spcBef>
              <a:spcAft>
                <a:spcPts val="800"/>
              </a:spcAft>
              <a:buClrTx/>
              <a:buSzPct val="100000"/>
              <a:buFont typeface="Arial" panose="020B0604020202020204" pitchFamily="34" charset="0"/>
              <a:buChar char="•"/>
              <a:tabLst/>
              <a:defRPr lang="en-US" sz="2400" kern="1200" dirty="0">
                <a:solidFill>
                  <a:schemeClr val="tx1"/>
                </a:solidFill>
                <a:latin typeface="+mn-lt"/>
                <a:ea typeface="+mn-ea"/>
                <a:cs typeface="+mn-cs"/>
              </a:defRPr>
            </a:lvl2pPr>
            <a:lvl3pPr marL="691200" indent="-228600" algn="l" defTabSz="914400" rtl="0" eaLnBrk="1" latinLnBrk="0" hangingPunct="1">
              <a:lnSpc>
                <a:spcPct val="100000"/>
              </a:lnSpc>
              <a:spcBef>
                <a:spcPts val="0"/>
              </a:spcBef>
              <a:spcAft>
                <a:spcPts val="800"/>
              </a:spcAft>
              <a:buClrTx/>
              <a:buSzPct val="100000"/>
              <a:buFont typeface="Arial" panose="020B0604020202020204" pitchFamily="34" charset="0"/>
              <a:buChar char="•"/>
              <a:defRPr sz="2000" kern="1200">
                <a:solidFill>
                  <a:schemeClr val="tx1"/>
                </a:solidFill>
                <a:latin typeface="+mn-lt"/>
                <a:ea typeface="+mn-ea"/>
                <a:cs typeface="+mn-cs"/>
              </a:defRPr>
            </a:lvl3pPr>
            <a:lvl4pPr marL="921600" indent="-2286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smtClean="0">
                <a:solidFill>
                  <a:schemeClr val="tx1"/>
                </a:solidFill>
                <a:latin typeface="+mn-lt"/>
                <a:ea typeface="+mn-ea"/>
                <a:cs typeface="+mn-cs"/>
              </a:defRPr>
            </a:lvl4pPr>
            <a:lvl5pPr marL="1152000" indent="-228600" algn="l" defTabSz="914400" rtl="0" eaLnBrk="1" latinLnBrk="0" hangingPunct="1">
              <a:lnSpc>
                <a:spcPct val="100000"/>
              </a:lnSpc>
              <a:spcBef>
                <a:spcPts val="0"/>
              </a:spcBef>
              <a:spcAft>
                <a:spcPts val="800"/>
              </a:spcAft>
              <a:buClrTx/>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2100" dirty="0"/>
              <a:t>3. Vector Similarity Matching</a:t>
            </a:r>
          </a:p>
          <a:p>
            <a:r>
              <a:rPr lang="en-GB" sz="1600" dirty="0"/>
              <a:t>Converted every CRF label and SDTM variable label into numerical vectors (using BGE-small-</a:t>
            </a:r>
            <a:r>
              <a:rPr lang="en-GB" sz="1600" dirty="0" err="1"/>
              <a:t>en</a:t>
            </a:r>
            <a:r>
              <a:rPr lang="en-GB" sz="1600" dirty="0"/>
              <a:t> embeddings + FAISS search from </a:t>
            </a:r>
            <a:r>
              <a:rPr lang="en-IN" sz="1600" dirty="0">
                <a:hlinkClick r:id="rId2"/>
              </a:rPr>
              <a:t>Artifactory-Prod-Cluster</a:t>
            </a:r>
            <a:r>
              <a:rPr lang="en-GB" sz="1600" dirty="0"/>
              <a:t>). Each phrase gets a position in space where similar meanings sit close together, and the system finds the nearest SDTM match mathematically. Achieved low accuracy with no hallucinations.</a:t>
            </a:r>
          </a:p>
          <a:p>
            <a:r>
              <a:rPr lang="en-GB" sz="1600" b="1" dirty="0"/>
              <a:t>Noticeable Limitation</a:t>
            </a:r>
            <a:r>
              <a:rPr lang="en-GB" sz="1600" dirty="0"/>
              <a:t>: labels like "Result" appear on VS, LB, and EG forms, so the vector is identical regardless of which form it's on, so the system can't distinguish whether it should map to VS.VSORRES, LB.LBORRES, or EG.EGORRES. It lacks form-level context.</a:t>
            </a:r>
          </a:p>
          <a:p>
            <a:pPr marL="0" indent="0">
              <a:buNone/>
            </a:pPr>
            <a:r>
              <a:rPr lang="en-GB" sz="1600" i="1" dirty="0"/>
              <a:t>Some R&amp;I Use Cases for this technology:</a:t>
            </a:r>
            <a:endParaRPr lang="en-GB" sz="1600" dirty="0"/>
          </a:p>
          <a:p>
            <a:r>
              <a:rPr lang="en-GB" sz="1600" dirty="0"/>
              <a:t>Document retrieval — finding relevant protocols or SAPs from a library</a:t>
            </a:r>
          </a:p>
          <a:p>
            <a:r>
              <a:rPr lang="en-GB" sz="1600" dirty="0"/>
              <a:t>Auto-coding — matching verbatim AE terms to MedDRA preferred terms</a:t>
            </a:r>
          </a:p>
          <a:p>
            <a:r>
              <a:rPr lang="en-GB" sz="1600" dirty="0"/>
              <a:t>Similar study identification — finding trials with comparable endpoints</a:t>
            </a:r>
          </a:p>
          <a:p>
            <a:pPr marL="0" indent="0">
              <a:buNone/>
            </a:pPr>
            <a:br>
              <a:rPr lang="en-GB" sz="1600" dirty="0"/>
            </a:br>
            <a:endParaRPr lang="en-GB" sz="1600" dirty="0"/>
          </a:p>
          <a:p>
            <a:pPr marL="0" indent="0">
              <a:buFont typeface="Arial" panose="020B0604020202020204" pitchFamily="34" charset="0"/>
              <a:buNone/>
            </a:pPr>
            <a:endParaRPr lang="en-GB" sz="1800" dirty="0"/>
          </a:p>
        </p:txBody>
      </p:sp>
    </p:spTree>
    <p:extLst>
      <p:ext uri="{BB962C8B-B14F-4D97-AF65-F5344CB8AC3E}">
        <p14:creationId xmlns:p14="http://schemas.microsoft.com/office/powerpoint/2010/main" val="5984284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4F167-7541-78FF-D0E8-C8761A795DD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3BD45F6-AAC1-14FF-FE5D-41FA56791736}"/>
              </a:ext>
            </a:extLst>
          </p:cNvPr>
          <p:cNvSpPr>
            <a:spLocks noGrp="1"/>
          </p:cNvSpPr>
          <p:nvPr>
            <p:ph type="sldNum" sz="quarter" idx="22"/>
          </p:nvPr>
        </p:nvSpPr>
        <p:spPr/>
        <p:txBody>
          <a:bodyPr/>
          <a:lstStyle/>
          <a:p>
            <a:fld id="{F8E47D07-9D1E-4FE9-B31A-2F5863681021}" type="slidenum">
              <a:rPr lang="en-GB" smtClean="0"/>
              <a:pPr/>
              <a:t>6</a:t>
            </a:fld>
            <a:endParaRPr lang="en-GB"/>
          </a:p>
        </p:txBody>
      </p:sp>
      <p:sp>
        <p:nvSpPr>
          <p:cNvPr id="5" name="Title 4">
            <a:extLst>
              <a:ext uri="{FF2B5EF4-FFF2-40B4-BE49-F238E27FC236}">
                <a16:creationId xmlns:a16="http://schemas.microsoft.com/office/drawing/2014/main" id="{D66486AC-9DEA-39BB-2A2A-D89666F48781}"/>
              </a:ext>
            </a:extLst>
          </p:cNvPr>
          <p:cNvSpPr>
            <a:spLocks noGrp="1"/>
          </p:cNvSpPr>
          <p:nvPr>
            <p:ph type="title"/>
          </p:nvPr>
        </p:nvSpPr>
        <p:spPr/>
        <p:txBody>
          <a:bodyPr/>
          <a:lstStyle/>
          <a:p>
            <a:r>
              <a:rPr lang="en-GB" dirty="0"/>
              <a:t>Approaches evaluated</a:t>
            </a:r>
            <a:endParaRPr lang="en-IN" dirty="0"/>
          </a:p>
        </p:txBody>
      </p:sp>
      <p:sp>
        <p:nvSpPr>
          <p:cNvPr id="6" name="Content Placeholder 5">
            <a:extLst>
              <a:ext uri="{FF2B5EF4-FFF2-40B4-BE49-F238E27FC236}">
                <a16:creationId xmlns:a16="http://schemas.microsoft.com/office/drawing/2014/main" id="{5842AAFD-A4B9-5A4B-B079-62ECBA93ACF0}"/>
              </a:ext>
            </a:extLst>
          </p:cNvPr>
          <p:cNvSpPr>
            <a:spLocks noGrp="1"/>
          </p:cNvSpPr>
          <p:nvPr>
            <p:ph sz="quarter" idx="112"/>
          </p:nvPr>
        </p:nvSpPr>
        <p:spPr>
          <a:xfrm>
            <a:off x="609600" y="1168636"/>
            <a:ext cx="10972800" cy="4730749"/>
          </a:xfrm>
        </p:spPr>
        <p:txBody>
          <a:bodyPr/>
          <a:lstStyle/>
          <a:p>
            <a:pPr marL="0" indent="0">
              <a:buNone/>
            </a:pPr>
            <a:r>
              <a:rPr lang="en-GB" sz="2100" dirty="0"/>
              <a:t>4. </a:t>
            </a:r>
            <a:r>
              <a:rPr lang="en-IN" sz="2100" dirty="0"/>
              <a:t>Specification-Driven Resolution (Chosen)</a:t>
            </a:r>
          </a:p>
          <a:p>
            <a:r>
              <a:rPr lang="en-GB" sz="1600" dirty="0"/>
              <a:t>Parsed AZ SDTM specifications into structured </a:t>
            </a:r>
            <a:r>
              <a:rPr lang="en-GB" sz="1600" b="1" dirty="0"/>
              <a:t>JSON knowledge bases</a:t>
            </a:r>
            <a:r>
              <a:rPr lang="en-GB" sz="1600" dirty="0"/>
              <a:t>, each form gets its own scoped set of valid mappings, mirroring how a human annotator works: read the spec, know the form, apply the mapping</a:t>
            </a:r>
          </a:p>
          <a:p>
            <a:r>
              <a:rPr lang="en-GB" sz="1600" dirty="0"/>
              <a:t>PDF parsed using </a:t>
            </a:r>
            <a:r>
              <a:rPr lang="en-GB" sz="1600" dirty="0" err="1"/>
              <a:t>PyMuPDF</a:t>
            </a:r>
            <a:r>
              <a:rPr lang="en-GB" sz="1600" dirty="0"/>
              <a:t> to extract field labels, positions, form context, and </a:t>
            </a:r>
            <a:r>
              <a:rPr lang="en-GB" sz="1600" dirty="0" err="1"/>
              <a:t>codelist</a:t>
            </a:r>
            <a:r>
              <a:rPr lang="en-GB" sz="1600" dirty="0"/>
              <a:t> values — enabling form-aware resolution where "Result" on VS → VS.VSORRES and same label on LB → LB.LBORRES</a:t>
            </a:r>
          </a:p>
          <a:p>
            <a:r>
              <a:rPr lang="en-GB" sz="1600" b="1" dirty="0"/>
              <a:t>Fully traceable and auditable;</a:t>
            </a:r>
            <a:r>
              <a:rPr lang="en-GB" sz="1600" dirty="0"/>
              <a:t> every annotation points back to a specific line in the specification; nothing is generated without source evidence, and same input always produces same output</a:t>
            </a:r>
          </a:p>
          <a:p>
            <a:r>
              <a:rPr lang="en-GB" sz="1600" dirty="0"/>
              <a:t>Output includes PDF bookmarks for each form (navigable table of contents), colour-coded domain boxes, </a:t>
            </a:r>
            <a:r>
              <a:rPr lang="en-GB" sz="1600" dirty="0" err="1"/>
              <a:t>codelist</a:t>
            </a:r>
            <a:r>
              <a:rPr lang="en-GB" sz="1600" dirty="0"/>
              <a:t> codes, and dataset headers, structured for efficient programmer review</a:t>
            </a:r>
          </a:p>
          <a:p>
            <a:pPr marL="0" indent="0">
              <a:buNone/>
            </a:pPr>
            <a:br>
              <a:rPr lang="en-GB" sz="1600" dirty="0"/>
            </a:br>
            <a:br>
              <a:rPr lang="en-GB" sz="2000" dirty="0"/>
            </a:br>
            <a:endParaRPr lang="en-IN" sz="2100" dirty="0"/>
          </a:p>
        </p:txBody>
      </p:sp>
    </p:spTree>
    <p:extLst>
      <p:ext uri="{BB962C8B-B14F-4D97-AF65-F5344CB8AC3E}">
        <p14:creationId xmlns:p14="http://schemas.microsoft.com/office/powerpoint/2010/main" val="14991665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C6824-0CCA-DA4C-B751-9E0627AEB11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C9BBCE9-C8C3-D128-C2D6-48300EB42152}"/>
              </a:ext>
            </a:extLst>
          </p:cNvPr>
          <p:cNvSpPr>
            <a:spLocks noGrp="1"/>
          </p:cNvSpPr>
          <p:nvPr>
            <p:ph type="sldNum" sz="quarter" idx="22"/>
          </p:nvPr>
        </p:nvSpPr>
        <p:spPr/>
        <p:txBody>
          <a:bodyPr/>
          <a:lstStyle/>
          <a:p>
            <a:fld id="{F8E47D07-9D1E-4FE9-B31A-2F5863681021}" type="slidenum">
              <a:rPr lang="en-GB" smtClean="0"/>
              <a:pPr/>
              <a:t>7</a:t>
            </a:fld>
            <a:endParaRPr lang="en-GB"/>
          </a:p>
        </p:txBody>
      </p:sp>
      <p:sp>
        <p:nvSpPr>
          <p:cNvPr id="5" name="Title 4">
            <a:extLst>
              <a:ext uri="{FF2B5EF4-FFF2-40B4-BE49-F238E27FC236}">
                <a16:creationId xmlns:a16="http://schemas.microsoft.com/office/drawing/2014/main" id="{48FDA7D4-08C7-C41C-4653-F74273E7F92C}"/>
              </a:ext>
            </a:extLst>
          </p:cNvPr>
          <p:cNvSpPr>
            <a:spLocks noGrp="1"/>
          </p:cNvSpPr>
          <p:nvPr>
            <p:ph type="title"/>
          </p:nvPr>
        </p:nvSpPr>
        <p:spPr/>
        <p:txBody>
          <a:bodyPr/>
          <a:lstStyle/>
          <a:p>
            <a:r>
              <a:rPr lang="en-US" dirty="0"/>
              <a:t>High-Level Architecture</a:t>
            </a:r>
            <a:endParaRPr lang="en-IN" dirty="0"/>
          </a:p>
        </p:txBody>
      </p:sp>
      <p:sp>
        <p:nvSpPr>
          <p:cNvPr id="6" name="Content Placeholder 5">
            <a:extLst>
              <a:ext uri="{FF2B5EF4-FFF2-40B4-BE49-F238E27FC236}">
                <a16:creationId xmlns:a16="http://schemas.microsoft.com/office/drawing/2014/main" id="{42DDEC05-885F-F44E-7FBF-D4953736F9F8}"/>
              </a:ext>
            </a:extLst>
          </p:cNvPr>
          <p:cNvSpPr>
            <a:spLocks noGrp="1"/>
          </p:cNvSpPr>
          <p:nvPr>
            <p:ph sz="quarter" idx="112"/>
          </p:nvPr>
        </p:nvSpPr>
        <p:spPr/>
        <p:txBody>
          <a:bodyPr/>
          <a:lstStyle/>
          <a:p>
            <a:pPr marL="0" indent="0">
              <a:buNone/>
            </a:pPr>
            <a:r>
              <a:rPr lang="en-IN" sz="1600" b="1" dirty="0"/>
              <a:t>Input Layer</a:t>
            </a:r>
            <a:r>
              <a:rPr lang="en-IN" sz="1600" dirty="0"/>
              <a:t> </a:t>
            </a:r>
          </a:p>
          <a:p>
            <a:pPr marL="0" indent="0">
              <a:buNone/>
            </a:pPr>
            <a:r>
              <a:rPr lang="en-IN" sz="1600" dirty="0"/>
              <a:t>Blank CRF PDF, AZ RAW-to-SDTM specification, AZ SDTM standards, AZ controlled terminology which are essential for processing</a:t>
            </a:r>
          </a:p>
          <a:p>
            <a:pPr marL="0" indent="0">
              <a:buNone/>
            </a:pPr>
            <a:r>
              <a:rPr lang="en-IN" sz="1600" b="1" dirty="0"/>
              <a:t>Cache &amp; Index Builder</a:t>
            </a:r>
            <a:r>
              <a:rPr lang="en-IN" sz="1600" dirty="0"/>
              <a:t> </a:t>
            </a:r>
          </a:p>
          <a:p>
            <a:pPr marL="0" indent="0">
              <a:buNone/>
            </a:pPr>
            <a:r>
              <a:rPr lang="en-IN" sz="1600" dirty="0"/>
              <a:t>Parses Excel specifications into structured JSON knowledge bases (</a:t>
            </a:r>
            <a:r>
              <a:rPr lang="en-IN" sz="1600" dirty="0" err="1"/>
              <a:t>openpyxl</a:t>
            </a:r>
            <a:r>
              <a:rPr lang="en-IN" sz="1600" dirty="0"/>
              <a:t>, </a:t>
            </a:r>
            <a:r>
              <a:rPr lang="en-IN" sz="1600" dirty="0" err="1"/>
              <a:t>json</a:t>
            </a:r>
            <a:r>
              <a:rPr lang="en-IN" sz="1600" dirty="0"/>
              <a:t>, </a:t>
            </a:r>
            <a:r>
              <a:rPr lang="en-IN" sz="1600" dirty="0" err="1"/>
              <a:t>pathlib</a:t>
            </a:r>
            <a:r>
              <a:rPr lang="en-IN" sz="1600" dirty="0"/>
              <a:t>). </a:t>
            </a:r>
            <a:r>
              <a:rPr lang="en-US" sz="1600" dirty="0"/>
              <a:t>This module builds structured registries, and lookup tables to optimize performance and indexing</a:t>
            </a:r>
            <a:endParaRPr lang="en-IN" sz="1600" dirty="0"/>
          </a:p>
          <a:p>
            <a:pPr marL="0" indent="0">
              <a:buNone/>
            </a:pPr>
            <a:r>
              <a:rPr lang="en-IN" sz="1600" b="1" dirty="0"/>
              <a:t>PDF Parsing Engine</a:t>
            </a:r>
            <a:r>
              <a:rPr lang="en-IN" sz="1600" dirty="0"/>
              <a:t> </a:t>
            </a:r>
          </a:p>
          <a:p>
            <a:pPr marL="0" indent="0">
              <a:buNone/>
            </a:pPr>
            <a:r>
              <a:rPr lang="en-IN" sz="1600" dirty="0"/>
              <a:t>Extracts form structure, field labels, positions, and </a:t>
            </a:r>
            <a:r>
              <a:rPr lang="en-IN" sz="1600" dirty="0" err="1"/>
              <a:t>codelist</a:t>
            </a:r>
            <a:r>
              <a:rPr lang="en-IN" sz="1600" dirty="0"/>
              <a:t> values using </a:t>
            </a:r>
            <a:r>
              <a:rPr lang="en-IN" sz="1600" dirty="0" err="1"/>
              <a:t>PyMuPDF</a:t>
            </a:r>
            <a:r>
              <a:rPr lang="en-IN" sz="1600" dirty="0"/>
              <a:t> — applies regex normalization and noise filtering to remove instructional text and system helper fields.</a:t>
            </a:r>
          </a:p>
          <a:p>
            <a:pPr marL="0" indent="0">
              <a:buNone/>
            </a:pPr>
            <a:endParaRPr lang="en-IN" sz="1600" dirty="0"/>
          </a:p>
          <a:p>
            <a:pPr marL="0" indent="0">
              <a:buNone/>
            </a:pPr>
            <a:endParaRPr lang="en-IN" sz="2100" dirty="0"/>
          </a:p>
        </p:txBody>
      </p:sp>
    </p:spTree>
    <p:extLst>
      <p:ext uri="{BB962C8B-B14F-4D97-AF65-F5344CB8AC3E}">
        <p14:creationId xmlns:p14="http://schemas.microsoft.com/office/powerpoint/2010/main" val="24912786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8A0FA-3F4F-D336-4E2F-AB1C51E9510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17C9CA8-A179-15C4-3A69-1CDCD034AF97}"/>
              </a:ext>
            </a:extLst>
          </p:cNvPr>
          <p:cNvSpPr>
            <a:spLocks noGrp="1"/>
          </p:cNvSpPr>
          <p:nvPr>
            <p:ph type="body" sz="quarter" idx="111"/>
          </p:nvPr>
        </p:nvSpPr>
        <p:spPr/>
        <p:txBody>
          <a:bodyPr/>
          <a:lstStyle/>
          <a:p>
            <a:endParaRPr lang="en-IN" dirty="0"/>
          </a:p>
        </p:txBody>
      </p:sp>
      <p:sp>
        <p:nvSpPr>
          <p:cNvPr id="3" name="Date Placeholder 2">
            <a:extLst>
              <a:ext uri="{FF2B5EF4-FFF2-40B4-BE49-F238E27FC236}">
                <a16:creationId xmlns:a16="http://schemas.microsoft.com/office/drawing/2014/main" id="{75E5FBC3-2E46-A562-C6A6-891823AD9E21}"/>
              </a:ext>
            </a:extLst>
          </p:cNvPr>
          <p:cNvSpPr>
            <a:spLocks noGrp="1"/>
          </p:cNvSpPr>
          <p:nvPr>
            <p:ph type="dt" sz="half" idx="20"/>
          </p:nvPr>
        </p:nvSpPr>
        <p:spPr/>
        <p:txBody>
          <a:bodyPr/>
          <a:lstStyle/>
          <a:p>
            <a:endParaRPr lang="en-GB" dirty="0"/>
          </a:p>
        </p:txBody>
      </p:sp>
      <p:sp>
        <p:nvSpPr>
          <p:cNvPr id="4" name="Slide Number Placeholder 3">
            <a:extLst>
              <a:ext uri="{FF2B5EF4-FFF2-40B4-BE49-F238E27FC236}">
                <a16:creationId xmlns:a16="http://schemas.microsoft.com/office/drawing/2014/main" id="{45C71BB1-8EFC-F5CB-F4A2-B9D15864E709}"/>
              </a:ext>
            </a:extLst>
          </p:cNvPr>
          <p:cNvSpPr>
            <a:spLocks noGrp="1"/>
          </p:cNvSpPr>
          <p:nvPr>
            <p:ph type="sldNum" sz="quarter" idx="22"/>
          </p:nvPr>
        </p:nvSpPr>
        <p:spPr/>
        <p:txBody>
          <a:bodyPr/>
          <a:lstStyle/>
          <a:p>
            <a:fld id="{F8E47D07-9D1E-4FE9-B31A-2F5863681021}" type="slidenum">
              <a:rPr lang="en-GB" smtClean="0"/>
              <a:pPr/>
              <a:t>8</a:t>
            </a:fld>
            <a:endParaRPr lang="en-GB"/>
          </a:p>
        </p:txBody>
      </p:sp>
      <p:sp>
        <p:nvSpPr>
          <p:cNvPr id="5" name="Title 4">
            <a:extLst>
              <a:ext uri="{FF2B5EF4-FFF2-40B4-BE49-F238E27FC236}">
                <a16:creationId xmlns:a16="http://schemas.microsoft.com/office/drawing/2014/main" id="{D6E27543-5E5B-211B-9479-AE5DB4B236E6}"/>
              </a:ext>
            </a:extLst>
          </p:cNvPr>
          <p:cNvSpPr>
            <a:spLocks noGrp="1"/>
          </p:cNvSpPr>
          <p:nvPr>
            <p:ph type="title"/>
          </p:nvPr>
        </p:nvSpPr>
        <p:spPr/>
        <p:txBody>
          <a:bodyPr/>
          <a:lstStyle/>
          <a:p>
            <a:r>
              <a:rPr lang="en-US" dirty="0"/>
              <a:t>High-Level Architecture</a:t>
            </a:r>
            <a:endParaRPr lang="en-IN" dirty="0"/>
          </a:p>
        </p:txBody>
      </p:sp>
      <p:sp>
        <p:nvSpPr>
          <p:cNvPr id="6" name="Content Placeholder 5">
            <a:extLst>
              <a:ext uri="{FF2B5EF4-FFF2-40B4-BE49-F238E27FC236}">
                <a16:creationId xmlns:a16="http://schemas.microsoft.com/office/drawing/2014/main" id="{ED8B1982-4EC7-D1A7-5DA0-E929C60A59D6}"/>
              </a:ext>
            </a:extLst>
          </p:cNvPr>
          <p:cNvSpPr>
            <a:spLocks noGrp="1"/>
          </p:cNvSpPr>
          <p:nvPr>
            <p:ph sz="quarter" idx="112"/>
          </p:nvPr>
        </p:nvSpPr>
        <p:spPr/>
        <p:txBody>
          <a:bodyPr/>
          <a:lstStyle/>
          <a:p>
            <a:pPr marL="0" indent="0">
              <a:buNone/>
            </a:pPr>
            <a:r>
              <a:rPr lang="en-IN" sz="1600" b="1" dirty="0"/>
              <a:t>Multi-Tier Resolution Engine</a:t>
            </a:r>
            <a:r>
              <a:rPr lang="en-IN" sz="1600" dirty="0"/>
              <a:t> </a:t>
            </a:r>
          </a:p>
          <a:p>
            <a:pPr marL="0" indent="0">
              <a:buNone/>
            </a:pPr>
            <a:r>
              <a:rPr lang="en-GB" sz="1600" dirty="0"/>
              <a:t>Fields first attempt spec-pattern matching within their form scope, then cross-module fuzzy matching, then NOT SUBMITTED inference. Each tier assigns a confidence score; fields escalate to the next tier only if unresolved by the previous.</a:t>
            </a:r>
          </a:p>
          <a:p>
            <a:pPr marL="0" indent="0">
              <a:buNone/>
            </a:pPr>
            <a:r>
              <a:rPr lang="en-IN" sz="1600" b="1" dirty="0"/>
              <a:t>PDF Annotation Writer</a:t>
            </a:r>
          </a:p>
          <a:p>
            <a:pPr marL="0" indent="0">
              <a:buNone/>
            </a:pPr>
            <a:r>
              <a:rPr lang="en-IN" sz="1600" dirty="0"/>
              <a:t>Generates the annotated CRF using </a:t>
            </a:r>
            <a:r>
              <a:rPr lang="en-IN" sz="1600" dirty="0" err="1"/>
              <a:t>PyMuPDF</a:t>
            </a:r>
            <a:r>
              <a:rPr lang="en-IN" sz="1600" dirty="0"/>
              <a:t> — colour-coded domain boxes, dataset headers, </a:t>
            </a:r>
            <a:r>
              <a:rPr lang="en-IN" sz="1600" dirty="0" err="1"/>
              <a:t>codelist</a:t>
            </a:r>
            <a:r>
              <a:rPr lang="en-IN" sz="1600" dirty="0"/>
              <a:t> codes, overlap avoidance, and PDF bookmarks for navigation.</a:t>
            </a:r>
          </a:p>
          <a:p>
            <a:pPr marL="0" indent="0">
              <a:buNone/>
            </a:pPr>
            <a:endParaRPr lang="en-IN" sz="1600" dirty="0"/>
          </a:p>
          <a:p>
            <a:pPr marL="0" indent="0">
              <a:buNone/>
            </a:pPr>
            <a:endParaRPr lang="en-IN" sz="2100" dirty="0"/>
          </a:p>
        </p:txBody>
      </p:sp>
    </p:spTree>
    <p:extLst>
      <p:ext uri="{BB962C8B-B14F-4D97-AF65-F5344CB8AC3E}">
        <p14:creationId xmlns:p14="http://schemas.microsoft.com/office/powerpoint/2010/main" val="34040120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909D7-D252-DEF4-560C-90E50E47575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7717FBF-A158-2038-A6DC-862ED2C86ED4}"/>
              </a:ext>
            </a:extLst>
          </p:cNvPr>
          <p:cNvSpPr>
            <a:spLocks noGrp="1"/>
          </p:cNvSpPr>
          <p:nvPr>
            <p:ph type="body" sz="quarter" idx="111"/>
          </p:nvPr>
        </p:nvSpPr>
        <p:spPr/>
        <p:txBody>
          <a:bodyPr/>
          <a:lstStyle/>
          <a:p>
            <a:endParaRPr lang="en-IN"/>
          </a:p>
        </p:txBody>
      </p:sp>
      <p:sp>
        <p:nvSpPr>
          <p:cNvPr id="3" name="Date Placeholder 2">
            <a:extLst>
              <a:ext uri="{FF2B5EF4-FFF2-40B4-BE49-F238E27FC236}">
                <a16:creationId xmlns:a16="http://schemas.microsoft.com/office/drawing/2014/main" id="{1C107028-5924-1B60-4F55-58BF2F6E85C1}"/>
              </a:ext>
            </a:extLst>
          </p:cNvPr>
          <p:cNvSpPr>
            <a:spLocks noGrp="1"/>
          </p:cNvSpPr>
          <p:nvPr>
            <p:ph type="dt" sz="half" idx="20"/>
          </p:nvPr>
        </p:nvSpPr>
        <p:spPr/>
        <p:txBody>
          <a:bodyPr/>
          <a:lstStyle/>
          <a:p>
            <a:endParaRPr lang="en-GB" dirty="0"/>
          </a:p>
        </p:txBody>
      </p:sp>
      <p:sp>
        <p:nvSpPr>
          <p:cNvPr id="4" name="Slide Number Placeholder 3">
            <a:extLst>
              <a:ext uri="{FF2B5EF4-FFF2-40B4-BE49-F238E27FC236}">
                <a16:creationId xmlns:a16="http://schemas.microsoft.com/office/drawing/2014/main" id="{58B75297-E0A6-39C6-D004-A35DA32CB76C}"/>
              </a:ext>
            </a:extLst>
          </p:cNvPr>
          <p:cNvSpPr>
            <a:spLocks noGrp="1"/>
          </p:cNvSpPr>
          <p:nvPr>
            <p:ph type="sldNum" sz="quarter" idx="22"/>
          </p:nvPr>
        </p:nvSpPr>
        <p:spPr/>
        <p:txBody>
          <a:bodyPr/>
          <a:lstStyle/>
          <a:p>
            <a:fld id="{F8E47D07-9D1E-4FE9-B31A-2F5863681021}" type="slidenum">
              <a:rPr lang="en-GB" smtClean="0"/>
              <a:pPr/>
              <a:t>9</a:t>
            </a:fld>
            <a:endParaRPr lang="en-GB"/>
          </a:p>
        </p:txBody>
      </p:sp>
      <p:sp>
        <p:nvSpPr>
          <p:cNvPr id="5" name="Title 4">
            <a:extLst>
              <a:ext uri="{FF2B5EF4-FFF2-40B4-BE49-F238E27FC236}">
                <a16:creationId xmlns:a16="http://schemas.microsoft.com/office/drawing/2014/main" id="{6A978AAE-BF66-0085-A36A-E988145693B0}"/>
              </a:ext>
            </a:extLst>
          </p:cNvPr>
          <p:cNvSpPr>
            <a:spLocks noGrp="1"/>
          </p:cNvSpPr>
          <p:nvPr>
            <p:ph type="title"/>
          </p:nvPr>
        </p:nvSpPr>
        <p:spPr/>
        <p:txBody>
          <a:bodyPr/>
          <a:lstStyle/>
          <a:p>
            <a:r>
              <a:rPr lang="en-GB" dirty="0"/>
              <a:t>Resolution Engine</a:t>
            </a:r>
            <a:endParaRPr lang="en-IN" dirty="0"/>
          </a:p>
        </p:txBody>
      </p:sp>
      <p:pic>
        <p:nvPicPr>
          <p:cNvPr id="8" name="Content Placeholder 7">
            <a:extLst>
              <a:ext uri="{FF2B5EF4-FFF2-40B4-BE49-F238E27FC236}">
                <a16:creationId xmlns:a16="http://schemas.microsoft.com/office/drawing/2014/main" id="{A9907E90-CBD2-4B53-6B05-0A3279059E27}"/>
              </a:ext>
            </a:extLst>
          </p:cNvPr>
          <p:cNvPicPr>
            <a:picLocks noGrp="1" noChangeAspect="1"/>
          </p:cNvPicPr>
          <p:nvPr>
            <p:ph sz="quarter" idx="112"/>
          </p:nvPr>
        </p:nvPicPr>
        <p:blipFill>
          <a:blip r:embed="rId2"/>
          <a:stretch>
            <a:fillRect/>
          </a:stretch>
        </p:blipFill>
        <p:spPr>
          <a:xfrm>
            <a:off x="609599" y="971626"/>
            <a:ext cx="10972800" cy="3694851"/>
          </a:xfrm>
          <a:prstGeom prst="rect">
            <a:avLst/>
          </a:prstGeom>
        </p:spPr>
      </p:pic>
      <p:cxnSp>
        <p:nvCxnSpPr>
          <p:cNvPr id="7" name="Straight Arrow Connector 6">
            <a:extLst>
              <a:ext uri="{FF2B5EF4-FFF2-40B4-BE49-F238E27FC236}">
                <a16:creationId xmlns:a16="http://schemas.microsoft.com/office/drawing/2014/main" id="{E47F31FA-8274-C218-6101-D918977D25CC}"/>
              </a:ext>
            </a:extLst>
          </p:cNvPr>
          <p:cNvCxnSpPr/>
          <p:nvPr/>
        </p:nvCxnSpPr>
        <p:spPr>
          <a:xfrm>
            <a:off x="3614057" y="2286000"/>
            <a:ext cx="0" cy="805543"/>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1DE5CB1A-0F68-A192-7885-709C5764DE64}"/>
              </a:ext>
            </a:extLst>
          </p:cNvPr>
          <p:cNvCxnSpPr/>
          <p:nvPr/>
        </p:nvCxnSpPr>
        <p:spPr>
          <a:xfrm>
            <a:off x="5998028" y="2285999"/>
            <a:ext cx="0" cy="805543"/>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4398FBF8-4906-6312-A12C-D8A21FCF8D7F}"/>
              </a:ext>
            </a:extLst>
          </p:cNvPr>
          <p:cNvCxnSpPr/>
          <p:nvPr/>
        </p:nvCxnSpPr>
        <p:spPr>
          <a:xfrm>
            <a:off x="8240485" y="2285998"/>
            <a:ext cx="0" cy="805543"/>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01ECB87-867A-FBE0-5DB9-472BE244B267}"/>
              </a:ext>
            </a:extLst>
          </p:cNvPr>
          <p:cNvCxnSpPr/>
          <p:nvPr/>
        </p:nvCxnSpPr>
        <p:spPr>
          <a:xfrm>
            <a:off x="10624457" y="2285997"/>
            <a:ext cx="0" cy="805543"/>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7233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8CF9E5A-AD1D-7431-0FFC-29100ADF05CF}"/>
              </a:ext>
            </a:extLst>
          </p:cNvPr>
          <p:cNvSpPr>
            <a:spLocks noGrp="1"/>
          </p:cNvSpPr>
          <p:nvPr>
            <p:ph type="body" sz="quarter" idx="111"/>
          </p:nvPr>
        </p:nvSpPr>
        <p:spPr/>
        <p:txBody>
          <a:bodyPr/>
          <a:lstStyle/>
          <a:p>
            <a:endParaRPr lang="en-IN"/>
          </a:p>
        </p:txBody>
      </p:sp>
      <p:sp>
        <p:nvSpPr>
          <p:cNvPr id="3" name="Date Placeholder 2">
            <a:extLst>
              <a:ext uri="{FF2B5EF4-FFF2-40B4-BE49-F238E27FC236}">
                <a16:creationId xmlns:a16="http://schemas.microsoft.com/office/drawing/2014/main" id="{8B64D045-F5C5-81AD-7C4E-E7295A062201}"/>
              </a:ext>
            </a:extLst>
          </p:cNvPr>
          <p:cNvSpPr>
            <a:spLocks noGrp="1"/>
          </p:cNvSpPr>
          <p:nvPr>
            <p:ph type="dt" sz="half" idx="20"/>
          </p:nvPr>
        </p:nvSpPr>
        <p:spPr/>
        <p:txBody>
          <a:bodyPr/>
          <a:lstStyle/>
          <a:p>
            <a:endParaRPr lang="en-GB" dirty="0"/>
          </a:p>
        </p:txBody>
      </p:sp>
      <p:sp>
        <p:nvSpPr>
          <p:cNvPr id="4" name="Slide Number Placeholder 3">
            <a:extLst>
              <a:ext uri="{FF2B5EF4-FFF2-40B4-BE49-F238E27FC236}">
                <a16:creationId xmlns:a16="http://schemas.microsoft.com/office/drawing/2014/main" id="{69E1549E-96D3-BCAC-1A76-5D8D36074270}"/>
              </a:ext>
            </a:extLst>
          </p:cNvPr>
          <p:cNvSpPr>
            <a:spLocks noGrp="1"/>
          </p:cNvSpPr>
          <p:nvPr>
            <p:ph type="sldNum" sz="quarter" idx="22"/>
          </p:nvPr>
        </p:nvSpPr>
        <p:spPr/>
        <p:txBody>
          <a:bodyPr/>
          <a:lstStyle/>
          <a:p>
            <a:fld id="{F8E47D07-9D1E-4FE9-B31A-2F5863681021}" type="slidenum">
              <a:rPr lang="en-GB" smtClean="0"/>
              <a:pPr/>
              <a:t>10</a:t>
            </a:fld>
            <a:endParaRPr lang="en-GB"/>
          </a:p>
        </p:txBody>
      </p:sp>
      <p:sp>
        <p:nvSpPr>
          <p:cNvPr id="5" name="Title 4">
            <a:extLst>
              <a:ext uri="{FF2B5EF4-FFF2-40B4-BE49-F238E27FC236}">
                <a16:creationId xmlns:a16="http://schemas.microsoft.com/office/drawing/2014/main" id="{A610CA0D-47D5-D9C7-02FC-EC8A196D8B0A}"/>
              </a:ext>
            </a:extLst>
          </p:cNvPr>
          <p:cNvSpPr>
            <a:spLocks noGrp="1"/>
          </p:cNvSpPr>
          <p:nvPr>
            <p:ph type="title"/>
          </p:nvPr>
        </p:nvSpPr>
        <p:spPr/>
        <p:txBody>
          <a:bodyPr/>
          <a:lstStyle/>
          <a:p>
            <a:endParaRPr lang="en-IN" dirty="0"/>
          </a:p>
        </p:txBody>
      </p:sp>
      <p:sp>
        <p:nvSpPr>
          <p:cNvPr id="6" name="Content Placeholder 5">
            <a:extLst>
              <a:ext uri="{FF2B5EF4-FFF2-40B4-BE49-F238E27FC236}">
                <a16:creationId xmlns:a16="http://schemas.microsoft.com/office/drawing/2014/main" id="{DF1C8018-CD8D-1200-ECF6-D97E81C04B8D}"/>
              </a:ext>
            </a:extLst>
          </p:cNvPr>
          <p:cNvSpPr>
            <a:spLocks noGrp="1"/>
          </p:cNvSpPr>
          <p:nvPr>
            <p:ph sz="quarter" idx="112"/>
          </p:nvPr>
        </p:nvSpPr>
        <p:spPr/>
        <p:txBody>
          <a:bodyPr/>
          <a:lstStyle/>
          <a:p>
            <a:pPr marL="0" indent="0">
              <a:buNone/>
            </a:pPr>
            <a:r>
              <a:rPr lang="en-GB" sz="1700" dirty="0"/>
              <a:t>Tier 0- Form-Scoped Match</a:t>
            </a:r>
          </a:p>
          <a:p>
            <a:pPr marL="0" indent="0">
              <a:buNone/>
            </a:pPr>
            <a:r>
              <a:rPr lang="en-GB" sz="1700" dirty="0"/>
              <a:t>The engine reads the form code from the PDF page header, scopes down to only that form's valid mappings from the knowledge base and matches the field label.  </a:t>
            </a:r>
          </a:p>
          <a:p>
            <a:pPr marL="0" indent="0">
              <a:buNone/>
            </a:pPr>
            <a:endParaRPr lang="en-GB" sz="1700" dirty="0"/>
          </a:p>
          <a:p>
            <a:pPr marL="0" indent="0">
              <a:buNone/>
            </a:pPr>
            <a:r>
              <a:rPr lang="en-GB" sz="1700" dirty="0"/>
              <a:t>Tier 1- NOT SUBMITTED Classification</a:t>
            </a:r>
          </a:p>
          <a:p>
            <a:pPr marL="0" indent="0">
              <a:buNone/>
            </a:pPr>
            <a:r>
              <a:rPr lang="en-GB" sz="1700" dirty="0"/>
              <a:t>Catches fields that should never map to SDTM — e.g., "Field created for RSG to calculate height" → marked NOT SUBMITTED instead of forcing a wrong mapping. </a:t>
            </a:r>
          </a:p>
          <a:p>
            <a:pPr marL="0" indent="0" algn="ctr">
              <a:buNone/>
            </a:pPr>
            <a:r>
              <a:rPr lang="en-IN" sz="1800" dirty="0" err="1">
                <a:hlinkClick r:id="rId2"/>
              </a:rPr>
              <a:t>not_submitted_tree</a:t>
            </a:r>
            <a:r>
              <a:rPr lang="en-IN" sz="1800" dirty="0">
                <a:hlinkClick r:id="rId2"/>
              </a:rPr>
              <a:t> .</a:t>
            </a:r>
            <a:r>
              <a:rPr lang="en-IN" sz="1800" dirty="0" err="1">
                <a:hlinkClick r:id="rId2"/>
              </a:rPr>
              <a:t>png</a:t>
            </a:r>
            <a:r>
              <a:rPr lang="en-IN" sz="1800" dirty="0"/>
              <a:t> </a:t>
            </a:r>
            <a:endParaRPr lang="en-GB" sz="1700" dirty="0"/>
          </a:p>
          <a:p>
            <a:pPr marL="0" indent="0">
              <a:buNone/>
            </a:pPr>
            <a:r>
              <a:rPr lang="en-GB" sz="1700" dirty="0"/>
              <a:t>Tier 2- Cross-Module Fuzzy Match</a:t>
            </a:r>
          </a:p>
          <a:p>
            <a:pPr marL="0" indent="0">
              <a:buNone/>
            </a:pPr>
            <a:r>
              <a:rPr lang="en-GB" sz="1700" dirty="0"/>
              <a:t>For fields unresolved within their form scope, searches broadly across all spec modules. Only accepts matches above confidence threshold — if uncertain, leaves it unannotated so the programmer knows exactly what needs manual attention.</a:t>
            </a:r>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IN" dirty="0"/>
          </a:p>
        </p:txBody>
      </p:sp>
      <p:sp>
        <p:nvSpPr>
          <p:cNvPr id="9" name="Rectangle 1">
            <a:extLst>
              <a:ext uri="{FF2B5EF4-FFF2-40B4-BE49-F238E27FC236}">
                <a16:creationId xmlns:a16="http://schemas.microsoft.com/office/drawing/2014/main" id="{E8CE16FF-BE20-C528-9C69-5AF6FC8EA276}"/>
              </a:ext>
            </a:extLst>
          </p:cNvPr>
          <p:cNvSpPr>
            <a:spLocks noChangeArrowheads="1"/>
          </p:cNvSpPr>
          <p:nvPr/>
        </p:nvSpPr>
        <p:spPr bwMode="auto">
          <a:xfrm>
            <a:off x="4404732" y="253132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hlinkClick r:id="rId3"/>
              </a:rPr>
              <a:t>az_spec_tree.png</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915153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016116-30EF-7130-8D63-9FC92D99AF34}"/>
              </a:ext>
            </a:extLst>
          </p:cNvPr>
          <p:cNvSpPr>
            <a:spLocks noGrp="1"/>
          </p:cNvSpPr>
          <p:nvPr>
            <p:ph type="sldNum" sz="quarter" idx="22"/>
          </p:nvPr>
        </p:nvSpPr>
        <p:spPr/>
        <p:txBody>
          <a:bodyPr/>
          <a:lstStyle/>
          <a:p>
            <a:fld id="{F8E47D07-9D1E-4FE9-B31A-2F5863681021}" type="slidenum">
              <a:rPr lang="en-GB" smtClean="0"/>
              <a:pPr/>
              <a:t>11</a:t>
            </a:fld>
            <a:endParaRPr lang="en-GB"/>
          </a:p>
        </p:txBody>
      </p:sp>
      <p:sp>
        <p:nvSpPr>
          <p:cNvPr id="5" name="Title 4">
            <a:extLst>
              <a:ext uri="{FF2B5EF4-FFF2-40B4-BE49-F238E27FC236}">
                <a16:creationId xmlns:a16="http://schemas.microsoft.com/office/drawing/2014/main" id="{A5CFA673-BB4C-EA18-A78B-C0A226995CF7}"/>
              </a:ext>
            </a:extLst>
          </p:cNvPr>
          <p:cNvSpPr>
            <a:spLocks noGrp="1"/>
          </p:cNvSpPr>
          <p:nvPr>
            <p:ph type="title"/>
          </p:nvPr>
        </p:nvSpPr>
        <p:spPr>
          <a:xfrm>
            <a:off x="140277" y="354842"/>
            <a:ext cx="10972800" cy="914401"/>
          </a:xfrm>
        </p:spPr>
        <p:txBody>
          <a:bodyPr/>
          <a:lstStyle/>
          <a:p>
            <a:r>
              <a:rPr lang="en-GB" dirty="0"/>
              <a:t>Resolution in Forms</a:t>
            </a:r>
            <a:endParaRPr lang="en-IN" dirty="0"/>
          </a:p>
        </p:txBody>
      </p:sp>
      <p:pic>
        <p:nvPicPr>
          <p:cNvPr id="8" name="Picture 7">
            <a:extLst>
              <a:ext uri="{FF2B5EF4-FFF2-40B4-BE49-F238E27FC236}">
                <a16:creationId xmlns:a16="http://schemas.microsoft.com/office/drawing/2014/main" id="{8A14CEC2-E411-EC71-7AA4-AAF62CF127F7}"/>
              </a:ext>
            </a:extLst>
          </p:cNvPr>
          <p:cNvPicPr>
            <a:picLocks noChangeAspect="1"/>
          </p:cNvPicPr>
          <p:nvPr/>
        </p:nvPicPr>
        <p:blipFill>
          <a:blip r:embed="rId2"/>
          <a:stretch>
            <a:fillRect/>
          </a:stretch>
        </p:blipFill>
        <p:spPr>
          <a:xfrm>
            <a:off x="0" y="1348696"/>
            <a:ext cx="4479186" cy="5441795"/>
          </a:xfrm>
          <a:prstGeom prst="rect">
            <a:avLst/>
          </a:prstGeom>
        </p:spPr>
      </p:pic>
      <p:pic>
        <p:nvPicPr>
          <p:cNvPr id="10" name="Picture 9">
            <a:extLst>
              <a:ext uri="{FF2B5EF4-FFF2-40B4-BE49-F238E27FC236}">
                <a16:creationId xmlns:a16="http://schemas.microsoft.com/office/drawing/2014/main" id="{82526129-42E5-BD2D-0F56-977AA6628ED9}"/>
              </a:ext>
            </a:extLst>
          </p:cNvPr>
          <p:cNvPicPr>
            <a:picLocks noChangeAspect="1"/>
          </p:cNvPicPr>
          <p:nvPr/>
        </p:nvPicPr>
        <p:blipFill>
          <a:blip r:embed="rId3"/>
          <a:stretch>
            <a:fillRect/>
          </a:stretch>
        </p:blipFill>
        <p:spPr>
          <a:xfrm>
            <a:off x="4479186" y="201881"/>
            <a:ext cx="4320430" cy="6858000"/>
          </a:xfrm>
          <a:prstGeom prst="rect">
            <a:avLst/>
          </a:prstGeom>
        </p:spPr>
      </p:pic>
      <p:pic>
        <p:nvPicPr>
          <p:cNvPr id="12" name="Picture 11">
            <a:extLst>
              <a:ext uri="{FF2B5EF4-FFF2-40B4-BE49-F238E27FC236}">
                <a16:creationId xmlns:a16="http://schemas.microsoft.com/office/drawing/2014/main" id="{64E1C400-ECFD-6039-DC02-7E84F4FB0E39}"/>
              </a:ext>
            </a:extLst>
          </p:cNvPr>
          <p:cNvPicPr>
            <a:picLocks noChangeAspect="1"/>
          </p:cNvPicPr>
          <p:nvPr/>
        </p:nvPicPr>
        <p:blipFill>
          <a:blip r:embed="rId4"/>
          <a:stretch>
            <a:fillRect/>
          </a:stretch>
        </p:blipFill>
        <p:spPr>
          <a:xfrm>
            <a:off x="8799616" y="1269243"/>
            <a:ext cx="4626923" cy="5600700"/>
          </a:xfrm>
          <a:prstGeom prst="rect">
            <a:avLst/>
          </a:prstGeom>
        </p:spPr>
      </p:pic>
    </p:spTree>
    <p:extLst>
      <p:ext uri="{BB962C8B-B14F-4D97-AF65-F5344CB8AC3E}">
        <p14:creationId xmlns:p14="http://schemas.microsoft.com/office/powerpoint/2010/main" val="12533671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C4054-55DF-9B43-5348-7E7DAF14119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C507868-403D-6799-47B0-06497348CE53}"/>
              </a:ext>
            </a:extLst>
          </p:cNvPr>
          <p:cNvSpPr>
            <a:spLocks noGrp="1"/>
          </p:cNvSpPr>
          <p:nvPr>
            <p:ph type="sldNum" sz="quarter" idx="22"/>
          </p:nvPr>
        </p:nvSpPr>
        <p:spPr/>
        <p:txBody>
          <a:bodyPr/>
          <a:lstStyle/>
          <a:p>
            <a:fld id="{F8E47D07-9D1E-4FE9-B31A-2F5863681021}" type="slidenum">
              <a:rPr lang="en-GB" smtClean="0"/>
              <a:pPr/>
              <a:t>12</a:t>
            </a:fld>
            <a:endParaRPr lang="en-GB"/>
          </a:p>
        </p:txBody>
      </p:sp>
      <p:sp>
        <p:nvSpPr>
          <p:cNvPr id="5" name="Title 4">
            <a:extLst>
              <a:ext uri="{FF2B5EF4-FFF2-40B4-BE49-F238E27FC236}">
                <a16:creationId xmlns:a16="http://schemas.microsoft.com/office/drawing/2014/main" id="{D8D73768-71DE-56EE-8AE6-52A593E76F98}"/>
              </a:ext>
            </a:extLst>
          </p:cNvPr>
          <p:cNvSpPr>
            <a:spLocks noGrp="1"/>
          </p:cNvSpPr>
          <p:nvPr>
            <p:ph type="title"/>
          </p:nvPr>
        </p:nvSpPr>
        <p:spPr>
          <a:xfrm>
            <a:off x="140277" y="354842"/>
            <a:ext cx="10972800" cy="914401"/>
          </a:xfrm>
        </p:spPr>
        <p:txBody>
          <a:bodyPr/>
          <a:lstStyle/>
          <a:p>
            <a:r>
              <a:rPr lang="en-GB" dirty="0"/>
              <a:t>Resolution in Forms</a:t>
            </a:r>
            <a:endParaRPr lang="en-IN" dirty="0"/>
          </a:p>
        </p:txBody>
      </p:sp>
      <p:pic>
        <p:nvPicPr>
          <p:cNvPr id="3" name="Picture 2">
            <a:extLst>
              <a:ext uri="{FF2B5EF4-FFF2-40B4-BE49-F238E27FC236}">
                <a16:creationId xmlns:a16="http://schemas.microsoft.com/office/drawing/2014/main" id="{BAD24BA6-D20F-4138-354C-F0F7B1D1D089}"/>
              </a:ext>
            </a:extLst>
          </p:cNvPr>
          <p:cNvPicPr>
            <a:picLocks noChangeAspect="1"/>
          </p:cNvPicPr>
          <p:nvPr/>
        </p:nvPicPr>
        <p:blipFill>
          <a:blip r:embed="rId2"/>
          <a:stretch>
            <a:fillRect/>
          </a:stretch>
        </p:blipFill>
        <p:spPr>
          <a:xfrm>
            <a:off x="7203858" y="0"/>
            <a:ext cx="5121706" cy="6858000"/>
          </a:xfrm>
          <a:prstGeom prst="rect">
            <a:avLst/>
          </a:prstGeom>
        </p:spPr>
      </p:pic>
      <p:pic>
        <p:nvPicPr>
          <p:cNvPr id="7" name="Picture 6">
            <a:extLst>
              <a:ext uri="{FF2B5EF4-FFF2-40B4-BE49-F238E27FC236}">
                <a16:creationId xmlns:a16="http://schemas.microsoft.com/office/drawing/2014/main" id="{29D4D5F7-0A57-066B-6CA1-4CDBB0D2E11C}"/>
              </a:ext>
            </a:extLst>
          </p:cNvPr>
          <p:cNvPicPr>
            <a:picLocks noChangeAspect="1"/>
          </p:cNvPicPr>
          <p:nvPr/>
        </p:nvPicPr>
        <p:blipFill>
          <a:blip r:embed="rId3"/>
          <a:stretch>
            <a:fillRect/>
          </a:stretch>
        </p:blipFill>
        <p:spPr>
          <a:xfrm>
            <a:off x="3010328" y="791110"/>
            <a:ext cx="4760195" cy="5855517"/>
          </a:xfrm>
          <a:prstGeom prst="rect">
            <a:avLst/>
          </a:prstGeom>
        </p:spPr>
      </p:pic>
      <p:pic>
        <p:nvPicPr>
          <p:cNvPr id="11" name="Picture 10">
            <a:extLst>
              <a:ext uri="{FF2B5EF4-FFF2-40B4-BE49-F238E27FC236}">
                <a16:creationId xmlns:a16="http://schemas.microsoft.com/office/drawing/2014/main" id="{965FA092-1249-BEAC-6C68-ACCD0C482D24}"/>
              </a:ext>
            </a:extLst>
          </p:cNvPr>
          <p:cNvPicPr>
            <a:picLocks noChangeAspect="1"/>
          </p:cNvPicPr>
          <p:nvPr/>
        </p:nvPicPr>
        <p:blipFill>
          <a:blip r:embed="rId4"/>
          <a:stretch>
            <a:fillRect/>
          </a:stretch>
        </p:blipFill>
        <p:spPr>
          <a:xfrm>
            <a:off x="-332226" y="1624085"/>
            <a:ext cx="3482983" cy="4797647"/>
          </a:xfrm>
          <a:prstGeom prst="rect">
            <a:avLst/>
          </a:prstGeom>
        </p:spPr>
      </p:pic>
    </p:spTree>
    <p:extLst>
      <p:ext uri="{BB962C8B-B14F-4D97-AF65-F5344CB8AC3E}">
        <p14:creationId xmlns:p14="http://schemas.microsoft.com/office/powerpoint/2010/main" val="22817912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8340292-43A5-2825-6523-C3681981D7D0}"/>
              </a:ext>
            </a:extLst>
          </p:cNvPr>
          <p:cNvSpPr>
            <a:spLocks noGrp="1"/>
          </p:cNvSpPr>
          <p:nvPr>
            <p:ph type="sldNum" sz="quarter" idx="22"/>
          </p:nvPr>
        </p:nvSpPr>
        <p:spPr/>
        <p:txBody>
          <a:bodyPr/>
          <a:lstStyle/>
          <a:p>
            <a:fld id="{F8E47D07-9D1E-4FE9-B31A-2F5863681021}" type="slidenum">
              <a:rPr lang="en-GB" smtClean="0"/>
              <a:pPr/>
              <a:t>13</a:t>
            </a:fld>
            <a:endParaRPr lang="en-GB"/>
          </a:p>
        </p:txBody>
      </p:sp>
      <p:sp>
        <p:nvSpPr>
          <p:cNvPr id="5" name="Title 4">
            <a:extLst>
              <a:ext uri="{FF2B5EF4-FFF2-40B4-BE49-F238E27FC236}">
                <a16:creationId xmlns:a16="http://schemas.microsoft.com/office/drawing/2014/main" id="{A820462C-CFEB-D1D0-EE38-E71D21BA009D}"/>
              </a:ext>
            </a:extLst>
          </p:cNvPr>
          <p:cNvSpPr>
            <a:spLocks noGrp="1"/>
          </p:cNvSpPr>
          <p:nvPr>
            <p:ph type="title"/>
          </p:nvPr>
        </p:nvSpPr>
        <p:spPr/>
        <p:txBody>
          <a:bodyPr/>
          <a:lstStyle/>
          <a:p>
            <a:r>
              <a:rPr lang="en-GB" dirty="0"/>
              <a:t>Technical Stack</a:t>
            </a:r>
            <a:endParaRPr lang="en-IN" dirty="0"/>
          </a:p>
        </p:txBody>
      </p:sp>
      <p:sp>
        <p:nvSpPr>
          <p:cNvPr id="6" name="Content Placeholder 5">
            <a:extLst>
              <a:ext uri="{FF2B5EF4-FFF2-40B4-BE49-F238E27FC236}">
                <a16:creationId xmlns:a16="http://schemas.microsoft.com/office/drawing/2014/main" id="{FA79F5FC-FC73-543B-DF96-C133C9A7CDE4}"/>
              </a:ext>
            </a:extLst>
          </p:cNvPr>
          <p:cNvSpPr>
            <a:spLocks noGrp="1"/>
          </p:cNvSpPr>
          <p:nvPr>
            <p:ph sz="quarter" idx="112"/>
          </p:nvPr>
        </p:nvSpPr>
        <p:spPr/>
        <p:txBody>
          <a:bodyPr/>
          <a:lstStyle/>
          <a:p>
            <a:r>
              <a:rPr lang="en-GB" sz="1700" b="1" dirty="0"/>
              <a:t>PDF Processing — </a:t>
            </a:r>
            <a:r>
              <a:rPr lang="en-GB" sz="1700" b="1" dirty="0" err="1"/>
              <a:t>PyMuPDF</a:t>
            </a:r>
            <a:r>
              <a:rPr lang="en-GB" sz="1700" dirty="0"/>
              <a:t> Reads and writes PDFs programmatically — extracts text with exact page coordinates, writes annotation boxes at precise positions. Same library handles both input parsing and output generation.</a:t>
            </a:r>
          </a:p>
          <a:p>
            <a:r>
              <a:rPr lang="en-GB" sz="1700" b="1"/>
              <a:t>Text Patterns </a:t>
            </a:r>
            <a:r>
              <a:rPr lang="en-GB" sz="1700" b="1" dirty="0"/>
              <a:t>— regex, </a:t>
            </a:r>
            <a:r>
              <a:rPr lang="en-GB" sz="1700" b="1" dirty="0" err="1"/>
              <a:t>difflib</a:t>
            </a:r>
            <a:r>
              <a:rPr lang="en-GB" sz="1700" b="1" dirty="0"/>
              <a:t>, </a:t>
            </a:r>
            <a:r>
              <a:rPr lang="en-GB" sz="1700" b="1" dirty="0" err="1"/>
              <a:t>functools</a:t>
            </a:r>
            <a:r>
              <a:rPr lang="en-GB" sz="1700" dirty="0"/>
              <a:t> Pattern recognition and fuzzy string matching for field label normalization, form detection, and cross-module resolution. Cached lookups for performance.</a:t>
            </a:r>
          </a:p>
          <a:p>
            <a:r>
              <a:rPr lang="en-GB" sz="1700" b="1" dirty="0"/>
              <a:t>Knowledge Base — </a:t>
            </a:r>
            <a:r>
              <a:rPr lang="en-GB" sz="1700" b="1" dirty="0" err="1"/>
              <a:t>openpyxl</a:t>
            </a:r>
            <a:r>
              <a:rPr lang="en-GB" sz="1700" b="1" dirty="0"/>
              <a:t>, </a:t>
            </a:r>
            <a:r>
              <a:rPr lang="en-GB" sz="1700" b="1" dirty="0" err="1"/>
              <a:t>json</a:t>
            </a:r>
            <a:r>
              <a:rPr lang="en-GB" sz="1700" b="1" dirty="0"/>
              <a:t>, </a:t>
            </a:r>
            <a:r>
              <a:rPr lang="en-GB" sz="1700" b="1" dirty="0" err="1"/>
              <a:t>pathlib</a:t>
            </a:r>
            <a:r>
              <a:rPr lang="en-GB" sz="1700" dirty="0"/>
              <a:t> Parses Excel specifications into structured JSON files indexed by form code — converts static documents into </a:t>
            </a:r>
            <a:r>
              <a:rPr lang="en-GB" sz="1700" dirty="0" err="1"/>
              <a:t>queryable</a:t>
            </a:r>
            <a:r>
              <a:rPr lang="en-GB" sz="1700" dirty="0"/>
              <a:t> knowledge that the resolver can search instantly.</a:t>
            </a:r>
          </a:p>
          <a:p>
            <a:r>
              <a:rPr lang="en-GB" sz="1700" b="1" dirty="0"/>
              <a:t>Vector Search — BGE-small-</a:t>
            </a:r>
            <a:r>
              <a:rPr lang="en-GB" sz="1700" b="1" dirty="0" err="1"/>
              <a:t>en</a:t>
            </a:r>
            <a:r>
              <a:rPr lang="en-GB" sz="1700" b="1" dirty="0"/>
              <a:t>, FAISS </a:t>
            </a:r>
            <a:r>
              <a:rPr lang="en-GB" sz="1700" dirty="0"/>
              <a:t>Sentence embeddings and similarity search — explored for semantic matching, retained in architecture for future enhancement.</a:t>
            </a:r>
          </a:p>
          <a:p>
            <a:r>
              <a:rPr lang="en-GB" sz="1700" b="1" dirty="0"/>
              <a:t>LLM — Qwen 0.6B via AZ Artifactory</a:t>
            </a:r>
            <a:r>
              <a:rPr lang="en-GB" sz="1700" dirty="0"/>
              <a:t> Locally-hosted language model from AZ-approved repository — explored for direct prompting, retained in architecture for future LLM-augmented disambiguation of complex fields.</a:t>
            </a:r>
          </a:p>
          <a:p>
            <a:r>
              <a:rPr lang="en-GB" sz="1700" b="1" dirty="0"/>
              <a:t>Runtime — Python 3.11+</a:t>
            </a:r>
            <a:r>
              <a:rPr lang="en-GB" sz="1700" dirty="0"/>
              <a:t> Runs fully offline, no external API dependencies at runtime. Structured logging and full traceability for regulated environments.</a:t>
            </a:r>
          </a:p>
          <a:p>
            <a:pPr marL="0" indent="0">
              <a:buNone/>
            </a:pPr>
            <a:br>
              <a:rPr lang="en-GB" dirty="0"/>
            </a:br>
            <a:endParaRPr lang="en-IN" dirty="0"/>
          </a:p>
        </p:txBody>
      </p:sp>
    </p:spTree>
    <p:extLst>
      <p:ext uri="{BB962C8B-B14F-4D97-AF65-F5344CB8AC3E}">
        <p14:creationId xmlns:p14="http://schemas.microsoft.com/office/powerpoint/2010/main" val="40569851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AED897D-CC98-674B-C5CF-090557B8F8FF}"/>
              </a:ext>
            </a:extLst>
          </p:cNvPr>
          <p:cNvSpPr>
            <a:spLocks noGrp="1"/>
          </p:cNvSpPr>
          <p:nvPr>
            <p:ph type="sldNum" sz="quarter" idx="22"/>
          </p:nvPr>
        </p:nvSpPr>
        <p:spPr/>
        <p:txBody>
          <a:bodyPr/>
          <a:lstStyle/>
          <a:p>
            <a:fld id="{F8E47D07-9D1E-4FE9-B31A-2F5863681021}" type="slidenum">
              <a:rPr lang="en-GB" smtClean="0"/>
              <a:pPr/>
              <a:t>14</a:t>
            </a:fld>
            <a:endParaRPr lang="en-GB"/>
          </a:p>
        </p:txBody>
      </p:sp>
      <p:sp>
        <p:nvSpPr>
          <p:cNvPr id="5" name="Title 4">
            <a:extLst>
              <a:ext uri="{FF2B5EF4-FFF2-40B4-BE49-F238E27FC236}">
                <a16:creationId xmlns:a16="http://schemas.microsoft.com/office/drawing/2014/main" id="{0016C022-CD96-6C72-98E2-7919EAD7F89C}"/>
              </a:ext>
            </a:extLst>
          </p:cNvPr>
          <p:cNvSpPr>
            <a:spLocks noGrp="1"/>
          </p:cNvSpPr>
          <p:nvPr>
            <p:ph type="title"/>
          </p:nvPr>
        </p:nvSpPr>
        <p:spPr>
          <a:xfrm>
            <a:off x="383569" y="405785"/>
            <a:ext cx="10972800" cy="914401"/>
          </a:xfrm>
        </p:spPr>
        <p:txBody>
          <a:bodyPr/>
          <a:lstStyle/>
          <a:p>
            <a:r>
              <a:rPr lang="en-GB" dirty="0"/>
              <a:t>Output Quality and Metrics</a:t>
            </a:r>
            <a:endParaRPr lang="en-IN" dirty="0"/>
          </a:p>
        </p:txBody>
      </p:sp>
      <p:sp>
        <p:nvSpPr>
          <p:cNvPr id="6" name="Content Placeholder 5">
            <a:extLst>
              <a:ext uri="{FF2B5EF4-FFF2-40B4-BE49-F238E27FC236}">
                <a16:creationId xmlns:a16="http://schemas.microsoft.com/office/drawing/2014/main" id="{4E3118F7-2EF8-DFF6-7A2B-812194B7509C}"/>
              </a:ext>
            </a:extLst>
          </p:cNvPr>
          <p:cNvSpPr>
            <a:spLocks noGrp="1"/>
          </p:cNvSpPr>
          <p:nvPr>
            <p:ph sz="quarter" idx="112"/>
          </p:nvPr>
        </p:nvSpPr>
        <p:spPr>
          <a:xfrm>
            <a:off x="383569" y="1176641"/>
            <a:ext cx="6890535" cy="4730749"/>
          </a:xfrm>
        </p:spPr>
        <p:txBody>
          <a:bodyPr/>
          <a:lstStyle/>
          <a:p>
            <a:pPr marL="0" indent="0">
              <a:buNone/>
            </a:pPr>
            <a:r>
              <a:rPr lang="en-IN" sz="1600" b="1" dirty="0"/>
              <a:t>Visual Output</a:t>
            </a:r>
            <a:r>
              <a:rPr lang="en-IN" sz="1600" dirty="0"/>
              <a:t> Colour-coded annotation boxes by domain class, dataset headers per page, </a:t>
            </a:r>
            <a:r>
              <a:rPr lang="en-IN" sz="1600" dirty="0" err="1"/>
              <a:t>codelist</a:t>
            </a:r>
            <a:r>
              <a:rPr lang="en-IN" sz="1600" dirty="0"/>
              <a:t> codes in parentheses, PDF bookmarks for navigation – acceptable first draft quality</a:t>
            </a:r>
          </a:p>
          <a:p>
            <a:pPr marL="0" indent="0">
              <a:buNone/>
            </a:pPr>
            <a:r>
              <a:rPr lang="en-GB" sz="1600" b="1" dirty="0"/>
              <a:t>How confidence is assigned</a:t>
            </a:r>
            <a:endParaRPr lang="en-GB" sz="1600" dirty="0"/>
          </a:p>
          <a:p>
            <a:pPr>
              <a:spcBef>
                <a:spcPts val="0"/>
              </a:spcBef>
            </a:pPr>
            <a:r>
              <a:rPr lang="en-GB" sz="1600" b="1" dirty="0"/>
              <a:t>Tier 0</a:t>
            </a:r>
            <a:r>
              <a:rPr lang="en-GB" sz="1600" dirty="0"/>
              <a:t> (form-scoped spec match): 0.98 — field label matched directly against a spec entry within the correct form scope. High confidence because the match is exact and context-verified.</a:t>
            </a:r>
          </a:p>
          <a:p>
            <a:pPr>
              <a:spcBef>
                <a:spcPts val="0"/>
              </a:spcBef>
            </a:pPr>
            <a:r>
              <a:rPr lang="en-GB" sz="1600" b="1" dirty="0"/>
              <a:t>Tier 1</a:t>
            </a:r>
            <a:r>
              <a:rPr lang="en-GB" sz="1600" dirty="0"/>
              <a:t> (NOT SUBMITTED): 0.99 — field matched a known system/helper pattern. Near-certain because these patterns are explicit and unambiguous.</a:t>
            </a:r>
          </a:p>
          <a:p>
            <a:pPr>
              <a:spcBef>
                <a:spcPts val="0"/>
              </a:spcBef>
            </a:pPr>
            <a:r>
              <a:rPr lang="en-GB" sz="1600" b="1" dirty="0"/>
              <a:t>Tier 2</a:t>
            </a:r>
            <a:r>
              <a:rPr lang="en-GB" sz="1600" dirty="0"/>
              <a:t> (cross-module): Variable (0.85–0.95) — based on string similarity ratio between CRF label and best matching spec label. Higher similarity = higher confidence. Only accepted above threshold.</a:t>
            </a:r>
          </a:p>
          <a:p>
            <a:pPr marL="0" indent="0">
              <a:buNone/>
            </a:pPr>
            <a:r>
              <a:rPr lang="en-GB" sz="1600" b="1" dirty="0"/>
              <a:t>How metrics are calculated</a:t>
            </a:r>
            <a:endParaRPr lang="en-GB" sz="1600" dirty="0"/>
          </a:p>
          <a:p>
            <a:pPr>
              <a:spcBef>
                <a:spcPts val="0"/>
              </a:spcBef>
            </a:pPr>
            <a:r>
              <a:rPr lang="en-GB" sz="1600" dirty="0"/>
              <a:t>Resolution rate: fields that received an annotation ÷ total data-carrying fields</a:t>
            </a:r>
          </a:p>
          <a:p>
            <a:pPr>
              <a:spcBef>
                <a:spcPts val="0"/>
              </a:spcBef>
            </a:pPr>
            <a:r>
              <a:rPr lang="en-GB" sz="1600" dirty="0"/>
              <a:t>Confidence: score assigned by the tier that resolved it — averaged across all resolved fields</a:t>
            </a:r>
          </a:p>
          <a:p>
            <a:pPr>
              <a:spcBef>
                <a:spcPts val="0"/>
              </a:spcBef>
            </a:pPr>
            <a:r>
              <a:rPr lang="en-GB" sz="1600" dirty="0"/>
              <a:t>Form coverage: forms where every field was resolved ÷ total forms</a:t>
            </a:r>
          </a:p>
          <a:p>
            <a:endParaRPr lang="en-IN" sz="1600" dirty="0"/>
          </a:p>
        </p:txBody>
      </p:sp>
      <p:pic>
        <p:nvPicPr>
          <p:cNvPr id="8" name="Picture 7">
            <a:extLst>
              <a:ext uri="{FF2B5EF4-FFF2-40B4-BE49-F238E27FC236}">
                <a16:creationId xmlns:a16="http://schemas.microsoft.com/office/drawing/2014/main" id="{B8D87F38-0BA7-DE2D-951F-CB512B30C186}"/>
              </a:ext>
            </a:extLst>
          </p:cNvPr>
          <p:cNvPicPr>
            <a:picLocks noChangeAspect="1"/>
          </p:cNvPicPr>
          <p:nvPr/>
        </p:nvPicPr>
        <p:blipFill>
          <a:blip r:embed="rId2"/>
          <a:stretch>
            <a:fillRect/>
          </a:stretch>
        </p:blipFill>
        <p:spPr>
          <a:xfrm>
            <a:off x="7377060" y="1756881"/>
            <a:ext cx="4814940" cy="3038956"/>
          </a:xfrm>
          <a:prstGeom prst="rect">
            <a:avLst/>
          </a:prstGeom>
        </p:spPr>
      </p:pic>
    </p:spTree>
    <p:extLst>
      <p:ext uri="{BB962C8B-B14F-4D97-AF65-F5344CB8AC3E}">
        <p14:creationId xmlns:p14="http://schemas.microsoft.com/office/powerpoint/2010/main" val="5410283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C5C0999-79B3-FBE4-BF22-692A6B232FC4}"/>
              </a:ext>
            </a:extLst>
          </p:cNvPr>
          <p:cNvSpPr>
            <a:spLocks noGrp="1"/>
          </p:cNvSpPr>
          <p:nvPr>
            <p:ph type="sldNum" sz="quarter" idx="22"/>
          </p:nvPr>
        </p:nvSpPr>
        <p:spPr/>
        <p:txBody>
          <a:bodyPr/>
          <a:lstStyle/>
          <a:p>
            <a:fld id="{F8E47D07-9D1E-4FE9-B31A-2F5863681021}" type="slidenum">
              <a:rPr lang="en-GB" smtClean="0"/>
              <a:pPr/>
              <a:t>15</a:t>
            </a:fld>
            <a:endParaRPr lang="en-GB"/>
          </a:p>
        </p:txBody>
      </p:sp>
      <p:sp>
        <p:nvSpPr>
          <p:cNvPr id="5" name="Title 4">
            <a:extLst>
              <a:ext uri="{FF2B5EF4-FFF2-40B4-BE49-F238E27FC236}">
                <a16:creationId xmlns:a16="http://schemas.microsoft.com/office/drawing/2014/main" id="{E29E23D0-8074-80D3-EEEC-3401DDAC3C66}"/>
              </a:ext>
            </a:extLst>
          </p:cNvPr>
          <p:cNvSpPr>
            <a:spLocks noGrp="1"/>
          </p:cNvSpPr>
          <p:nvPr>
            <p:ph type="title"/>
          </p:nvPr>
        </p:nvSpPr>
        <p:spPr/>
        <p:txBody>
          <a:bodyPr/>
          <a:lstStyle/>
          <a:p>
            <a:r>
              <a:rPr lang="en-GB" dirty="0"/>
              <a:t>Summary and Next Steps</a:t>
            </a:r>
            <a:endParaRPr lang="en-IN" dirty="0"/>
          </a:p>
        </p:txBody>
      </p:sp>
      <p:sp>
        <p:nvSpPr>
          <p:cNvPr id="6" name="Content Placeholder 5">
            <a:extLst>
              <a:ext uri="{FF2B5EF4-FFF2-40B4-BE49-F238E27FC236}">
                <a16:creationId xmlns:a16="http://schemas.microsoft.com/office/drawing/2014/main" id="{011E7778-DEDF-D809-73BF-E5F2A846897E}"/>
              </a:ext>
            </a:extLst>
          </p:cNvPr>
          <p:cNvSpPr>
            <a:spLocks noGrp="1"/>
          </p:cNvSpPr>
          <p:nvPr>
            <p:ph sz="quarter" idx="112"/>
          </p:nvPr>
        </p:nvSpPr>
        <p:spPr/>
        <p:txBody>
          <a:bodyPr/>
          <a:lstStyle/>
          <a:p>
            <a:r>
              <a:rPr lang="en-GB" sz="1600" b="1" dirty="0"/>
              <a:t>Strongest performing domains </a:t>
            </a:r>
            <a:r>
              <a:rPr lang="en-GB" sz="1600" dirty="0"/>
              <a:t>AE, VS, PR, LB, CM, EG, MH, DM, IE, SV — all at 98% confidence, covering the bulk of standard clinical trial forms</a:t>
            </a:r>
          </a:p>
          <a:p>
            <a:r>
              <a:rPr lang="en-GB" sz="1600" b="1" dirty="0"/>
              <a:t>Refinement areas</a:t>
            </a:r>
            <a:endParaRPr lang="en-GB" sz="1600" dirty="0"/>
          </a:p>
          <a:p>
            <a:r>
              <a:rPr lang="en-GB" sz="1600" dirty="0"/>
              <a:t>Gating questions (Yes/No fields that trigger a form section) occasionally map to the topic variable instead of being marked NOT SUBMITTED — requires study-level context to distinguish</a:t>
            </a:r>
          </a:p>
          <a:p>
            <a:r>
              <a:rPr lang="en-GB" sz="1600" dirty="0"/>
              <a:t>Supplemental qualifier assignments (SUPP-- variables) need additional specification detail for fields like "Reason not performed" and processing date/time fields</a:t>
            </a:r>
          </a:p>
          <a:p>
            <a:r>
              <a:rPr lang="en-GB" sz="1600" dirty="0"/>
              <a:t>Duplicate variable assignments on forms where one label serves two purposes (e.g., coded result vs free-text reason) — resolvable with field-type awareness</a:t>
            </a:r>
          </a:p>
          <a:p>
            <a:r>
              <a:rPr lang="en-GB" sz="1600" dirty="0"/>
              <a:t>Multi-domain forms (EXACATE, INFSS, LIVERSS) where the same field could belong to CE, FA, or MH — needs protocol context to disambiguate</a:t>
            </a:r>
          </a:p>
          <a:p>
            <a:endParaRPr lang="en-IN" dirty="0"/>
          </a:p>
        </p:txBody>
      </p:sp>
    </p:spTree>
    <p:extLst>
      <p:ext uri="{BB962C8B-B14F-4D97-AF65-F5344CB8AC3E}">
        <p14:creationId xmlns:p14="http://schemas.microsoft.com/office/powerpoint/2010/main" val="12332518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FD3E5E3-5E02-7422-EEEB-555E9F7A460F}"/>
              </a:ext>
            </a:extLst>
          </p:cNvPr>
          <p:cNvSpPr>
            <a:spLocks noGrp="1"/>
          </p:cNvSpPr>
          <p:nvPr>
            <p:ph type="sldNum" sz="quarter" idx="22"/>
          </p:nvPr>
        </p:nvSpPr>
        <p:spPr/>
        <p:txBody>
          <a:bodyPr/>
          <a:lstStyle/>
          <a:p>
            <a:fld id="{F8E47D07-9D1E-4FE9-B31A-2F5863681021}" type="slidenum">
              <a:rPr lang="en-GB" smtClean="0"/>
              <a:pPr/>
              <a:t>16</a:t>
            </a:fld>
            <a:endParaRPr lang="en-GB"/>
          </a:p>
        </p:txBody>
      </p:sp>
      <p:sp>
        <p:nvSpPr>
          <p:cNvPr id="5" name="Title 4">
            <a:extLst>
              <a:ext uri="{FF2B5EF4-FFF2-40B4-BE49-F238E27FC236}">
                <a16:creationId xmlns:a16="http://schemas.microsoft.com/office/drawing/2014/main" id="{56A4D38C-1B70-BB09-E9E9-DF0F2F84DD90}"/>
              </a:ext>
            </a:extLst>
          </p:cNvPr>
          <p:cNvSpPr>
            <a:spLocks noGrp="1"/>
          </p:cNvSpPr>
          <p:nvPr>
            <p:ph type="title"/>
          </p:nvPr>
        </p:nvSpPr>
        <p:spPr/>
        <p:txBody>
          <a:bodyPr/>
          <a:lstStyle/>
          <a:p>
            <a:r>
              <a:rPr lang="en-GB" dirty="0"/>
              <a:t>Future Enhancements</a:t>
            </a:r>
            <a:endParaRPr lang="en-IN" dirty="0"/>
          </a:p>
        </p:txBody>
      </p:sp>
      <p:sp>
        <p:nvSpPr>
          <p:cNvPr id="6" name="Content Placeholder 5">
            <a:extLst>
              <a:ext uri="{FF2B5EF4-FFF2-40B4-BE49-F238E27FC236}">
                <a16:creationId xmlns:a16="http://schemas.microsoft.com/office/drawing/2014/main" id="{54545DA5-88D1-508C-CCB4-D45FF3EEE606}"/>
              </a:ext>
            </a:extLst>
          </p:cNvPr>
          <p:cNvSpPr>
            <a:spLocks noGrp="1"/>
          </p:cNvSpPr>
          <p:nvPr>
            <p:ph sz="quarter" idx="112"/>
          </p:nvPr>
        </p:nvSpPr>
        <p:spPr>
          <a:xfrm>
            <a:off x="609600" y="1180762"/>
            <a:ext cx="10972800" cy="4730749"/>
          </a:xfrm>
        </p:spPr>
        <p:txBody>
          <a:bodyPr/>
          <a:lstStyle/>
          <a:p>
            <a:pPr marL="0" indent="0">
              <a:buNone/>
            </a:pPr>
            <a:r>
              <a:rPr lang="en-GB" sz="1600" dirty="0"/>
              <a:t>LLMs will serve as a supplementary tier for the ~10% of fields the specification-driven engine leaves unresolved — complex multi-domain forms (EXACATE, INFSS) where disambiguation requires study protocol context. The current resolution core remains unchanged; LLM only handles what specification matching cannot.</a:t>
            </a:r>
          </a:p>
          <a:p>
            <a:pPr marL="0" indent="0">
              <a:buNone/>
            </a:pPr>
            <a:r>
              <a:rPr lang="en-GB" sz="1600" b="1" dirty="0"/>
              <a:t>Planned Use Cases</a:t>
            </a:r>
            <a:endParaRPr lang="en-GB" sz="1600" dirty="0"/>
          </a:p>
          <a:p>
            <a:pPr>
              <a:spcBef>
                <a:spcPts val="0"/>
              </a:spcBef>
            </a:pPr>
            <a:r>
              <a:rPr lang="en-GB" sz="1600" dirty="0"/>
              <a:t>Disambiguation of fields spanning multiple domains (e.g., "Shortness of Breath" → CE or FA?)</a:t>
            </a:r>
          </a:p>
          <a:p>
            <a:pPr>
              <a:spcBef>
                <a:spcPts val="0"/>
              </a:spcBef>
            </a:pPr>
            <a:r>
              <a:rPr lang="en-GB" sz="1600" dirty="0"/>
              <a:t>MedDRA dictionary field resolution using contextual inference</a:t>
            </a:r>
          </a:p>
          <a:p>
            <a:pPr>
              <a:spcBef>
                <a:spcPts val="0"/>
              </a:spcBef>
            </a:pPr>
            <a:r>
              <a:rPr lang="en-GB" sz="1600" dirty="0"/>
              <a:t>Quality check — LLM as a second opinion on low-confidence Tier 2 matches</a:t>
            </a:r>
          </a:p>
          <a:p>
            <a:r>
              <a:rPr lang="en-GB" sz="1600" b="1" dirty="0"/>
              <a:t>Broader Roadmap</a:t>
            </a:r>
            <a:endParaRPr lang="en-GB" sz="1600" dirty="0"/>
          </a:p>
          <a:p>
            <a:r>
              <a:rPr lang="en-GB" sz="1600" dirty="0"/>
              <a:t>Multi-study pattern learning — as more studies run through the tool, the knowledge base grows</a:t>
            </a:r>
          </a:p>
          <a:p>
            <a:r>
              <a:rPr lang="en-GB" sz="1600" dirty="0"/>
              <a:t>Direct integration with EDC system exports for streamlined input</a:t>
            </a:r>
          </a:p>
          <a:p>
            <a:r>
              <a:rPr lang="en-GB" sz="1600" dirty="0"/>
              <a:t>Architecture ready to connect to AZ-approved LLM API endpoint when access is available</a:t>
            </a:r>
          </a:p>
          <a:p>
            <a:r>
              <a:rPr lang="en-GB" sz="1600" dirty="0"/>
              <a:t>Projected resolution: 97–99% with LLM handling remaining edge cases</a:t>
            </a:r>
          </a:p>
          <a:p>
            <a:endParaRPr lang="en-IN" dirty="0"/>
          </a:p>
        </p:txBody>
      </p:sp>
    </p:spTree>
    <p:extLst>
      <p:ext uri="{BB962C8B-B14F-4D97-AF65-F5344CB8AC3E}">
        <p14:creationId xmlns:p14="http://schemas.microsoft.com/office/powerpoint/2010/main" val="34134094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B5F18C-0BAA-F06E-2CD0-D3EF16F24BE1}"/>
              </a:ext>
            </a:extLst>
          </p:cNvPr>
          <p:cNvSpPr>
            <a:spLocks noGrp="1"/>
          </p:cNvSpPr>
          <p:nvPr>
            <p:ph type="dt" sz="half" idx="10"/>
          </p:nvPr>
        </p:nvSpPr>
        <p:spPr/>
        <p:txBody>
          <a:bodyPr/>
          <a:lstStyle/>
          <a:p>
            <a:endParaRPr lang="en-GB"/>
          </a:p>
        </p:txBody>
      </p:sp>
      <p:sp>
        <p:nvSpPr>
          <p:cNvPr id="3" name="Slide Number Placeholder 2">
            <a:extLst>
              <a:ext uri="{FF2B5EF4-FFF2-40B4-BE49-F238E27FC236}">
                <a16:creationId xmlns:a16="http://schemas.microsoft.com/office/drawing/2014/main" id="{78D3DDF2-446C-B247-40CE-F370408A1F50}"/>
              </a:ext>
            </a:extLst>
          </p:cNvPr>
          <p:cNvSpPr>
            <a:spLocks noGrp="1"/>
          </p:cNvSpPr>
          <p:nvPr>
            <p:ph type="sldNum" sz="quarter" idx="12"/>
          </p:nvPr>
        </p:nvSpPr>
        <p:spPr/>
        <p:txBody>
          <a:bodyPr/>
          <a:lstStyle/>
          <a:p>
            <a:fld id="{F8E47D07-9D1E-4FE9-B31A-2F5863681021}" type="slidenum">
              <a:rPr lang="en-GB" smtClean="0"/>
              <a:pPr/>
              <a:t>17</a:t>
            </a:fld>
            <a:endParaRPr lang="en-GB"/>
          </a:p>
        </p:txBody>
      </p:sp>
    </p:spTree>
    <p:custDataLst>
      <p:tags r:id="rId1"/>
    </p:custDataLst>
    <p:extLst>
      <p:ext uri="{BB962C8B-B14F-4D97-AF65-F5344CB8AC3E}">
        <p14:creationId xmlns:p14="http://schemas.microsoft.com/office/powerpoint/2010/main" val="380400205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ASTRAZENECA STANDARD TEMPLATE" val="EvVFCk6W"/>
  <p:tag name="ARTICULATE_DESIGN_ID_1_ASTRAZENECA STANDARD TEMPLATE" val="kGJp0GDe"/>
  <p:tag name="ARTICULATE_DESIGN_ID_ALTERNATIVE LAYOUTS" val="Bt42LpTg"/>
  <p:tag name="ARTICULATE_DESIGN_ID_1_ALTERNATIVE LAYOUTS" val="Pu40bbUa"/>
  <p:tag name="ARTICULATE_DESIGN_ID_AGENDAS" val="ut6QGGsg"/>
  <p:tag name="ARTICULATE_DESIGN_ID_1_AGENDAS" val="zZqOLfMe"/>
  <p:tag name="ARTICULATE_DESIGN_ID_KEY MESSAGE LAYOUTS" val="EG1WQXxn"/>
  <p:tag name="ARTICULATE_DESIGN_ID_LISTS" val="M0QWvWS1"/>
  <p:tag name="ARTICULATE_DESIGN_ID_1_KEY MESSAGE LAYOUTS" val="ks627C6Q"/>
  <p:tag name="ARTICULATE_DESIGN_ID_DIAGRAMS" val="EHtI07Fq"/>
  <p:tag name="ARTICULATE_DESIGN_ID_ALTERNATIVE CONTENT LAYOUTS" val="ywJnDDcd"/>
  <p:tag name="ARTICULATE_DESIGN_ID_PERSONNEL" val="nHHLeDJ2"/>
  <p:tag name="ARTICULATE_DESIGN_ID_STAFF AND ORGANISATIONS" val="fzkdDkSo"/>
  <p:tag name="ARTICULATE_DESIGN_ID_1_ALTERNATIVE CONTENT LAYOUTS" val="iY0BipYY"/>
  <p:tag name="ARTICULATE_DESIGN_ID_1_LISTS" val="vezrIkHU"/>
  <p:tag name="ARTICULATE_DESIGN_ID_1_STAFF AND ORGANISATIONS" val="gu0rVs6s"/>
  <p:tag name="BRANDIN_CONFIG" val="CONFIG.INI"/>
  <p:tag name="BRANDIN_CHARTS" val="PROCESS CHARTS"/>
  <p:tag name="BRANDIN_RULES" val="RUN RULES"/>
  <p:tag name="ARTICULATE_DESIGN_ID_LOGO HOLDERS" val="frTQuPG5"/>
  <p:tag name="ARTICULATE_DESIGN_ID_SPEAKERS" val="lTM5UYkU"/>
  <p:tag name="ARTICULATE_DESIGN_ID_TEXT LAYOUTS" val="4lYw8SxY"/>
  <p:tag name="ARTICULATE_DESIGN_ID_KEY STATEMENTS" val="PiA9xBfC"/>
  <p:tag name="ARTICULATE_DESIGN_ID_TEXT WITH IMAGE" val="bQgCS8wS"/>
  <p:tag name="ARTICULATE_DESIGN_ID_TEXT WITH IMAGE LAYOUTS" val="4MQoe47W"/>
  <p:tag name="BRANDIN_SMARTPASTE" val="ACTIVE"/>
  <p:tag name="BRANDIN_WORKSPACE_NAME" val="AstraZeneca"/>
  <p:tag name="ARTICULATE_SLIDE_THUMBNAIL_REFRESH" val="1"/>
  <p:tag name="ARTICULATE_PROJECT_OPEN" val="0"/>
  <p:tag name="ARTICULATE_SLIDE_COUNT" val="3"/>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SSET_SIZE_ON_INSERT" val="3676.5,997.5"/>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SSET_SIZE_ON_INSERT" val="3676.5,997.5"/>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SSET_SIZE_ON_INSERT" val="3676.5,997.5"/>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AstraZeneca Standard Template">
  <a:themeElements>
    <a:clrScheme name="AstraZeneca 2024">
      <a:dk1>
        <a:srgbClr val="3F4444"/>
      </a:dk1>
      <a:lt1>
        <a:srgbClr val="FFFFFF"/>
      </a:lt1>
      <a:dk2>
        <a:srgbClr val="003865"/>
      </a:dk2>
      <a:lt2>
        <a:srgbClr val="9DB0AC"/>
      </a:lt2>
      <a:accent1>
        <a:srgbClr val="830051"/>
      </a:accent1>
      <a:accent2>
        <a:srgbClr val="4D0030"/>
      </a:accent2>
      <a:accent3>
        <a:srgbClr val="D0006F"/>
      </a:accent3>
      <a:accent4>
        <a:srgbClr val="F0AB00"/>
      </a:accent4>
      <a:accent5>
        <a:srgbClr val="C4D600"/>
      </a:accent5>
      <a:accent6>
        <a:srgbClr val="68D2DF"/>
      </a:accent6>
      <a:hlink>
        <a:srgbClr val="D0006F"/>
      </a:hlink>
      <a:folHlink>
        <a:srgbClr val="4D0030"/>
      </a:folHlink>
    </a:clrScheme>
    <a:fontScheme name="Astra Zeneca">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normAutofit/>
      </a:bodyPr>
      <a:lstStyle>
        <a:defPPr algn="ctr">
          <a:lnSpc>
            <a:spcPct val="90000"/>
          </a:lnSpc>
          <a:spcAft>
            <a:spcPts val="600"/>
          </a:spcAft>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lnSpc>
            <a:spcPct val="90000"/>
          </a:lnSpc>
          <a:spcAft>
            <a:spcPts val="600"/>
          </a:spcAft>
          <a:defRPr dirty="0" err="1" smtClean="0"/>
        </a:defPPr>
      </a:lstStyle>
    </a:txDef>
  </a:objectDefaults>
  <a:extraClrSchemeLst/>
  <a:custClrLst>
    <a:custClr name="Purple">
      <a:srgbClr val="3C1053"/>
    </a:custClr>
    <a:custClr name="Graphite, Lighter 60%">
      <a:srgbClr val="B2B4B4"/>
    </a:custClr>
    <a:custClr name="Platinum, Lighter 60%">
      <a:srgbClr val="D8DFDE"/>
    </a:custClr>
    <a:custClr name="Navy, Lighter 60%">
      <a:srgbClr val="99AFC1"/>
    </a:custClr>
    <a:custClr name="Mulberry, Lighter 60%">
      <a:srgbClr val="CD99B9"/>
    </a:custClr>
    <a:custClr name="Dark Mulberry, Lighter 60%">
      <a:srgbClr val="B899AC"/>
    </a:custClr>
    <a:custClr name="Magenta, Lighter 60%">
      <a:srgbClr val="EC99C5"/>
    </a:custClr>
    <a:custClr name="Gold, Lighter 60%">
      <a:srgbClr val="F9DD99"/>
    </a:custClr>
    <a:custClr name="Lime Green, Lighter 60%">
      <a:srgbClr val="E7EF99"/>
    </a:custClr>
    <a:custClr name="Light Blue, Lighter 60%">
      <a:srgbClr val="C3EDF2"/>
    </a:custClr>
    <a:custClr name="Purple, Lighter 60%">
      <a:srgbClr val="B19FBA"/>
    </a:custClr>
    <a:custClr name="Graphite, Lighter 40%">
      <a:srgbClr val="8C8F8F"/>
    </a:custClr>
    <a:custClr name="Platinum, Lighter 40%">
      <a:srgbClr val="C4D0CD"/>
    </a:custClr>
    <a:custClr name="Navy, Lighter 40%">
      <a:srgbClr val="6688A3"/>
    </a:custClr>
    <a:custClr name="Mulberry, Lighter 40%">
      <a:srgbClr val="B56697"/>
    </a:custClr>
    <a:custClr name="Dark Mulberry, Lighter 40%">
      <a:srgbClr val="946683"/>
    </a:custClr>
    <a:custClr name="Magenta, Lighter 40%">
      <a:srgbClr val="E366A9"/>
    </a:custClr>
    <a:custClr name="Gold, Lighter 40%">
      <a:srgbClr val="F6CD66"/>
    </a:custClr>
    <a:custClr name="Lime Green, Lighter 40%">
      <a:srgbClr val="DCE666"/>
    </a:custClr>
    <a:custClr name="Light Blue, Lighter 40%">
      <a:srgbClr val="A4E4EC"/>
    </a:custClr>
    <a:custClr name="Purple, Lighter 40%">
      <a:srgbClr val="8A7098"/>
    </a:custClr>
    <a:custClr name="Graphite, Darker 40%">
      <a:srgbClr val="262929"/>
    </a:custClr>
    <a:custClr name="Platinum, Darker 40%">
      <a:srgbClr val="5E6A67"/>
    </a:custClr>
    <a:custClr name="Navy, Darker 40%">
      <a:srgbClr val="00223D"/>
    </a:custClr>
    <a:custClr name="Mulberry, Darker 40%">
      <a:srgbClr val="4F0031"/>
    </a:custClr>
    <a:custClr name="Dark Mulberry, Darker 40%">
      <a:srgbClr val="370421"/>
    </a:custClr>
    <a:custClr name="Magenta, Darker 40%">
      <a:srgbClr val="7D0043"/>
    </a:custClr>
    <a:custClr name="Gold, Darker 40%">
      <a:srgbClr val="906700"/>
    </a:custClr>
    <a:custClr name="Lime Green, Darker 40%">
      <a:srgbClr val="768000"/>
    </a:custClr>
    <a:custClr name="Light Blue, Darker 40%">
      <a:srgbClr val="3E7E86"/>
    </a:custClr>
    <a:custClr name="Purple, Darker 40%">
      <a:srgbClr val="240A32"/>
    </a:custClr>
    <a:custClr name="Graphite, Darker 60%">
      <a:srgbClr val="191B1B"/>
    </a:custClr>
    <a:custClr name="Platinum, Darker 60%">
      <a:srgbClr val="3F4645"/>
    </a:custClr>
    <a:custClr name="Navy, Darker 60%">
      <a:srgbClr val="001628"/>
    </a:custClr>
    <a:custClr name="Mulberry, Darker 60%">
      <a:srgbClr val="340020"/>
    </a:custClr>
    <a:custClr name="Dark Mulberry, Darker 60%">
      <a:srgbClr val="2C0017"/>
    </a:custClr>
    <a:custClr name="Magenta, Darker 60%">
      <a:srgbClr val="53002C"/>
    </a:custClr>
    <a:custClr name="Gold, Darker 60%">
      <a:srgbClr val="604400"/>
    </a:custClr>
    <a:custClr name="Lime Green, Darker 60%">
      <a:srgbClr val="4E5600"/>
    </a:custClr>
    <a:custClr name="Light Blue, Darker 60%">
      <a:srgbClr val="2A5459"/>
    </a:custClr>
  </a:custClrLst>
  <a:extLst>
    <a:ext uri="{05A4C25C-085E-4340-85A3-A5531E510DB2}">
      <thm15:themeFamily xmlns:thm15="http://schemas.microsoft.com/office/thememl/2012/main" name="Windows - 2024 Template Updates 06.pptx" id="{6AE89310-5A50-4DFB-83E5-684F5C7D872A}" vid="{A22A8D6A-9BB7-4426-A052-364E607EB841}"/>
    </a:ext>
  </a:extLst>
</a:theme>
</file>

<file path=ppt/theme/theme2.xml><?xml version="1.0" encoding="utf-8"?>
<a:theme xmlns:a="http://schemas.openxmlformats.org/drawingml/2006/main" name="Alternative Content Layouts">
  <a:themeElements>
    <a:clrScheme name="AstraZeneca 2024">
      <a:dk1>
        <a:srgbClr val="3F4444"/>
      </a:dk1>
      <a:lt1>
        <a:srgbClr val="FFFFFF"/>
      </a:lt1>
      <a:dk2>
        <a:srgbClr val="003865"/>
      </a:dk2>
      <a:lt2>
        <a:srgbClr val="9DB0AC"/>
      </a:lt2>
      <a:accent1>
        <a:srgbClr val="830051"/>
      </a:accent1>
      <a:accent2>
        <a:srgbClr val="4D0030"/>
      </a:accent2>
      <a:accent3>
        <a:srgbClr val="D0006F"/>
      </a:accent3>
      <a:accent4>
        <a:srgbClr val="F0AB00"/>
      </a:accent4>
      <a:accent5>
        <a:srgbClr val="C4D600"/>
      </a:accent5>
      <a:accent6>
        <a:srgbClr val="68D2DF"/>
      </a:accent6>
      <a:hlink>
        <a:srgbClr val="D0006F"/>
      </a:hlink>
      <a:folHlink>
        <a:srgbClr val="4D0030"/>
      </a:folHlink>
    </a:clrScheme>
    <a:fontScheme name="Astra Zeneca">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normAutofit/>
      </a:bodyPr>
      <a:lstStyle>
        <a:defPPr algn="ctr">
          <a:lnSpc>
            <a:spcPct val="90000"/>
          </a:lnSpc>
          <a:spcAft>
            <a:spcPts val="600"/>
          </a:spcAft>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lnSpc>
            <a:spcPct val="90000"/>
          </a:lnSpc>
          <a:spcAft>
            <a:spcPts val="600"/>
          </a:spcAft>
          <a:defRPr dirty="0" err="1" smtClean="0"/>
        </a:defPPr>
      </a:lstStyle>
    </a:txDef>
  </a:objectDefaults>
  <a:extraClrSchemeLst/>
  <a:custClrLst>
    <a:custClr name="Purple">
      <a:srgbClr val="3C1053"/>
    </a:custClr>
    <a:custClr name="Graphite, Lighter 60%">
      <a:srgbClr val="B2B4B4"/>
    </a:custClr>
    <a:custClr name="Platinum, Lighter 60%">
      <a:srgbClr val="D8DFDE"/>
    </a:custClr>
    <a:custClr name="Navy, Lighter 60%">
      <a:srgbClr val="99AFC1"/>
    </a:custClr>
    <a:custClr name="Mulberry, Lighter 60%">
      <a:srgbClr val="CD99B9"/>
    </a:custClr>
    <a:custClr name="Dark Mulberry, Lighter 60%">
      <a:srgbClr val="B899AC"/>
    </a:custClr>
    <a:custClr name="Magenta, Lighter 60%">
      <a:srgbClr val="EC99C5"/>
    </a:custClr>
    <a:custClr name="Gold, Lighter 60%">
      <a:srgbClr val="F9DD99"/>
    </a:custClr>
    <a:custClr name="Lime Green, Lighter 60%">
      <a:srgbClr val="E7EF99"/>
    </a:custClr>
    <a:custClr name="Light Blue, Lighter 60%">
      <a:srgbClr val="C3EDF2"/>
    </a:custClr>
    <a:custClr name="Purple, Lighter 60%">
      <a:srgbClr val="B19FBA"/>
    </a:custClr>
    <a:custClr name="Graphite, Lighter 40%">
      <a:srgbClr val="8C8F8F"/>
    </a:custClr>
    <a:custClr name="Platinum, Lighter 40%">
      <a:srgbClr val="C4D0CD"/>
    </a:custClr>
    <a:custClr name="Navy, Lighter 40%">
      <a:srgbClr val="6688A3"/>
    </a:custClr>
    <a:custClr name="Mulberry, Lighter 40%">
      <a:srgbClr val="B56697"/>
    </a:custClr>
    <a:custClr name="Dark Mulberry, Lighter 40%">
      <a:srgbClr val="946683"/>
    </a:custClr>
    <a:custClr name="Magenta, Lighter 40%">
      <a:srgbClr val="E366A9"/>
    </a:custClr>
    <a:custClr name="Gold, Lighter 40%">
      <a:srgbClr val="F6CD66"/>
    </a:custClr>
    <a:custClr name="Lime Green, Lighter 40%">
      <a:srgbClr val="DCE666"/>
    </a:custClr>
    <a:custClr name="Light Blue, Lighter 40%">
      <a:srgbClr val="A4E4EC"/>
    </a:custClr>
    <a:custClr name="Purple, Lighter 40%">
      <a:srgbClr val="8A7098"/>
    </a:custClr>
    <a:custClr name="Graphite, Darker 40%">
      <a:srgbClr val="262929"/>
    </a:custClr>
    <a:custClr name="Platinum, Darker 40%">
      <a:srgbClr val="5E6A67"/>
    </a:custClr>
    <a:custClr name="Navy, Darker 40%">
      <a:srgbClr val="00223D"/>
    </a:custClr>
    <a:custClr name="Mulberry, Darker 40%">
      <a:srgbClr val="4F0031"/>
    </a:custClr>
    <a:custClr name="Dark Mulberry, Darker 40%">
      <a:srgbClr val="370421"/>
    </a:custClr>
    <a:custClr name="Magenta, Darker 40%">
      <a:srgbClr val="7D0043"/>
    </a:custClr>
    <a:custClr name="Gold, Darker 40%">
      <a:srgbClr val="906700"/>
    </a:custClr>
    <a:custClr name="Lime Green, Darker 40%">
      <a:srgbClr val="768000"/>
    </a:custClr>
    <a:custClr name="Light Blue, Darker 40%">
      <a:srgbClr val="3E7E86"/>
    </a:custClr>
    <a:custClr name="Purple, Darker 40%">
      <a:srgbClr val="240A32"/>
    </a:custClr>
    <a:custClr name="Graphite, Darker 60%">
      <a:srgbClr val="191B1B"/>
    </a:custClr>
    <a:custClr name="Platinum, Darker 60%">
      <a:srgbClr val="3F4645"/>
    </a:custClr>
    <a:custClr name="Navy, Darker 60%">
      <a:srgbClr val="001628"/>
    </a:custClr>
    <a:custClr name="Mulberry, Darker 60%">
      <a:srgbClr val="340020"/>
    </a:custClr>
    <a:custClr name="Dark Mulberry, Darker 60%">
      <a:srgbClr val="2C0017"/>
    </a:custClr>
    <a:custClr name="Magenta, Darker 60%">
      <a:srgbClr val="53002C"/>
    </a:custClr>
    <a:custClr name="Gold, Darker 60%">
      <a:srgbClr val="604400"/>
    </a:custClr>
    <a:custClr name="Lime Green, Darker 60%">
      <a:srgbClr val="4E5600"/>
    </a:custClr>
    <a:custClr name="Light Blue, Darker 60%">
      <a:srgbClr val="2A5459"/>
    </a:custClr>
  </a:custClrLst>
  <a:extLst>
    <a:ext uri="{05A4C25C-085E-4340-85A3-A5531E510DB2}">
      <thm15:themeFamily xmlns:thm15="http://schemas.microsoft.com/office/thememl/2012/main" name="Windows - 2024 Template Updates 06.pptx" id="{6AE89310-5A50-4DFB-83E5-684F5C7D872A}" vid="{6D3E5DAA-A53F-4116-B25A-47972B986756}"/>
    </a:ext>
  </a:extLst>
</a:theme>
</file>

<file path=ppt/theme/theme3.xml><?xml version="1.0" encoding="utf-8"?>
<a:theme xmlns:a="http://schemas.openxmlformats.org/drawingml/2006/main" name="Text with Image Layouts">
  <a:themeElements>
    <a:clrScheme name="AstraZeneca 2024">
      <a:dk1>
        <a:srgbClr val="3F4444"/>
      </a:dk1>
      <a:lt1>
        <a:srgbClr val="FFFFFF"/>
      </a:lt1>
      <a:dk2>
        <a:srgbClr val="003865"/>
      </a:dk2>
      <a:lt2>
        <a:srgbClr val="9DB0AC"/>
      </a:lt2>
      <a:accent1>
        <a:srgbClr val="830051"/>
      </a:accent1>
      <a:accent2>
        <a:srgbClr val="4D0030"/>
      </a:accent2>
      <a:accent3>
        <a:srgbClr val="D0006F"/>
      </a:accent3>
      <a:accent4>
        <a:srgbClr val="F0AB00"/>
      </a:accent4>
      <a:accent5>
        <a:srgbClr val="C4D600"/>
      </a:accent5>
      <a:accent6>
        <a:srgbClr val="68D2DF"/>
      </a:accent6>
      <a:hlink>
        <a:srgbClr val="D0006F"/>
      </a:hlink>
      <a:folHlink>
        <a:srgbClr val="4D0030"/>
      </a:folHlink>
    </a:clrScheme>
    <a:fontScheme name="Astra Zeneca">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normAutofit/>
      </a:bodyPr>
      <a:lstStyle>
        <a:defPPr algn="ctr">
          <a:lnSpc>
            <a:spcPct val="90000"/>
          </a:lnSpc>
          <a:spcAft>
            <a:spcPts val="600"/>
          </a:spcAft>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lnSpc>
            <a:spcPct val="90000"/>
          </a:lnSpc>
          <a:spcAft>
            <a:spcPts val="600"/>
          </a:spcAft>
          <a:defRPr dirty="0" err="1" smtClean="0"/>
        </a:defPPr>
      </a:lstStyle>
    </a:txDef>
  </a:objectDefaults>
  <a:extraClrSchemeLst/>
  <a:custClrLst>
    <a:custClr name="Purple">
      <a:srgbClr val="3C1053"/>
    </a:custClr>
    <a:custClr name="Graphite, Lighter 60%">
      <a:srgbClr val="B2B4B4"/>
    </a:custClr>
    <a:custClr name="Platinum, Lighter 60%">
      <a:srgbClr val="D8DFDE"/>
    </a:custClr>
    <a:custClr name="Navy, Lighter 60%">
      <a:srgbClr val="99AFC1"/>
    </a:custClr>
    <a:custClr name="Mulberry, Lighter 60%">
      <a:srgbClr val="CD99B9"/>
    </a:custClr>
    <a:custClr name="Dark Mulberry, Lighter 60%">
      <a:srgbClr val="B899AC"/>
    </a:custClr>
    <a:custClr name="Magenta, Lighter 60%">
      <a:srgbClr val="EC99C5"/>
    </a:custClr>
    <a:custClr name="Gold, Lighter 60%">
      <a:srgbClr val="F9DD99"/>
    </a:custClr>
    <a:custClr name="Lime Green, Lighter 60%">
      <a:srgbClr val="E7EF99"/>
    </a:custClr>
    <a:custClr name="Light Blue, Lighter 60%">
      <a:srgbClr val="C3EDF2"/>
    </a:custClr>
    <a:custClr name="Purple, Lighter 60%">
      <a:srgbClr val="B19FBA"/>
    </a:custClr>
    <a:custClr name="Graphite, Lighter 40%">
      <a:srgbClr val="8C8F8F"/>
    </a:custClr>
    <a:custClr name="Platinum, Lighter 40%">
      <a:srgbClr val="C4D0CD"/>
    </a:custClr>
    <a:custClr name="Navy, Lighter 40%">
      <a:srgbClr val="6688A3"/>
    </a:custClr>
    <a:custClr name="Mulberry, Lighter 40%">
      <a:srgbClr val="B56697"/>
    </a:custClr>
    <a:custClr name="Dark Mulberry, Lighter 40%">
      <a:srgbClr val="946683"/>
    </a:custClr>
    <a:custClr name="Magenta, Lighter 40%">
      <a:srgbClr val="E366A9"/>
    </a:custClr>
    <a:custClr name="Gold, Lighter 40%">
      <a:srgbClr val="F6CD66"/>
    </a:custClr>
    <a:custClr name="Lime Green, Lighter 40%">
      <a:srgbClr val="DCE666"/>
    </a:custClr>
    <a:custClr name="Light Blue, Lighter 40%">
      <a:srgbClr val="A4E4EC"/>
    </a:custClr>
    <a:custClr name="Purple, Lighter 40%">
      <a:srgbClr val="8A7098"/>
    </a:custClr>
    <a:custClr name="Graphite, Darker 40%">
      <a:srgbClr val="262929"/>
    </a:custClr>
    <a:custClr name="Platinum, Darker 40%">
      <a:srgbClr val="5E6A67"/>
    </a:custClr>
    <a:custClr name="Navy, Darker 40%">
      <a:srgbClr val="00223D"/>
    </a:custClr>
    <a:custClr name="Mulberry, Darker 40%">
      <a:srgbClr val="4F0031"/>
    </a:custClr>
    <a:custClr name="Dark Mulberry, Darker 40%">
      <a:srgbClr val="370421"/>
    </a:custClr>
    <a:custClr name="Magenta, Darker 40%">
      <a:srgbClr val="7D0043"/>
    </a:custClr>
    <a:custClr name="Gold, Darker 40%">
      <a:srgbClr val="906700"/>
    </a:custClr>
    <a:custClr name="Lime Green, Darker 40%">
      <a:srgbClr val="768000"/>
    </a:custClr>
    <a:custClr name="Light Blue, Darker 40%">
      <a:srgbClr val="3E7E86"/>
    </a:custClr>
    <a:custClr name="Purple, Darker 40%">
      <a:srgbClr val="240A32"/>
    </a:custClr>
    <a:custClr name="Graphite, Darker 60%">
      <a:srgbClr val="191B1B"/>
    </a:custClr>
    <a:custClr name="Platinum, Darker 60%">
      <a:srgbClr val="3F4645"/>
    </a:custClr>
    <a:custClr name="Navy, Darker 60%">
      <a:srgbClr val="001628"/>
    </a:custClr>
    <a:custClr name="Mulberry, Darker 60%">
      <a:srgbClr val="340020"/>
    </a:custClr>
    <a:custClr name="Dark Mulberry, Darker 60%">
      <a:srgbClr val="2C0017"/>
    </a:custClr>
    <a:custClr name="Magenta, Darker 60%">
      <a:srgbClr val="53002C"/>
    </a:custClr>
    <a:custClr name="Gold, Darker 60%">
      <a:srgbClr val="604400"/>
    </a:custClr>
    <a:custClr name="Lime Green, Darker 60%">
      <a:srgbClr val="4E5600"/>
    </a:custClr>
    <a:custClr name="Light Blue, Darker 60%">
      <a:srgbClr val="2A5459"/>
    </a:custClr>
  </a:custClrLst>
  <a:extLst>
    <a:ext uri="{05A4C25C-085E-4340-85A3-A5531E510DB2}">
      <thm15:themeFamily xmlns:thm15="http://schemas.microsoft.com/office/thememl/2012/main" name="Windows - 2024 Template Updates 06.pptx" id="{6AE89310-5A50-4DFB-83E5-684F5C7D872A}" vid="{6831C767-73C7-453F-8D70-202FC99DB383}"/>
    </a:ext>
  </a:extLst>
</a:theme>
</file>

<file path=ppt/theme/theme4.xml><?xml version="1.0" encoding="utf-8"?>
<a:theme xmlns:a="http://schemas.openxmlformats.org/drawingml/2006/main" name="Key Statements">
  <a:themeElements>
    <a:clrScheme name="AstraZeneca 2024">
      <a:dk1>
        <a:srgbClr val="3F4444"/>
      </a:dk1>
      <a:lt1>
        <a:srgbClr val="FFFFFF"/>
      </a:lt1>
      <a:dk2>
        <a:srgbClr val="003865"/>
      </a:dk2>
      <a:lt2>
        <a:srgbClr val="9DB0AC"/>
      </a:lt2>
      <a:accent1>
        <a:srgbClr val="830051"/>
      </a:accent1>
      <a:accent2>
        <a:srgbClr val="4D0030"/>
      </a:accent2>
      <a:accent3>
        <a:srgbClr val="D0006F"/>
      </a:accent3>
      <a:accent4>
        <a:srgbClr val="F0AB00"/>
      </a:accent4>
      <a:accent5>
        <a:srgbClr val="C4D600"/>
      </a:accent5>
      <a:accent6>
        <a:srgbClr val="68D2DF"/>
      </a:accent6>
      <a:hlink>
        <a:srgbClr val="D0006F"/>
      </a:hlink>
      <a:folHlink>
        <a:srgbClr val="4D0030"/>
      </a:folHlink>
    </a:clrScheme>
    <a:fontScheme name="Astra Zeneca">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normAutofit/>
      </a:bodyPr>
      <a:lstStyle>
        <a:defPPr algn="ctr">
          <a:lnSpc>
            <a:spcPct val="90000"/>
          </a:lnSpc>
          <a:spcAft>
            <a:spcPts val="600"/>
          </a:spcAft>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lnSpc>
            <a:spcPct val="90000"/>
          </a:lnSpc>
          <a:spcAft>
            <a:spcPts val="600"/>
          </a:spcAft>
          <a:defRPr dirty="0" err="1" smtClean="0"/>
        </a:defPPr>
      </a:lstStyle>
    </a:txDef>
  </a:objectDefaults>
  <a:extraClrSchemeLst/>
  <a:custClrLst>
    <a:custClr name="Purple">
      <a:srgbClr val="3C1053"/>
    </a:custClr>
    <a:custClr name="Graphite, Lighter 60%">
      <a:srgbClr val="B2B4B4"/>
    </a:custClr>
    <a:custClr name="Platinum, Lighter 60%">
      <a:srgbClr val="D8DFDE"/>
    </a:custClr>
    <a:custClr name="Navy, Lighter 60%">
      <a:srgbClr val="99AFC1"/>
    </a:custClr>
    <a:custClr name="Mulberry, Lighter 60%">
      <a:srgbClr val="CD99B9"/>
    </a:custClr>
    <a:custClr name="Dark Mulberry, Lighter 60%">
      <a:srgbClr val="B899AC"/>
    </a:custClr>
    <a:custClr name="Magenta, Lighter 60%">
      <a:srgbClr val="EC99C5"/>
    </a:custClr>
    <a:custClr name="Gold, Lighter 60%">
      <a:srgbClr val="F9DD99"/>
    </a:custClr>
    <a:custClr name="Lime Green, Lighter 60%">
      <a:srgbClr val="E7EF99"/>
    </a:custClr>
    <a:custClr name="Light Blue, Lighter 60%">
      <a:srgbClr val="C3EDF2"/>
    </a:custClr>
    <a:custClr name="Purple, Lighter 60%">
      <a:srgbClr val="B19FBA"/>
    </a:custClr>
    <a:custClr name="Graphite, Lighter 40%">
      <a:srgbClr val="8C8F8F"/>
    </a:custClr>
    <a:custClr name="Platinum, Lighter 40%">
      <a:srgbClr val="C4D0CD"/>
    </a:custClr>
    <a:custClr name="Navy, Lighter 40%">
      <a:srgbClr val="6688A3"/>
    </a:custClr>
    <a:custClr name="Mulberry, Lighter 40%">
      <a:srgbClr val="B56697"/>
    </a:custClr>
    <a:custClr name="Dark Mulberry, Lighter 40%">
      <a:srgbClr val="946683"/>
    </a:custClr>
    <a:custClr name="Magenta, Lighter 40%">
      <a:srgbClr val="E366A9"/>
    </a:custClr>
    <a:custClr name="Gold, Lighter 40%">
      <a:srgbClr val="F6CD66"/>
    </a:custClr>
    <a:custClr name="Lime Green, Lighter 40%">
      <a:srgbClr val="DCE666"/>
    </a:custClr>
    <a:custClr name="Light Blue, Lighter 40%">
      <a:srgbClr val="A4E4EC"/>
    </a:custClr>
    <a:custClr name="Purple, Lighter 40%">
      <a:srgbClr val="8A7098"/>
    </a:custClr>
    <a:custClr name="Graphite, Darker 40%">
      <a:srgbClr val="262929"/>
    </a:custClr>
    <a:custClr name="Platinum, Darker 40%">
      <a:srgbClr val="5E6A67"/>
    </a:custClr>
    <a:custClr name="Navy, Darker 40%">
      <a:srgbClr val="00223D"/>
    </a:custClr>
    <a:custClr name="Mulberry, Darker 40%">
      <a:srgbClr val="4F0031"/>
    </a:custClr>
    <a:custClr name="Dark Mulberry, Darker 40%">
      <a:srgbClr val="370421"/>
    </a:custClr>
    <a:custClr name="Magenta, Darker 40%">
      <a:srgbClr val="7D0043"/>
    </a:custClr>
    <a:custClr name="Gold, Darker 40%">
      <a:srgbClr val="906700"/>
    </a:custClr>
    <a:custClr name="Lime Green, Darker 40%">
      <a:srgbClr val="768000"/>
    </a:custClr>
    <a:custClr name="Light Blue, Darker 40%">
      <a:srgbClr val="3E7E86"/>
    </a:custClr>
    <a:custClr name="Purple, Darker 40%">
      <a:srgbClr val="240A32"/>
    </a:custClr>
    <a:custClr name="Graphite, Darker 60%">
      <a:srgbClr val="191B1B"/>
    </a:custClr>
    <a:custClr name="Platinum, Darker 60%">
      <a:srgbClr val="3F4645"/>
    </a:custClr>
    <a:custClr name="Navy, Darker 60%">
      <a:srgbClr val="001628"/>
    </a:custClr>
    <a:custClr name="Mulberry, Darker 60%">
      <a:srgbClr val="340020"/>
    </a:custClr>
    <a:custClr name="Dark Mulberry, Darker 60%">
      <a:srgbClr val="2C0017"/>
    </a:custClr>
    <a:custClr name="Magenta, Darker 60%">
      <a:srgbClr val="53002C"/>
    </a:custClr>
    <a:custClr name="Gold, Darker 60%">
      <a:srgbClr val="604400"/>
    </a:custClr>
    <a:custClr name="Lime Green, Darker 60%">
      <a:srgbClr val="4E5600"/>
    </a:custClr>
    <a:custClr name="Light Blue, Darker 60%">
      <a:srgbClr val="2A5459"/>
    </a:custClr>
  </a:custClrLst>
  <a:extLst>
    <a:ext uri="{05A4C25C-085E-4340-85A3-A5531E510DB2}">
      <thm15:themeFamily xmlns:thm15="http://schemas.microsoft.com/office/thememl/2012/main" name="Windows - 2024 Template Updates 06.pptx" id="{6AE89310-5A50-4DFB-83E5-684F5C7D872A}" vid="{4806B84B-E0F6-42E6-8CBA-F7ADFCA0E88A}"/>
    </a:ext>
  </a:extLst>
</a:theme>
</file>

<file path=ppt/theme/theme5.xml><?xml version="1.0" encoding="utf-8"?>
<a:theme xmlns:a="http://schemas.openxmlformats.org/drawingml/2006/main" name="Lists">
  <a:themeElements>
    <a:clrScheme name="AstraZeneca 2024">
      <a:dk1>
        <a:srgbClr val="3F4444"/>
      </a:dk1>
      <a:lt1>
        <a:srgbClr val="FFFFFF"/>
      </a:lt1>
      <a:dk2>
        <a:srgbClr val="003865"/>
      </a:dk2>
      <a:lt2>
        <a:srgbClr val="9DB0AC"/>
      </a:lt2>
      <a:accent1>
        <a:srgbClr val="830051"/>
      </a:accent1>
      <a:accent2>
        <a:srgbClr val="4D0030"/>
      </a:accent2>
      <a:accent3>
        <a:srgbClr val="D0006F"/>
      </a:accent3>
      <a:accent4>
        <a:srgbClr val="F0AB00"/>
      </a:accent4>
      <a:accent5>
        <a:srgbClr val="C4D600"/>
      </a:accent5>
      <a:accent6>
        <a:srgbClr val="68D2DF"/>
      </a:accent6>
      <a:hlink>
        <a:srgbClr val="D0006F"/>
      </a:hlink>
      <a:folHlink>
        <a:srgbClr val="4D0030"/>
      </a:folHlink>
    </a:clrScheme>
    <a:fontScheme name="Astra Zeneca">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normAutofit/>
      </a:bodyPr>
      <a:lstStyle>
        <a:defPPr algn="ctr">
          <a:lnSpc>
            <a:spcPct val="90000"/>
          </a:lnSpc>
          <a:spcAft>
            <a:spcPts val="600"/>
          </a:spcAft>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lnSpc>
            <a:spcPct val="90000"/>
          </a:lnSpc>
          <a:spcAft>
            <a:spcPts val="600"/>
          </a:spcAft>
          <a:defRPr dirty="0" err="1" smtClean="0"/>
        </a:defPPr>
      </a:lstStyle>
    </a:txDef>
  </a:objectDefaults>
  <a:extraClrSchemeLst/>
  <a:custClrLst>
    <a:custClr name="Purple">
      <a:srgbClr val="3C1053"/>
    </a:custClr>
    <a:custClr name="Graphite, Lighter 60%">
      <a:srgbClr val="B2B4B4"/>
    </a:custClr>
    <a:custClr name="Platinum, Lighter 60%">
      <a:srgbClr val="D8DFDE"/>
    </a:custClr>
    <a:custClr name="Navy, Lighter 60%">
      <a:srgbClr val="99AFC1"/>
    </a:custClr>
    <a:custClr name="Mulberry, Lighter 60%">
      <a:srgbClr val="CD99B9"/>
    </a:custClr>
    <a:custClr name="Dark Mulberry, Lighter 60%">
      <a:srgbClr val="B899AC"/>
    </a:custClr>
    <a:custClr name="Magenta, Lighter 60%">
      <a:srgbClr val="EC99C5"/>
    </a:custClr>
    <a:custClr name="Gold, Lighter 60%">
      <a:srgbClr val="F9DD99"/>
    </a:custClr>
    <a:custClr name="Lime Green, Lighter 60%">
      <a:srgbClr val="E7EF99"/>
    </a:custClr>
    <a:custClr name="Light Blue, Lighter 60%">
      <a:srgbClr val="C3EDF2"/>
    </a:custClr>
    <a:custClr name="Purple, Lighter 60%">
      <a:srgbClr val="B19FBA"/>
    </a:custClr>
    <a:custClr name="Graphite, Lighter 40%">
      <a:srgbClr val="8C8F8F"/>
    </a:custClr>
    <a:custClr name="Platinum, Lighter 40%">
      <a:srgbClr val="C4D0CD"/>
    </a:custClr>
    <a:custClr name="Navy, Lighter 40%">
      <a:srgbClr val="6688A3"/>
    </a:custClr>
    <a:custClr name="Mulberry, Lighter 40%">
      <a:srgbClr val="B56697"/>
    </a:custClr>
    <a:custClr name="Dark Mulberry, Lighter 40%">
      <a:srgbClr val="946683"/>
    </a:custClr>
    <a:custClr name="Magenta, Lighter 40%">
      <a:srgbClr val="E366A9"/>
    </a:custClr>
    <a:custClr name="Gold, Lighter 40%">
      <a:srgbClr val="F6CD66"/>
    </a:custClr>
    <a:custClr name="Lime Green, Lighter 40%">
      <a:srgbClr val="DCE666"/>
    </a:custClr>
    <a:custClr name="Light Blue, Lighter 40%">
      <a:srgbClr val="A4E4EC"/>
    </a:custClr>
    <a:custClr name="Purple, Lighter 40%">
      <a:srgbClr val="8A7098"/>
    </a:custClr>
    <a:custClr name="Graphite, Darker 40%">
      <a:srgbClr val="262929"/>
    </a:custClr>
    <a:custClr name="Platinum, Darker 40%">
      <a:srgbClr val="5E6A67"/>
    </a:custClr>
    <a:custClr name="Navy, Darker 40%">
      <a:srgbClr val="00223D"/>
    </a:custClr>
    <a:custClr name="Mulberry, Darker 40%">
      <a:srgbClr val="4F0031"/>
    </a:custClr>
    <a:custClr name="Dark Mulberry, Darker 40%">
      <a:srgbClr val="370421"/>
    </a:custClr>
    <a:custClr name="Magenta, Darker 40%">
      <a:srgbClr val="7D0043"/>
    </a:custClr>
    <a:custClr name="Gold, Darker 40%">
      <a:srgbClr val="906700"/>
    </a:custClr>
    <a:custClr name="Lime Green, Darker 40%">
      <a:srgbClr val="768000"/>
    </a:custClr>
    <a:custClr name="Light Blue, Darker 40%">
      <a:srgbClr val="3E7E86"/>
    </a:custClr>
    <a:custClr name="Purple, Darker 40%">
      <a:srgbClr val="240A32"/>
    </a:custClr>
    <a:custClr name="Graphite, Darker 60%">
      <a:srgbClr val="191B1B"/>
    </a:custClr>
    <a:custClr name="Platinum, Darker 60%">
      <a:srgbClr val="3F4645"/>
    </a:custClr>
    <a:custClr name="Navy, Darker 60%">
      <a:srgbClr val="001628"/>
    </a:custClr>
    <a:custClr name="Mulberry, Darker 60%">
      <a:srgbClr val="340020"/>
    </a:custClr>
    <a:custClr name="Dark Mulberry, Darker 60%">
      <a:srgbClr val="2C0017"/>
    </a:custClr>
    <a:custClr name="Magenta, Darker 60%">
      <a:srgbClr val="53002C"/>
    </a:custClr>
    <a:custClr name="Gold, Darker 60%">
      <a:srgbClr val="604400"/>
    </a:custClr>
    <a:custClr name="Lime Green, Darker 60%">
      <a:srgbClr val="4E5600"/>
    </a:custClr>
    <a:custClr name="Light Blue, Darker 60%">
      <a:srgbClr val="2A5459"/>
    </a:custClr>
  </a:custClrLst>
  <a:extLst>
    <a:ext uri="{05A4C25C-085E-4340-85A3-A5531E510DB2}">
      <thm15:themeFamily xmlns:thm15="http://schemas.microsoft.com/office/thememl/2012/main" name="Windows - 2024 Template Updates 06.pptx" id="{6AE89310-5A50-4DFB-83E5-684F5C7D872A}" vid="{49704D40-F46A-4C26-84DC-061995D29F81}"/>
    </a:ext>
  </a:extLst>
</a:theme>
</file>

<file path=ppt/theme/theme6.xml><?xml version="1.0" encoding="utf-8"?>
<a:theme xmlns:a="http://schemas.openxmlformats.org/drawingml/2006/main" name="Agendas">
  <a:themeElements>
    <a:clrScheme name="AstraZeneca 2024">
      <a:dk1>
        <a:srgbClr val="3F4444"/>
      </a:dk1>
      <a:lt1>
        <a:srgbClr val="FFFFFF"/>
      </a:lt1>
      <a:dk2>
        <a:srgbClr val="003865"/>
      </a:dk2>
      <a:lt2>
        <a:srgbClr val="9DB0AC"/>
      </a:lt2>
      <a:accent1>
        <a:srgbClr val="830051"/>
      </a:accent1>
      <a:accent2>
        <a:srgbClr val="4D0030"/>
      </a:accent2>
      <a:accent3>
        <a:srgbClr val="D0006F"/>
      </a:accent3>
      <a:accent4>
        <a:srgbClr val="F0AB00"/>
      </a:accent4>
      <a:accent5>
        <a:srgbClr val="C4D600"/>
      </a:accent5>
      <a:accent6>
        <a:srgbClr val="68D2DF"/>
      </a:accent6>
      <a:hlink>
        <a:srgbClr val="D0006F"/>
      </a:hlink>
      <a:folHlink>
        <a:srgbClr val="4D0030"/>
      </a:folHlink>
    </a:clrScheme>
    <a:fontScheme name="Astra Zeneca">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normAutofit/>
      </a:bodyPr>
      <a:lstStyle>
        <a:defPPr algn="ctr">
          <a:lnSpc>
            <a:spcPct val="90000"/>
          </a:lnSpc>
          <a:spcAft>
            <a:spcPts val="600"/>
          </a:spcAft>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lnSpc>
            <a:spcPct val="90000"/>
          </a:lnSpc>
          <a:spcAft>
            <a:spcPts val="600"/>
          </a:spcAft>
          <a:defRPr dirty="0" err="1" smtClean="0"/>
        </a:defPPr>
      </a:lstStyle>
    </a:txDef>
  </a:objectDefaults>
  <a:extraClrSchemeLst/>
  <a:custClrLst>
    <a:custClr name="Purple">
      <a:srgbClr val="3C1053"/>
    </a:custClr>
    <a:custClr name="Graphite, Lighter 60%">
      <a:srgbClr val="B2B4B4"/>
    </a:custClr>
    <a:custClr name="Platinum, Lighter 60%">
      <a:srgbClr val="D8DFDE"/>
    </a:custClr>
    <a:custClr name="Navy, Lighter 60%">
      <a:srgbClr val="99AFC1"/>
    </a:custClr>
    <a:custClr name="Mulberry, Lighter 60%">
      <a:srgbClr val="CD99B9"/>
    </a:custClr>
    <a:custClr name="Dark Mulberry, Lighter 60%">
      <a:srgbClr val="B899AC"/>
    </a:custClr>
    <a:custClr name="Magenta, Lighter 60%">
      <a:srgbClr val="EC99C5"/>
    </a:custClr>
    <a:custClr name="Gold, Lighter 60%">
      <a:srgbClr val="F9DD99"/>
    </a:custClr>
    <a:custClr name="Lime Green, Lighter 60%">
      <a:srgbClr val="E7EF99"/>
    </a:custClr>
    <a:custClr name="Light Blue, Lighter 60%">
      <a:srgbClr val="C3EDF2"/>
    </a:custClr>
    <a:custClr name="Purple, Lighter 60%">
      <a:srgbClr val="B19FBA"/>
    </a:custClr>
    <a:custClr name="Graphite, Lighter 40%">
      <a:srgbClr val="8C8F8F"/>
    </a:custClr>
    <a:custClr name="Platinum, Lighter 40%">
      <a:srgbClr val="C4D0CD"/>
    </a:custClr>
    <a:custClr name="Navy, Lighter 40%">
      <a:srgbClr val="6688A3"/>
    </a:custClr>
    <a:custClr name="Mulberry, Lighter 40%">
      <a:srgbClr val="B56697"/>
    </a:custClr>
    <a:custClr name="Dark Mulberry, Lighter 40%">
      <a:srgbClr val="946683"/>
    </a:custClr>
    <a:custClr name="Magenta, Lighter 40%">
      <a:srgbClr val="E366A9"/>
    </a:custClr>
    <a:custClr name="Gold, Lighter 40%">
      <a:srgbClr val="F6CD66"/>
    </a:custClr>
    <a:custClr name="Lime Green, Lighter 40%">
      <a:srgbClr val="DCE666"/>
    </a:custClr>
    <a:custClr name="Light Blue, Lighter 40%">
      <a:srgbClr val="A4E4EC"/>
    </a:custClr>
    <a:custClr name="Purple, Lighter 40%">
      <a:srgbClr val="8A7098"/>
    </a:custClr>
    <a:custClr name="Graphite, Darker 40%">
      <a:srgbClr val="262929"/>
    </a:custClr>
    <a:custClr name="Platinum, Darker 40%">
      <a:srgbClr val="5E6A67"/>
    </a:custClr>
    <a:custClr name="Navy, Darker 40%">
      <a:srgbClr val="00223D"/>
    </a:custClr>
    <a:custClr name="Mulberry, Darker 40%">
      <a:srgbClr val="4F0031"/>
    </a:custClr>
    <a:custClr name="Dark Mulberry, Darker 40%">
      <a:srgbClr val="370421"/>
    </a:custClr>
    <a:custClr name="Magenta, Darker 40%">
      <a:srgbClr val="7D0043"/>
    </a:custClr>
    <a:custClr name="Gold, Darker 40%">
      <a:srgbClr val="906700"/>
    </a:custClr>
    <a:custClr name="Lime Green, Darker 40%">
      <a:srgbClr val="768000"/>
    </a:custClr>
    <a:custClr name="Light Blue, Darker 40%">
      <a:srgbClr val="3E7E86"/>
    </a:custClr>
    <a:custClr name="Purple, Darker 40%">
      <a:srgbClr val="240A32"/>
    </a:custClr>
    <a:custClr name="Graphite, Darker 60%">
      <a:srgbClr val="191B1B"/>
    </a:custClr>
    <a:custClr name="Platinum, Darker 60%">
      <a:srgbClr val="3F4645"/>
    </a:custClr>
    <a:custClr name="Navy, Darker 60%">
      <a:srgbClr val="001628"/>
    </a:custClr>
    <a:custClr name="Mulberry, Darker 60%">
      <a:srgbClr val="340020"/>
    </a:custClr>
    <a:custClr name="Dark Mulberry, Darker 60%">
      <a:srgbClr val="2C0017"/>
    </a:custClr>
    <a:custClr name="Magenta, Darker 60%">
      <a:srgbClr val="53002C"/>
    </a:custClr>
    <a:custClr name="Gold, Darker 60%">
      <a:srgbClr val="604400"/>
    </a:custClr>
    <a:custClr name="Lime Green, Darker 60%">
      <a:srgbClr val="4E5600"/>
    </a:custClr>
    <a:custClr name="Light Blue, Darker 60%">
      <a:srgbClr val="2A5459"/>
    </a:custClr>
  </a:custClrLst>
  <a:extLst>
    <a:ext uri="{05A4C25C-085E-4340-85A3-A5531E510DB2}">
      <thm15:themeFamily xmlns:thm15="http://schemas.microsoft.com/office/thememl/2012/main" name="Windows - 2024 Template Updates 06.pptx" id="{6AE89310-5A50-4DFB-83E5-684F5C7D872A}" vid="{7B24027F-9099-4E54-80C7-EDA950ABF4F7}"/>
    </a:ext>
  </a:extLst>
</a:theme>
</file>

<file path=ppt/theme/theme7.xml><?xml version="1.0" encoding="utf-8"?>
<a:theme xmlns:a="http://schemas.openxmlformats.org/drawingml/2006/main" name="Speakers">
  <a:themeElements>
    <a:clrScheme name="AstraZeneca 2024">
      <a:dk1>
        <a:srgbClr val="3F4444"/>
      </a:dk1>
      <a:lt1>
        <a:srgbClr val="FFFFFF"/>
      </a:lt1>
      <a:dk2>
        <a:srgbClr val="003865"/>
      </a:dk2>
      <a:lt2>
        <a:srgbClr val="9DB0AC"/>
      </a:lt2>
      <a:accent1>
        <a:srgbClr val="830051"/>
      </a:accent1>
      <a:accent2>
        <a:srgbClr val="4D0030"/>
      </a:accent2>
      <a:accent3>
        <a:srgbClr val="D0006F"/>
      </a:accent3>
      <a:accent4>
        <a:srgbClr val="F0AB00"/>
      </a:accent4>
      <a:accent5>
        <a:srgbClr val="C4D600"/>
      </a:accent5>
      <a:accent6>
        <a:srgbClr val="68D2DF"/>
      </a:accent6>
      <a:hlink>
        <a:srgbClr val="D0006F"/>
      </a:hlink>
      <a:folHlink>
        <a:srgbClr val="4D0030"/>
      </a:folHlink>
    </a:clrScheme>
    <a:fontScheme name="Astra Zeneca">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normAutofit/>
      </a:bodyPr>
      <a:lstStyle>
        <a:defPPr algn="ctr">
          <a:lnSpc>
            <a:spcPct val="90000"/>
          </a:lnSpc>
          <a:spcAft>
            <a:spcPts val="600"/>
          </a:spcAft>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lnSpc>
            <a:spcPct val="90000"/>
          </a:lnSpc>
          <a:spcAft>
            <a:spcPts val="600"/>
          </a:spcAft>
          <a:defRPr dirty="0" err="1" smtClean="0"/>
        </a:defPPr>
      </a:lstStyle>
    </a:txDef>
  </a:objectDefaults>
  <a:extraClrSchemeLst/>
  <a:custClrLst>
    <a:custClr name="Purple">
      <a:srgbClr val="3C1053"/>
    </a:custClr>
    <a:custClr name="Graphite, Lighter 60%">
      <a:srgbClr val="B2B4B4"/>
    </a:custClr>
    <a:custClr name="Platinum, Lighter 60%">
      <a:srgbClr val="D8DFDE"/>
    </a:custClr>
    <a:custClr name="Navy, Lighter 60%">
      <a:srgbClr val="99AFC1"/>
    </a:custClr>
    <a:custClr name="Mulberry, Lighter 60%">
      <a:srgbClr val="CD99B9"/>
    </a:custClr>
    <a:custClr name="Dark Mulberry, Lighter 60%">
      <a:srgbClr val="B899AC"/>
    </a:custClr>
    <a:custClr name="Magenta, Lighter 60%">
      <a:srgbClr val="EC99C5"/>
    </a:custClr>
    <a:custClr name="Gold, Lighter 60%">
      <a:srgbClr val="F9DD99"/>
    </a:custClr>
    <a:custClr name="Lime Green, Lighter 60%">
      <a:srgbClr val="E7EF99"/>
    </a:custClr>
    <a:custClr name="Light Blue, Lighter 60%">
      <a:srgbClr val="C3EDF2"/>
    </a:custClr>
    <a:custClr name="Purple, Lighter 60%">
      <a:srgbClr val="B19FBA"/>
    </a:custClr>
    <a:custClr name="Graphite, Lighter 40%">
      <a:srgbClr val="8C8F8F"/>
    </a:custClr>
    <a:custClr name="Platinum, Lighter 40%">
      <a:srgbClr val="C4D0CD"/>
    </a:custClr>
    <a:custClr name="Navy, Lighter 40%">
      <a:srgbClr val="6688A3"/>
    </a:custClr>
    <a:custClr name="Mulberry, Lighter 40%">
      <a:srgbClr val="B56697"/>
    </a:custClr>
    <a:custClr name="Dark Mulberry, Lighter 40%">
      <a:srgbClr val="946683"/>
    </a:custClr>
    <a:custClr name="Magenta, Lighter 40%">
      <a:srgbClr val="E366A9"/>
    </a:custClr>
    <a:custClr name="Gold, Lighter 40%">
      <a:srgbClr val="F6CD66"/>
    </a:custClr>
    <a:custClr name="Lime Green, Lighter 40%">
      <a:srgbClr val="DCE666"/>
    </a:custClr>
    <a:custClr name="Light Blue, Lighter 40%">
      <a:srgbClr val="A4E4EC"/>
    </a:custClr>
    <a:custClr name="Purple, Lighter 40%">
      <a:srgbClr val="8A7098"/>
    </a:custClr>
    <a:custClr name="Graphite, Darker 40%">
      <a:srgbClr val="262929"/>
    </a:custClr>
    <a:custClr name="Platinum, Darker 40%">
      <a:srgbClr val="5E6A67"/>
    </a:custClr>
    <a:custClr name="Navy, Darker 40%">
      <a:srgbClr val="00223D"/>
    </a:custClr>
    <a:custClr name="Mulberry, Darker 40%">
      <a:srgbClr val="4F0031"/>
    </a:custClr>
    <a:custClr name="Dark Mulberry, Darker 40%">
      <a:srgbClr val="370421"/>
    </a:custClr>
    <a:custClr name="Magenta, Darker 40%">
      <a:srgbClr val="7D0043"/>
    </a:custClr>
    <a:custClr name="Gold, Darker 40%">
      <a:srgbClr val="906700"/>
    </a:custClr>
    <a:custClr name="Lime Green, Darker 40%">
      <a:srgbClr val="768000"/>
    </a:custClr>
    <a:custClr name="Light Blue, Darker 40%">
      <a:srgbClr val="3E7E86"/>
    </a:custClr>
    <a:custClr name="Purple, Darker 40%">
      <a:srgbClr val="240A32"/>
    </a:custClr>
    <a:custClr name="Graphite, Darker 60%">
      <a:srgbClr val="191B1B"/>
    </a:custClr>
    <a:custClr name="Platinum, Darker 60%">
      <a:srgbClr val="3F4645"/>
    </a:custClr>
    <a:custClr name="Navy, Darker 60%">
      <a:srgbClr val="001628"/>
    </a:custClr>
    <a:custClr name="Mulberry, Darker 60%">
      <a:srgbClr val="340020"/>
    </a:custClr>
    <a:custClr name="Dark Mulberry, Darker 60%">
      <a:srgbClr val="2C0017"/>
    </a:custClr>
    <a:custClr name="Magenta, Darker 60%">
      <a:srgbClr val="53002C"/>
    </a:custClr>
    <a:custClr name="Gold, Darker 60%">
      <a:srgbClr val="604400"/>
    </a:custClr>
    <a:custClr name="Lime Green, Darker 60%">
      <a:srgbClr val="4E5600"/>
    </a:custClr>
    <a:custClr name="Light Blue, Darker 60%">
      <a:srgbClr val="2A5459"/>
    </a:custClr>
  </a:custClrLst>
  <a:extLst>
    <a:ext uri="{05A4C25C-085E-4340-85A3-A5531E510DB2}">
      <thm15:themeFamily xmlns:thm15="http://schemas.microsoft.com/office/thememl/2012/main" name="Windows - 2024 Template Updates 06.pptx" id="{6AE89310-5A50-4DFB-83E5-684F5C7D872A}" vid="{E331D78E-C604-4B2B-88FF-AC1C821EDFD0}"/>
    </a:ext>
  </a:extLst>
</a:theme>
</file>

<file path=ppt/theme/theme8.xml><?xml version="1.0" encoding="utf-8"?>
<a:theme xmlns:a="http://schemas.openxmlformats.org/drawingml/2006/main" name="Logo Holders">
  <a:themeElements>
    <a:clrScheme name="AstraZeneca 2024">
      <a:dk1>
        <a:srgbClr val="3F4444"/>
      </a:dk1>
      <a:lt1>
        <a:srgbClr val="FFFFFF"/>
      </a:lt1>
      <a:dk2>
        <a:srgbClr val="003865"/>
      </a:dk2>
      <a:lt2>
        <a:srgbClr val="9DB0AC"/>
      </a:lt2>
      <a:accent1>
        <a:srgbClr val="830051"/>
      </a:accent1>
      <a:accent2>
        <a:srgbClr val="4D0030"/>
      </a:accent2>
      <a:accent3>
        <a:srgbClr val="D0006F"/>
      </a:accent3>
      <a:accent4>
        <a:srgbClr val="F0AB00"/>
      </a:accent4>
      <a:accent5>
        <a:srgbClr val="C4D600"/>
      </a:accent5>
      <a:accent6>
        <a:srgbClr val="68D2DF"/>
      </a:accent6>
      <a:hlink>
        <a:srgbClr val="D0006F"/>
      </a:hlink>
      <a:folHlink>
        <a:srgbClr val="4D0030"/>
      </a:folHlink>
    </a:clrScheme>
    <a:fontScheme name="Astra Zeneca">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normAutofit/>
      </a:bodyPr>
      <a:lstStyle>
        <a:defPPr algn="ctr">
          <a:lnSpc>
            <a:spcPct val="90000"/>
          </a:lnSpc>
          <a:spcAft>
            <a:spcPts val="600"/>
          </a:spcAft>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lnSpc>
            <a:spcPct val="90000"/>
          </a:lnSpc>
          <a:spcAft>
            <a:spcPts val="600"/>
          </a:spcAft>
          <a:defRPr dirty="0" err="1" smtClean="0"/>
        </a:defPPr>
      </a:lstStyle>
    </a:txDef>
  </a:objectDefaults>
  <a:extraClrSchemeLst/>
  <a:custClrLst>
    <a:custClr name="Purple">
      <a:srgbClr val="3C1053"/>
    </a:custClr>
    <a:custClr name="Graphite, Lighter 60%">
      <a:srgbClr val="B2B4B4"/>
    </a:custClr>
    <a:custClr name="Platinum, Lighter 60%">
      <a:srgbClr val="D8DFDE"/>
    </a:custClr>
    <a:custClr name="Navy, Lighter 60%">
      <a:srgbClr val="99AFC1"/>
    </a:custClr>
    <a:custClr name="Mulberry, Lighter 60%">
      <a:srgbClr val="CD99B9"/>
    </a:custClr>
    <a:custClr name="Dark Mulberry, Lighter 60%">
      <a:srgbClr val="B899AC"/>
    </a:custClr>
    <a:custClr name="Magenta, Lighter 60%">
      <a:srgbClr val="EC99C5"/>
    </a:custClr>
    <a:custClr name="Gold, Lighter 60%">
      <a:srgbClr val="F9DD99"/>
    </a:custClr>
    <a:custClr name="Lime Green, Lighter 60%">
      <a:srgbClr val="E7EF99"/>
    </a:custClr>
    <a:custClr name="Light Blue, Lighter 60%">
      <a:srgbClr val="C3EDF2"/>
    </a:custClr>
    <a:custClr name="Purple, Lighter 60%">
      <a:srgbClr val="B19FBA"/>
    </a:custClr>
    <a:custClr name="Graphite, Lighter 40%">
      <a:srgbClr val="8C8F8F"/>
    </a:custClr>
    <a:custClr name="Platinum, Lighter 40%">
      <a:srgbClr val="C4D0CD"/>
    </a:custClr>
    <a:custClr name="Navy, Lighter 40%">
      <a:srgbClr val="6688A3"/>
    </a:custClr>
    <a:custClr name="Mulberry, Lighter 40%">
      <a:srgbClr val="B56697"/>
    </a:custClr>
    <a:custClr name="Dark Mulberry, Lighter 40%">
      <a:srgbClr val="946683"/>
    </a:custClr>
    <a:custClr name="Magenta, Lighter 40%">
      <a:srgbClr val="E366A9"/>
    </a:custClr>
    <a:custClr name="Gold, Lighter 40%">
      <a:srgbClr val="F6CD66"/>
    </a:custClr>
    <a:custClr name="Lime Green, Lighter 40%">
      <a:srgbClr val="DCE666"/>
    </a:custClr>
    <a:custClr name="Light Blue, Lighter 40%">
      <a:srgbClr val="A4E4EC"/>
    </a:custClr>
    <a:custClr name="Purple, Lighter 40%">
      <a:srgbClr val="8A7098"/>
    </a:custClr>
    <a:custClr name="Graphite, Darker 40%">
      <a:srgbClr val="262929"/>
    </a:custClr>
    <a:custClr name="Platinum, Darker 40%">
      <a:srgbClr val="5E6A67"/>
    </a:custClr>
    <a:custClr name="Navy, Darker 40%">
      <a:srgbClr val="00223D"/>
    </a:custClr>
    <a:custClr name="Mulberry, Darker 40%">
      <a:srgbClr val="4F0031"/>
    </a:custClr>
    <a:custClr name="Dark Mulberry, Darker 40%">
      <a:srgbClr val="370421"/>
    </a:custClr>
    <a:custClr name="Magenta, Darker 40%">
      <a:srgbClr val="7D0043"/>
    </a:custClr>
    <a:custClr name="Gold, Darker 40%">
      <a:srgbClr val="906700"/>
    </a:custClr>
    <a:custClr name="Lime Green, Darker 40%">
      <a:srgbClr val="768000"/>
    </a:custClr>
    <a:custClr name="Light Blue, Darker 40%">
      <a:srgbClr val="3E7E86"/>
    </a:custClr>
    <a:custClr name="Purple, Darker 40%">
      <a:srgbClr val="240A32"/>
    </a:custClr>
    <a:custClr name="Graphite, Darker 60%">
      <a:srgbClr val="191B1B"/>
    </a:custClr>
    <a:custClr name="Platinum, Darker 60%">
      <a:srgbClr val="3F4645"/>
    </a:custClr>
    <a:custClr name="Navy, Darker 60%">
      <a:srgbClr val="001628"/>
    </a:custClr>
    <a:custClr name="Mulberry, Darker 60%">
      <a:srgbClr val="340020"/>
    </a:custClr>
    <a:custClr name="Dark Mulberry, Darker 60%">
      <a:srgbClr val="2C0017"/>
    </a:custClr>
    <a:custClr name="Magenta, Darker 60%">
      <a:srgbClr val="53002C"/>
    </a:custClr>
    <a:custClr name="Gold, Darker 60%">
      <a:srgbClr val="604400"/>
    </a:custClr>
    <a:custClr name="Lime Green, Darker 60%">
      <a:srgbClr val="4E5600"/>
    </a:custClr>
    <a:custClr name="Light Blue, Darker 60%">
      <a:srgbClr val="2A5459"/>
    </a:custClr>
  </a:custClrLst>
  <a:extLst>
    <a:ext uri="{05A4C25C-085E-4340-85A3-A5531E510DB2}">
      <thm15:themeFamily xmlns:thm15="http://schemas.microsoft.com/office/thememl/2012/main" name="Windows - 2024 Template Updates 06.pptx" id="{6AE89310-5A50-4DFB-83E5-684F5C7D872A}" vid="{58AB2DE4-0778-41CA-BE0B-28765D7D0BD8}"/>
    </a:ext>
  </a:extLst>
</a:theme>
</file>

<file path=ppt/theme/theme9.xml><?xml version="1.0" encoding="utf-8"?>
<a:theme xmlns:a="http://schemas.openxmlformats.org/drawingml/2006/main" name="Diagrams">
  <a:themeElements>
    <a:clrScheme name="AstraZeneca 2024">
      <a:dk1>
        <a:srgbClr val="3F4444"/>
      </a:dk1>
      <a:lt1>
        <a:srgbClr val="FFFFFF"/>
      </a:lt1>
      <a:dk2>
        <a:srgbClr val="003865"/>
      </a:dk2>
      <a:lt2>
        <a:srgbClr val="9DB0AC"/>
      </a:lt2>
      <a:accent1>
        <a:srgbClr val="830051"/>
      </a:accent1>
      <a:accent2>
        <a:srgbClr val="4D0030"/>
      </a:accent2>
      <a:accent3>
        <a:srgbClr val="D0006F"/>
      </a:accent3>
      <a:accent4>
        <a:srgbClr val="F0AB00"/>
      </a:accent4>
      <a:accent5>
        <a:srgbClr val="C4D600"/>
      </a:accent5>
      <a:accent6>
        <a:srgbClr val="68D2DF"/>
      </a:accent6>
      <a:hlink>
        <a:srgbClr val="D0006F"/>
      </a:hlink>
      <a:folHlink>
        <a:srgbClr val="4D0030"/>
      </a:folHlink>
    </a:clrScheme>
    <a:fontScheme name="Astra Zeneca">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normAutofit/>
      </a:bodyPr>
      <a:lstStyle>
        <a:defPPr algn="ctr">
          <a:lnSpc>
            <a:spcPct val="90000"/>
          </a:lnSpc>
          <a:spcAft>
            <a:spcPts val="600"/>
          </a:spcAft>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lnSpc>
            <a:spcPct val="90000"/>
          </a:lnSpc>
          <a:spcAft>
            <a:spcPts val="600"/>
          </a:spcAft>
          <a:defRPr dirty="0" err="1" smtClean="0"/>
        </a:defPPr>
      </a:lstStyle>
    </a:txDef>
  </a:objectDefaults>
  <a:extraClrSchemeLst/>
  <a:custClrLst>
    <a:custClr name="Purple">
      <a:srgbClr val="3C1053"/>
    </a:custClr>
    <a:custClr name="Graphite, Lighter 60%">
      <a:srgbClr val="B2B4B4"/>
    </a:custClr>
    <a:custClr name="Platinum, Lighter 60%">
      <a:srgbClr val="D8DFDE"/>
    </a:custClr>
    <a:custClr name="Navy, Lighter 60%">
      <a:srgbClr val="99AFC1"/>
    </a:custClr>
    <a:custClr name="Mulberry, Lighter 60%">
      <a:srgbClr val="CD99B9"/>
    </a:custClr>
    <a:custClr name="Dark Mulberry, Lighter 60%">
      <a:srgbClr val="B899AC"/>
    </a:custClr>
    <a:custClr name="Magenta, Lighter 60%">
      <a:srgbClr val="EC99C5"/>
    </a:custClr>
    <a:custClr name="Gold, Lighter 60%">
      <a:srgbClr val="F9DD99"/>
    </a:custClr>
    <a:custClr name="Lime Green, Lighter 60%">
      <a:srgbClr val="E7EF99"/>
    </a:custClr>
    <a:custClr name="Light Blue, Lighter 60%">
      <a:srgbClr val="C3EDF2"/>
    </a:custClr>
    <a:custClr name="Purple, Lighter 60%">
      <a:srgbClr val="B19FBA"/>
    </a:custClr>
    <a:custClr name="Graphite, Lighter 40%">
      <a:srgbClr val="8C8F8F"/>
    </a:custClr>
    <a:custClr name="Platinum, Lighter 40%">
      <a:srgbClr val="C4D0CD"/>
    </a:custClr>
    <a:custClr name="Navy, Lighter 40%">
      <a:srgbClr val="6688A3"/>
    </a:custClr>
    <a:custClr name="Mulberry, Lighter 40%">
      <a:srgbClr val="B56697"/>
    </a:custClr>
    <a:custClr name="Dark Mulberry, Lighter 40%">
      <a:srgbClr val="946683"/>
    </a:custClr>
    <a:custClr name="Magenta, Lighter 40%">
      <a:srgbClr val="E366A9"/>
    </a:custClr>
    <a:custClr name="Gold, Lighter 40%">
      <a:srgbClr val="F6CD66"/>
    </a:custClr>
    <a:custClr name="Lime Green, Lighter 40%">
      <a:srgbClr val="DCE666"/>
    </a:custClr>
    <a:custClr name="Light Blue, Lighter 40%">
      <a:srgbClr val="A4E4EC"/>
    </a:custClr>
    <a:custClr name="Purple, Lighter 40%">
      <a:srgbClr val="8A7098"/>
    </a:custClr>
    <a:custClr name="Graphite, Darker 40%">
      <a:srgbClr val="262929"/>
    </a:custClr>
    <a:custClr name="Platinum, Darker 40%">
      <a:srgbClr val="5E6A67"/>
    </a:custClr>
    <a:custClr name="Navy, Darker 40%">
      <a:srgbClr val="00223D"/>
    </a:custClr>
    <a:custClr name="Mulberry, Darker 40%">
      <a:srgbClr val="4F0031"/>
    </a:custClr>
    <a:custClr name="Dark Mulberry, Darker 40%">
      <a:srgbClr val="370421"/>
    </a:custClr>
    <a:custClr name="Magenta, Darker 40%">
      <a:srgbClr val="7D0043"/>
    </a:custClr>
    <a:custClr name="Gold, Darker 40%">
      <a:srgbClr val="906700"/>
    </a:custClr>
    <a:custClr name="Lime Green, Darker 40%">
      <a:srgbClr val="768000"/>
    </a:custClr>
    <a:custClr name="Light Blue, Darker 40%">
      <a:srgbClr val="3E7E86"/>
    </a:custClr>
    <a:custClr name="Purple, Darker 40%">
      <a:srgbClr val="240A32"/>
    </a:custClr>
    <a:custClr name="Graphite, Darker 60%">
      <a:srgbClr val="191B1B"/>
    </a:custClr>
    <a:custClr name="Platinum, Darker 60%">
      <a:srgbClr val="3F4645"/>
    </a:custClr>
    <a:custClr name="Navy, Darker 60%">
      <a:srgbClr val="001628"/>
    </a:custClr>
    <a:custClr name="Mulberry, Darker 60%">
      <a:srgbClr val="340020"/>
    </a:custClr>
    <a:custClr name="Dark Mulberry, Darker 60%">
      <a:srgbClr val="2C0017"/>
    </a:custClr>
    <a:custClr name="Magenta, Darker 60%">
      <a:srgbClr val="53002C"/>
    </a:custClr>
    <a:custClr name="Gold, Darker 60%">
      <a:srgbClr val="604400"/>
    </a:custClr>
    <a:custClr name="Lime Green, Darker 60%">
      <a:srgbClr val="4E5600"/>
    </a:custClr>
    <a:custClr name="Light Blue, Darker 60%">
      <a:srgbClr val="2A5459"/>
    </a:custClr>
  </a:custClrLst>
  <a:extLst>
    <a:ext uri="{05A4C25C-085E-4340-85A3-A5531E510DB2}">
      <thm15:themeFamily xmlns:thm15="http://schemas.microsoft.com/office/thememl/2012/main" name="Windows - 2024 Template Updates 06.pptx" id="{6AE89310-5A50-4DFB-83E5-684F5C7D872A}" vid="{D25C6FFC-61F3-4A44-A4CC-C42BEA186ADF}"/>
    </a:ext>
  </a:extLst>
</a:theme>
</file>

<file path=ppt/theme/theme10.xml><?xml version="1.0" encoding="utf-8"?>
<a:theme xmlns:a="http://schemas.openxmlformats.org/drawingml/2006/main" name="Office Theme">
  <a:themeElements>
    <a:clrScheme name="AstraZeneca 2020">
      <a:dk1>
        <a:srgbClr val="3F4444"/>
      </a:dk1>
      <a:lt1>
        <a:srgbClr val="FFFFFF"/>
      </a:lt1>
      <a:dk2>
        <a:srgbClr val="003865"/>
      </a:dk2>
      <a:lt2>
        <a:srgbClr val="9DB0AC"/>
      </a:lt2>
      <a:accent1>
        <a:srgbClr val="830051"/>
      </a:accent1>
      <a:accent2>
        <a:srgbClr val="F0AB00"/>
      </a:accent2>
      <a:accent3>
        <a:srgbClr val="D0006F"/>
      </a:accent3>
      <a:accent4>
        <a:srgbClr val="3C1053"/>
      </a:accent4>
      <a:accent5>
        <a:srgbClr val="C4D600"/>
      </a:accent5>
      <a:accent6>
        <a:srgbClr val="68D2DF"/>
      </a:accent6>
      <a:hlink>
        <a:srgbClr val="68D2DF"/>
      </a:hlink>
      <a:folHlink>
        <a:srgbClr val="D0006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Purple">
      <a:srgbClr val="3C1053"/>
    </a:custClr>
    <a:custClr name="Graphite, Lighter 60%">
      <a:srgbClr val="B2B4B4"/>
    </a:custClr>
    <a:custClr name="Platinum, Lighter 60%">
      <a:srgbClr val="D8DFDE"/>
    </a:custClr>
    <a:custClr name="Navy, Lighter 60%">
      <a:srgbClr val="99AFC1"/>
    </a:custClr>
    <a:custClr name="Mulberry, Lighter 60%">
      <a:srgbClr val="CD99B9"/>
    </a:custClr>
    <a:custClr name="Dark Mulberry, Lighter 60%">
      <a:srgbClr val="B899AC"/>
    </a:custClr>
    <a:custClr name="Magenta, Lighter 60%">
      <a:srgbClr val="EC99C5"/>
    </a:custClr>
    <a:custClr name="Gold, Lighter 60%">
      <a:srgbClr val="F9DD99"/>
    </a:custClr>
    <a:custClr name="Lime Green, Lighter 60%">
      <a:srgbClr val="E7EF99"/>
    </a:custClr>
    <a:custClr name="Light Blue, Lighter 60%">
      <a:srgbClr val="C3EDF2"/>
    </a:custClr>
    <a:custClr name="Purple, Lighter 60%">
      <a:srgbClr val="B19FBA"/>
    </a:custClr>
    <a:custClr name="Graphite, Lighter 40%">
      <a:srgbClr val="8C8F8F"/>
    </a:custClr>
    <a:custClr name="Platinum, Lighter 40%">
      <a:srgbClr val="C4D0CD"/>
    </a:custClr>
    <a:custClr name="Navy, Lighter 40%">
      <a:srgbClr val="6688A3"/>
    </a:custClr>
    <a:custClr name="Mulberry, Lighter 40%">
      <a:srgbClr val="B56697"/>
    </a:custClr>
    <a:custClr name="Dark Mulberry, Lighter 40%">
      <a:srgbClr val="946683"/>
    </a:custClr>
    <a:custClr name="Magenta, Lighter 40%">
      <a:srgbClr val="E366A9"/>
    </a:custClr>
    <a:custClr name="Gold, Lighter 40%">
      <a:srgbClr val="F6CD66"/>
    </a:custClr>
    <a:custClr name="Lime Green, Lighter 40%">
      <a:srgbClr val="DCE666"/>
    </a:custClr>
    <a:custClr name="Light Blue, Lighter 40%">
      <a:srgbClr val="A4E4EC"/>
    </a:custClr>
    <a:custClr name="Purple, Lighter 40%">
      <a:srgbClr val="8A7098"/>
    </a:custClr>
    <a:custClr name="Graphite, Darker 40%">
      <a:srgbClr val="262929"/>
    </a:custClr>
    <a:custClr name="Platinum, Darker 40%">
      <a:srgbClr val="5E6A67"/>
    </a:custClr>
    <a:custClr name="Navy, Darker 40%">
      <a:srgbClr val="00223D"/>
    </a:custClr>
    <a:custClr name="Mulberry, Darker 40%">
      <a:srgbClr val="4F0031"/>
    </a:custClr>
    <a:custClr name="Dark Mulberry, Darker 40%">
      <a:srgbClr val="370421"/>
    </a:custClr>
    <a:custClr name="Magenta, Darker 40%">
      <a:srgbClr val="7D0043"/>
    </a:custClr>
    <a:custClr name="Gold, Darker 40%">
      <a:srgbClr val="906700"/>
    </a:custClr>
    <a:custClr name="Lime Green, Darker 40%">
      <a:srgbClr val="768000"/>
    </a:custClr>
    <a:custClr name="Light Blue, Darker 40%">
      <a:srgbClr val="3E7E86"/>
    </a:custClr>
    <a:custClr name="Purple, Darker 40%">
      <a:srgbClr val="240A32"/>
    </a:custClr>
    <a:custClr name="Graphite, Darker 60%">
      <a:srgbClr val="191B1B"/>
    </a:custClr>
    <a:custClr name="Platinum, Darker 60%">
      <a:srgbClr val="3F4645"/>
    </a:custClr>
    <a:custClr name="Navy, Darker 60%">
      <a:srgbClr val="001628"/>
    </a:custClr>
    <a:custClr name="Mulberry, Darker 60%">
      <a:srgbClr val="340020"/>
    </a:custClr>
    <a:custClr name="Dark Mulberry, Darker 60%">
      <a:srgbClr val="2C0017"/>
    </a:custClr>
    <a:custClr name="Magenta, Darker 60%">
      <a:srgbClr val="53002C"/>
    </a:custClr>
    <a:custClr name="Gold, Darker 60%">
      <a:srgbClr val="604400"/>
    </a:custClr>
    <a:custClr name="Lime Green, Darker 60%">
      <a:srgbClr val="4E5600"/>
    </a:custClr>
    <a:custClr name="Light Blue, Darker 60%">
      <a:srgbClr val="2A5459"/>
    </a:custClr>
  </a:custClr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Theme">
  <a:themeElements>
    <a:clrScheme name="AstraZeneca 2020">
      <a:dk1>
        <a:srgbClr val="3F4444"/>
      </a:dk1>
      <a:lt1>
        <a:srgbClr val="FFFFFF"/>
      </a:lt1>
      <a:dk2>
        <a:srgbClr val="003865"/>
      </a:dk2>
      <a:lt2>
        <a:srgbClr val="9DB0AC"/>
      </a:lt2>
      <a:accent1>
        <a:srgbClr val="830051"/>
      </a:accent1>
      <a:accent2>
        <a:srgbClr val="F0AB00"/>
      </a:accent2>
      <a:accent3>
        <a:srgbClr val="D0006F"/>
      </a:accent3>
      <a:accent4>
        <a:srgbClr val="3C1053"/>
      </a:accent4>
      <a:accent5>
        <a:srgbClr val="C4D600"/>
      </a:accent5>
      <a:accent6>
        <a:srgbClr val="68D2DF"/>
      </a:accent6>
      <a:hlink>
        <a:srgbClr val="68D2DF"/>
      </a:hlink>
      <a:folHlink>
        <a:srgbClr val="D0006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Purple">
      <a:srgbClr val="3C1053"/>
    </a:custClr>
    <a:custClr name="Graphite, Lighter 60%">
      <a:srgbClr val="B2B4B4"/>
    </a:custClr>
    <a:custClr name="Platinum, Lighter 60%">
      <a:srgbClr val="D8DFDE"/>
    </a:custClr>
    <a:custClr name="Navy, Lighter 60%">
      <a:srgbClr val="99AFC1"/>
    </a:custClr>
    <a:custClr name="Mulberry, Lighter 60%">
      <a:srgbClr val="CD99B9"/>
    </a:custClr>
    <a:custClr name="Dark Mulberry, Lighter 60%">
      <a:srgbClr val="B899AC"/>
    </a:custClr>
    <a:custClr name="Magenta, Lighter 60%">
      <a:srgbClr val="EC99C5"/>
    </a:custClr>
    <a:custClr name="Gold, Lighter 60%">
      <a:srgbClr val="F9DD99"/>
    </a:custClr>
    <a:custClr name="Lime Green, Lighter 60%">
      <a:srgbClr val="E7EF99"/>
    </a:custClr>
    <a:custClr name="Light Blue, Lighter 60%">
      <a:srgbClr val="C3EDF2"/>
    </a:custClr>
    <a:custClr name="Purple, Lighter 60%">
      <a:srgbClr val="B19FBA"/>
    </a:custClr>
    <a:custClr name="Graphite, Lighter 40%">
      <a:srgbClr val="8C8F8F"/>
    </a:custClr>
    <a:custClr name="Platinum, Lighter 40%">
      <a:srgbClr val="C4D0CD"/>
    </a:custClr>
    <a:custClr name="Navy, Lighter 40%">
      <a:srgbClr val="6688A3"/>
    </a:custClr>
    <a:custClr name="Mulberry, Lighter 40%">
      <a:srgbClr val="B56697"/>
    </a:custClr>
    <a:custClr name="Dark Mulberry, Lighter 40%">
      <a:srgbClr val="946683"/>
    </a:custClr>
    <a:custClr name="Magenta, Lighter 40%">
      <a:srgbClr val="E366A9"/>
    </a:custClr>
    <a:custClr name="Gold, Lighter 40%">
      <a:srgbClr val="F6CD66"/>
    </a:custClr>
    <a:custClr name="Lime Green, Lighter 40%">
      <a:srgbClr val="DCE666"/>
    </a:custClr>
    <a:custClr name="Light Blue, Lighter 40%">
      <a:srgbClr val="A4E4EC"/>
    </a:custClr>
    <a:custClr name="Purple, Lighter 40%">
      <a:srgbClr val="8A7098"/>
    </a:custClr>
    <a:custClr name="Graphite, Darker 40%">
      <a:srgbClr val="262929"/>
    </a:custClr>
    <a:custClr name="Platinum, Darker 40%">
      <a:srgbClr val="5E6A67"/>
    </a:custClr>
    <a:custClr name="Navy, Darker 40%">
      <a:srgbClr val="00223D"/>
    </a:custClr>
    <a:custClr name="Mulberry, Darker 40%">
      <a:srgbClr val="4F0031"/>
    </a:custClr>
    <a:custClr name="Dark Mulberry, Darker 40%">
      <a:srgbClr val="370421"/>
    </a:custClr>
    <a:custClr name="Magenta, Darker 40%">
      <a:srgbClr val="7D0043"/>
    </a:custClr>
    <a:custClr name="Gold, Darker 40%">
      <a:srgbClr val="906700"/>
    </a:custClr>
    <a:custClr name="Lime Green, Darker 40%">
      <a:srgbClr val="768000"/>
    </a:custClr>
    <a:custClr name="Light Blue, Darker 40%">
      <a:srgbClr val="3E7E86"/>
    </a:custClr>
    <a:custClr name="Purple, Darker 40%">
      <a:srgbClr val="240A32"/>
    </a:custClr>
    <a:custClr name="Graphite, Darker 60%">
      <a:srgbClr val="191B1B"/>
    </a:custClr>
    <a:custClr name="Platinum, Darker 60%">
      <a:srgbClr val="3F4645"/>
    </a:custClr>
    <a:custClr name="Navy, Darker 60%">
      <a:srgbClr val="001628"/>
    </a:custClr>
    <a:custClr name="Mulberry, Darker 60%">
      <a:srgbClr val="340020"/>
    </a:custClr>
    <a:custClr name="Dark Mulberry, Darker 60%">
      <a:srgbClr val="2C0017"/>
    </a:custClr>
    <a:custClr name="Magenta, Darker 60%">
      <a:srgbClr val="53002C"/>
    </a:custClr>
    <a:custClr name="Gold, Darker 60%">
      <a:srgbClr val="604400"/>
    </a:custClr>
    <a:custClr name="Lime Green, Darker 60%">
      <a:srgbClr val="4E5600"/>
    </a:custClr>
    <a:custClr name="Light Blue, Darker 60%">
      <a:srgbClr val="2A5459"/>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44a56295-c29e-4898-8136-a54736c65b82" xsi:nil="true"/>
    <lcf76f155ced4ddcb4097134ff3c332f xmlns="89b95053-7038-4042-ab16-1b34ddf252cd">
      <Terms xmlns="http://schemas.microsoft.com/office/infopath/2007/PartnerControls"/>
    </lcf76f155ced4ddcb4097134ff3c332f>
    <Keyword xmlns="44a56295-c29e-4898-8136-a54736c65b82" xsi:nil="true"/>
    <Descriptions xmlns="44a56295-c29e-4898-8136-a54736c65b82"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DB529EE1AB6AD4F899052950E60408F" ma:contentTypeVersion="17" ma:contentTypeDescription="Create a new document." ma:contentTypeScope="" ma:versionID="10a67613c1e9ae4ba9f36050ee5699ff">
  <xsd:schema xmlns:xsd="http://www.w3.org/2001/XMLSchema" xmlns:xs="http://www.w3.org/2001/XMLSchema" xmlns:p="http://schemas.microsoft.com/office/2006/metadata/properties" xmlns:ns2="44a56295-c29e-4898-8136-a54736c65b82" xmlns:ns3="89b95053-7038-4042-ab16-1b34ddf252cd" xmlns:ns4="4cd49ea0-1eba-4ec8-9e5a-f3220030d18e" targetNamespace="http://schemas.microsoft.com/office/2006/metadata/properties" ma:root="true" ma:fieldsID="df9b6af9251a64aa9d0cb12301ddf2f1" ns2:_="" ns3:_="" ns4:_="">
    <xsd:import namespace="44a56295-c29e-4898-8136-a54736c65b82"/>
    <xsd:import namespace="89b95053-7038-4042-ab16-1b34ddf252cd"/>
    <xsd:import namespace="4cd49ea0-1eba-4ec8-9e5a-f3220030d18e"/>
    <xsd:element name="properties">
      <xsd:complexType>
        <xsd:sequence>
          <xsd:element name="documentManagement">
            <xsd:complexType>
              <xsd:all>
                <xsd:element ref="ns2:Descriptions" minOccurs="0"/>
                <xsd:element ref="ns2:Keyword" minOccurs="0"/>
                <xsd:element ref="ns3:MediaServiceMetadata" minOccurs="0"/>
                <xsd:element ref="ns3:MediaServiceFastMetadata" minOccurs="0"/>
                <xsd:element ref="ns4:SharedWithUsers" minOccurs="0"/>
                <xsd:element ref="ns4:SharedWithDetails"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a56295-c29e-4898-8136-a54736c65b82" elementFormDefault="qualified">
    <xsd:import namespace="http://schemas.microsoft.com/office/2006/documentManagement/types"/>
    <xsd:import namespace="http://schemas.microsoft.com/office/infopath/2007/PartnerControls"/>
    <xsd:element name="Descriptions" ma:index="8" nillable="true" ma:displayName="Descriptions" ma:description="Describe your document to make it appear at the top of search results" ma:internalName="Descriptions">
      <xsd:simpleType>
        <xsd:restriction base="dms:Note">
          <xsd:maxLength value="255"/>
        </xsd:restriction>
      </xsd:simpleType>
    </xsd:element>
    <xsd:element name="Keyword" ma:index="9" nillable="true" ma:displayName="Keyword" ma:description="Enter list of terms separated by semi-colon(;)" ma:internalName="Keyword">
      <xsd:simpleType>
        <xsd:restriction base="dms:Text">
          <xsd:maxLength value="255"/>
        </xsd:restriction>
      </xsd:simpleType>
    </xsd:element>
    <xsd:element name="TaxCatchAll" ma:index="16" nillable="true" ma:displayName="Taxonomy Catch All Column" ma:hidden="true" ma:list="{6f372a8c-1f5f-480e-91f3-a9483fe8ca9c}" ma:internalName="TaxCatchAll" ma:showField="CatchAllData" ma:web="4cd49ea0-1eba-4ec8-9e5a-f3220030d18e">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9b95053-7038-4042-ab16-1b34ddf252cd"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1ee89e71-04cd-405e-9ca3-99e020c1694d"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ternalName="MediaServiceDateTake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Location" ma:index="22" nillable="true" ma:displayName="Location" ma:indexed="true" ma:internalName="MediaServiceLocation" ma:readOnly="true">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cd49ea0-1eba-4ec8-9e5a-f3220030d18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mso-contentType ?>
<SharedContentType xmlns="Microsoft.SharePoint.Taxonomy.ContentTypeSync" SourceId="1ee89e71-04cd-405e-9ca3-99e020c1694d" ContentTypeId="0x0101" PreviousValue="false"/>
</file>

<file path=customXml/item5.xml><?xml version="1.0" encoding="utf-8"?>
<BrandIn lastLayout="1"/>
</file>

<file path=customXml/item6.xml><?xml version="1.0" encoding="utf-8"?>
<BrandIn lastLayout="1"/>
</file>

<file path=customXml/item7.xml><?xml version="1.0" encoding="utf-8"?>
<BrandIn lastLayout="1"/>
</file>

<file path=customXml/item8.xml><?xml version="1.0" encoding="utf-8"?>
<BrandIn lastLayout="1"/>
</file>

<file path=customXml/item9.xml><?xml version="1.0" encoding="utf-8"?>
<BrandIn lastLayout="1"/>
</file>

<file path=customXml/item10.xml><?xml version="1.0" encoding="utf-8"?>
<BrandIn lastLayout="1"/>
</file>

<file path=customXml/item11.xml><?xml version="1.0" encoding="utf-8"?>
<BrandIn lastLayout="1"/>
</file>

<file path=customXml/item12.xml><?xml version="1.0" encoding="utf-8"?>
<BrandIn lastLayout="1"/>
</file>

<file path=customXml/item13.xml><?xml version="1.0" encoding="utf-8"?>
<BrandIn lastLayout="1"/>
</file>

<file path=customXml/itemProps1.xml><?xml version="1.0" encoding="utf-8"?>
<ds:datastoreItem xmlns:ds="http://schemas.openxmlformats.org/officeDocument/2006/customXml" ds:itemID="{2AD41FD2-E42A-4705-AA0D-85221307178A}">
  <ds:schemaRefs>
    <ds:schemaRef ds:uri="http://purl.org/dc/elements/1.1/"/>
    <ds:schemaRef ds:uri="0c9131b5-4f7a-4fc7-9a57-73dee8b9041c"/>
    <ds:schemaRef ds:uri="http://www.w3.org/XML/1998/namespace"/>
    <ds:schemaRef ds:uri="http://purl.org/dc/terms/"/>
    <ds:schemaRef ds:uri="http://purl.org/dc/dcmitype/"/>
    <ds:schemaRef ds:uri="http://schemas.openxmlformats.org/package/2006/metadata/core-properties"/>
    <ds:schemaRef ds:uri="http://schemas.microsoft.com/office/2006/documentManagement/types"/>
    <ds:schemaRef ds:uri="http://schemas.microsoft.com/office/infopath/2007/PartnerControls"/>
    <ds:schemaRef ds:uri="a5bf85ab-5b89-45d5-812d-d881043611a5"/>
    <ds:schemaRef ds:uri="http://schemas.microsoft.com/office/2006/metadata/properties"/>
    <ds:schemaRef ds:uri="44a56295-c29e-4898-8136-a54736c65b82"/>
    <ds:schemaRef ds:uri="89b95053-7038-4042-ab16-1b34ddf252cd"/>
  </ds:schemaRefs>
</ds:datastoreItem>
</file>

<file path=customXml/itemProps2.xml><?xml version="1.0" encoding="utf-8"?>
<ds:datastoreItem xmlns:ds="http://schemas.openxmlformats.org/officeDocument/2006/customXml" ds:itemID="{C6506BDC-BB36-46FF-BB19-16A280D47B3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4a56295-c29e-4898-8136-a54736c65b82"/>
    <ds:schemaRef ds:uri="89b95053-7038-4042-ab16-1b34ddf252cd"/>
    <ds:schemaRef ds:uri="4cd49ea0-1eba-4ec8-9e5a-f3220030d18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9C02748-3634-4A24-AAB5-5A1F224A40F5}">
  <ds:schemaRefs>
    <ds:schemaRef ds:uri="http://schemas.microsoft.com/sharepoint/v3/contenttype/forms"/>
  </ds:schemaRefs>
</ds:datastoreItem>
</file>

<file path=customXml/itemProps4.xml><?xml version="1.0" encoding="utf-8"?>
<ds:datastoreItem xmlns:ds="http://schemas.openxmlformats.org/officeDocument/2006/customXml" ds:itemID="{F6170154-9BDB-42AB-BF01-B02BF2802597}">
  <ds:schemaRefs>
    <ds:schemaRef ds:uri="Microsoft.SharePoint.Taxonomy.ContentTypeSync"/>
  </ds:schemaRefs>
</ds:datastoreItem>
</file>

<file path=customXml/itemProps5.xml><?xml version="1.0" encoding="utf-8"?>
<ds:datastoreItem xmlns:ds="http://schemas.openxmlformats.org/officeDocument/2006/customXml" ds:itemID="{A9377F0E-6DE4-47A6-94F7-B5269FE2FCE0}">
  <ds:schemaRefs/>
</ds:datastoreItem>
</file>

<file path=customXml/itemProps6.xml><?xml version="1.0" encoding="utf-8"?>
<ds:datastoreItem xmlns:ds="http://schemas.openxmlformats.org/officeDocument/2006/customXml" ds:itemID="{8B6B0787-9734-4296-B5D3-EC4759041B1D}">
  <ds:schemaRefs/>
</ds:datastoreItem>
</file>

<file path=customXml/itemProps7.xml><?xml version="1.0" encoding="utf-8"?>
<ds:datastoreItem xmlns:ds="http://schemas.openxmlformats.org/officeDocument/2006/customXml" ds:itemID="{82D07F71-FAE4-4758-BC0B-60609551B1CC}">
  <ds:schemaRefs/>
</ds:datastoreItem>
</file>

<file path=customXml/itemProps8.xml><?xml version="1.0" encoding="utf-8"?>
<ds:datastoreItem xmlns:ds="http://schemas.openxmlformats.org/officeDocument/2006/customXml" ds:itemID="{60BB04B5-40D2-4FDA-9336-7994D079CE4F}">
  <ds:schemaRefs/>
</ds:datastoreItem>
</file>

<file path=customXml/itemProps9.xml><?xml version="1.0" encoding="utf-8"?>
<ds:datastoreItem xmlns:ds="http://schemas.openxmlformats.org/officeDocument/2006/customXml" ds:itemID="{3DB22CCA-FF5C-41A5-90F8-AC554C621565}">
  <ds:schemaRefs/>
</ds:datastoreItem>
</file>

<file path=customXml/itemProps10.xml><?xml version="1.0" encoding="utf-8"?>
<ds:datastoreItem xmlns:ds="http://schemas.openxmlformats.org/officeDocument/2006/customXml" ds:itemID="{65C99F1C-FB57-46A7-9B3A-75339810ED4F}">
  <ds:schemaRefs/>
</ds:datastoreItem>
</file>

<file path=customXml/itemProps11.xml><?xml version="1.0" encoding="utf-8"?>
<ds:datastoreItem xmlns:ds="http://schemas.openxmlformats.org/officeDocument/2006/customXml" ds:itemID="{F6414CD9-7AB0-4F44-807F-DF912C5E1A13}">
  <ds:schemaRefs/>
</ds:datastoreItem>
</file>

<file path=customXml/itemProps12.xml><?xml version="1.0" encoding="utf-8"?>
<ds:datastoreItem xmlns:ds="http://schemas.openxmlformats.org/officeDocument/2006/customXml" ds:itemID="{D8B9FEFC-EE17-4515-A8D9-AD44478F0ED6}">
  <ds:schemaRefs/>
</ds:datastoreItem>
</file>

<file path=customXml/itemProps13.xml><?xml version="1.0" encoding="utf-8"?>
<ds:datastoreItem xmlns:ds="http://schemas.openxmlformats.org/officeDocument/2006/customXml" ds:itemID="{CE231AE7-799C-476B-948C-13293BA93F71}">
  <ds:schemaRefs/>
</ds:datastoreItem>
</file>

<file path=docProps/app.xml><?xml version="1.0" encoding="utf-8"?>
<Properties xmlns="http://schemas.openxmlformats.org/officeDocument/2006/extended-properties" xmlns:vt="http://schemas.openxmlformats.org/officeDocument/2006/docPropsVTypes">
  <Template>blank</Template>
  <TotalTime>605</TotalTime>
  <Words>1630</Words>
  <Application>Microsoft Office PowerPoint</Application>
  <PresentationFormat>Widescreen</PresentationFormat>
  <Paragraphs>121</Paragraphs>
  <Slides>17</Slides>
  <Notes>0</Notes>
  <HiddenSlides>0</HiddenSlides>
  <MMClips>0</MMClips>
  <ScaleCrop>false</ScaleCrop>
  <HeadingPairs>
    <vt:vector size="6" baseType="variant">
      <vt:variant>
        <vt:lpstr>Fonts Used</vt:lpstr>
      </vt:variant>
      <vt:variant>
        <vt:i4>3</vt:i4>
      </vt:variant>
      <vt:variant>
        <vt:lpstr>Theme</vt:lpstr>
      </vt:variant>
      <vt:variant>
        <vt:i4>9</vt:i4>
      </vt:variant>
      <vt:variant>
        <vt:lpstr>Slide Titles</vt:lpstr>
      </vt:variant>
      <vt:variant>
        <vt:i4>17</vt:i4>
      </vt:variant>
    </vt:vector>
  </HeadingPairs>
  <TitlesOfParts>
    <vt:vector size="29" baseType="lpstr">
      <vt:lpstr>Arial</vt:lpstr>
      <vt:lpstr>Calibri</vt:lpstr>
      <vt:lpstr>Calisto MT</vt:lpstr>
      <vt:lpstr>AstraZeneca Standard Template</vt:lpstr>
      <vt:lpstr>Alternative Content Layouts</vt:lpstr>
      <vt:lpstr>Text with Image Layouts</vt:lpstr>
      <vt:lpstr>Key Statements</vt:lpstr>
      <vt:lpstr>Lists</vt:lpstr>
      <vt:lpstr>Agendas</vt:lpstr>
      <vt:lpstr>Speakers</vt:lpstr>
      <vt:lpstr>Logo Holders</vt:lpstr>
      <vt:lpstr>Diagrams</vt:lpstr>
      <vt:lpstr>Automated aCRF Annotation Engine</vt:lpstr>
      <vt:lpstr>The Problem: Manual aCRF Annotation Bottleneck</vt:lpstr>
      <vt:lpstr>Objective</vt:lpstr>
      <vt:lpstr>Approaches evaluated</vt:lpstr>
      <vt:lpstr>Approaches evaluated</vt:lpstr>
      <vt:lpstr>Approaches evaluated</vt:lpstr>
      <vt:lpstr>High-Level Architecture</vt:lpstr>
      <vt:lpstr>High-Level Architecture</vt:lpstr>
      <vt:lpstr>Resolution Engine</vt:lpstr>
      <vt:lpstr>PowerPoint Presentation</vt:lpstr>
      <vt:lpstr>Resolution in Forms</vt:lpstr>
      <vt:lpstr>Resolution in Forms</vt:lpstr>
      <vt:lpstr>Technical Stack</vt:lpstr>
      <vt:lpstr>Output Quality and Metrics</vt:lpstr>
      <vt:lpstr>Summary and Next Steps</vt:lpstr>
      <vt:lpstr>Future Enhancements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Agarwal, Jhanavi</dc:creator>
  <cp:keywords/>
  <dc:description/>
  <cp:lastModifiedBy>Agarwal, Jhanavi</cp:lastModifiedBy>
  <cp:revision>1</cp:revision>
  <dcterms:created xsi:type="dcterms:W3CDTF">2026-05-20T09:46:07Z</dcterms:created>
  <dcterms:modified xsi:type="dcterms:W3CDTF">2026-05-21T05:40:30Z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0x0101006DB529EE1AB6AD4F899052950E60408F</vt:lpwstr>
  </property>
  <property fmtid="{D5CDD505-2E9C-101B-9397-08002B2CF9AE}" pid="3" name="Version">
    <vt:lpwstr>ASTR 3935 - Template &amp; Model Slides 24.pptx</vt:lpwstr>
  </property>
  <property fmtid="{D5CDD505-2E9C-101B-9397-08002B2CF9AE}" pid="4" name="ArticulateGUID">
    <vt:lpwstr>3147F588-80EE-4A79-8B90-D2BF272EDFE6</vt:lpwstr>
  </property>
  <property fmtid="{D5CDD505-2E9C-101B-9397-08002B2CF9AE}" pid="5" name="ArticulatePath">
    <vt:lpwstr>https://brightcarbon.sharepoint.com/sites/Intranet/Projects/ABCD/AstraZeneca/ASTR 3935 - AstraZeneca Template Build Project/Corporate Templates Design/BrightCarbon Template-Build/ASTR 3935 - Template &amp; Model Slides 13</vt:lpwstr>
  </property>
  <property fmtid="{D5CDD505-2E9C-101B-9397-08002B2CF9AE}" pid="6" name="MediaServiceImageTags">
    <vt:lpwstr/>
  </property>
</Properties>
</file>