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I'm an intern; this is a proof-of-concept tool I built that generates a first-draft annotated CRF from a blank CRF PDF. It does the repetitive ~80%; the SDTM programmer reviews and finalises. A helpful first draft and a starting point, not a replacement for our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generated pages, not mockups. Left: Demographics - DM.SEX/RACE/ETHNIC + SUPPDM.QVAL. Right: a Findings page - VS.VSORRES with value-level where VSTESTCD per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Blank CRF ~500 pages annotated by hand to SDTM: slow (days-weeks), repetitive (same DM/VS/LB/AE/CM mappings each study), and manual work varies across pages/reviewers. First ~80% mechanical, hard ~20% needs judgement. Auto-generate the first draft, free experts for the hard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In: a blank CRF PDF (AZ EDC export). Out in seconds: a first-draft annotated CRF - DOMAIN.VARIABLE in the right margin by each field, colour-coded by domain, dual bookmarks, legend page. Transparent: every mapping is explainable. Honest scope: a reviewed first draft, not a validated final aCRF.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Pipeline: read the blank CRF, locate every field (geometry-aware, works even with no field numbers), map to SDTM, annotate and bookmark. Mapping is fully explainable; annotations are real searchable PDF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Confidence-ranked cascade, best match wins. Pre-filter skips derived/coded fields, then AZ+CDISC curated knowledge (~0.98), CDISC standards (~0.92), study-spec exact (~0.90), study-spec similarity (&lt;=0.86). High-confidence matches never overridden; standards+similarity give a new CRF coverage. MedDRA/WHO-Drug/ATC skipped before mapping. Auditable and reproducible - matters for GxP.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CDISC aCRF conventions: every collected field gets DOMAIN.VARIABLE or [NOT SUBMITTED]. Derived/coded fields (MedDRA/WHO-Drug/ATC) skipped - traceability in Define-XML. Verbatim annotated (AE.AETERM, CM.CMTRT), coded partner skipped. Format ALL CAPS, (Cxxxxx), SUPP--.QVAL where QNAM, where-clauses. Colour by class, dual bookmarks, searchable, legend. [NOT SUBMITTED] is editable business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Annotations are real PDF FreeText, not images - searchable (Ctrl+F), selectable, extractable by Pinnacle 21 (industry-standard validation). Editable both ways: review frontend (edit + regenerate) and in the output PDF (Adobe). Drops into the existing QC/validation workflow with no friction.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CRF-first/study-agnostic: 4+ study-ID header formats + Project Name fallback, recovers form code from form name (30+ patterns), domain inference (codes, suffixes, underscores, variants) - never empty. Any CRF flows in, but a tool hard-wired to one EDC wouldn't generalise back. Tested on 4 different CRFs.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across 4 CRFs/export styles: 87% (D9186), 62% and 62% (UAT, codes stripped), 90% (D5180, 503pp). Strongest: DM, VS, LB, EG, AE, CM, MH, IE, SV. Harder: novel wording, skip-logic forms, study-specific questionnaires, per-test grid fan-out.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Highest-leverage next step: LLM as a Tier-3 fallback for the ~10% hard tail - runs only on unresolved/low-confidence fields, sees label + form context + candidate variables, proposes a mapping + confidence, never overrides high-confidence matches. Roadmap: per-test grid fan-out, growing the knowledge library (config only). Human review always in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Recap: automates the repetitive ~80%; transparent and explainable; validation-friendly (real FreeText, searchable, Pinnacle-21, editable both ways); generalises across EDC styles, tested on 4 CRFs; a proof of concept and starting point, not a replacement for review. Next: wire the reserved LLM Tier-3.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7315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Automated aCRF Annotation Engine</a:t>
            </a:r>
          </a:p>
          <a:p>
            <a:pPr>
              <a:spcBef>
                <a:spcPts val="1000"/>
              </a:spcBef>
              <a:defRPr sz="1900">
                <a:solidFill>
                  <a:srgbClr val="BFD3E6"/>
                </a:solidFill>
              </a:defRPr>
            </a:pPr>
            <a:r>
              <a:t>Generating a first-draft annotated CRF from a blank CRF PDF</a:t>
            </a:r>
          </a:p>
          <a:p>
            <a:pPr>
              <a:spcBef>
                <a:spcPts val="1600"/>
              </a:spcBef>
              <a:defRPr sz="1300" i="1">
                <a:solidFill>
                  <a:srgbClr val="9FB6CC"/>
                </a:solidFill>
              </a:defRPr>
            </a:pPr>
            <a:r>
              <a:t>Does the repetitive ~80% automatically — the SDTM programmer reviews &amp; finalises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FB6CC"/>
                </a:solidFill>
              </a:defRPr>
            </a:pPr>
            <a:r>
              <a:t>Proof of concept  ·  Intern project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The problem: aCRF annotation is a manual bottleneck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2</a:t>
            </a:r>
          </a:p>
        </p:txBody>
      </p:sp>
      <p:pic>
        <p:nvPicPr>
          <p:cNvPr id="7" name="Picture 6" descr="body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What the tool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3</a:t>
            </a:r>
          </a:p>
        </p:txBody>
      </p:sp>
      <p:pic>
        <p:nvPicPr>
          <p:cNvPr id="7" name="Picture 6" descr="body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4</a:t>
            </a:r>
          </a:p>
        </p:txBody>
      </p:sp>
      <p:pic>
        <p:nvPicPr>
          <p:cNvPr id="8" name="Picture 7" descr="body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SDTM mapping engine — a confidence-ranked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5</a:t>
            </a:r>
          </a:p>
        </p:txBody>
      </p:sp>
      <p:pic>
        <p:nvPicPr>
          <p:cNvPr id="8" name="Picture 7" descr="body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Conventions we engineered to (CDISC aCRF)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6</a:t>
            </a:r>
          </a:p>
        </p:txBody>
      </p:sp>
      <p:pic>
        <p:nvPicPr>
          <p:cNvPr id="7" name="Picture 6" descr="body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Real output — generated, not mocked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ut_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852160" cy="3175994"/>
          </a:xfrm>
          <a:prstGeom prst="rect">
            <a:avLst/>
          </a:prstGeom>
        </p:spPr>
      </p:pic>
      <p:pic>
        <p:nvPicPr>
          <p:cNvPr id="5" name="Picture 4" descr="out_fin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34440"/>
            <a:ext cx="5394960" cy="4511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4360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3A5F"/>
                </a:solidFill>
              </a:defRPr>
            </a:pPr>
            <a:r>
              <a:t>Demographics — DM.SEX / DM.RACE / DM.ETHNIC + SUPPDM.QVAL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4360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3A5F"/>
                </a:solidFill>
              </a:defRPr>
            </a:pPr>
            <a:r>
              <a:t>Findings — VS.VSORRES / SUPPVS.QVAL  where VSTESTCD = … (value-level)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FreeText annotations → Pinnacle 21 ready &amp; editable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8</a:t>
            </a:r>
          </a:p>
        </p:txBody>
      </p:sp>
      <p:pic>
        <p:nvPicPr>
          <p:cNvPr id="7" name="Picture 6" descr="body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Works across different EDC export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9</a:t>
            </a:r>
          </a:p>
        </p:txBody>
      </p:sp>
      <p:pic>
        <p:nvPicPr>
          <p:cNvPr id="7" name="Picture 6" descr="body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Coverage &amp; honest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10</a:t>
            </a:r>
          </a:p>
        </p:txBody>
      </p:sp>
      <p:pic>
        <p:nvPicPr>
          <p:cNvPr id="8" name="Picture 7" descr="body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What's next — LLM as a Tier-3 fallback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11</a:t>
            </a:r>
          </a:p>
        </p:txBody>
      </p:sp>
      <p:pic>
        <p:nvPicPr>
          <p:cNvPr id="8" name="Picture 7" descr="body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473952"/>
            <a:ext cx="9144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</a:defRPr>
            </a:pPr>
            <a:r>
              <a:t>First-draft aCRF  ·  Proof of concept  · 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55664"/>
            <a:ext cx="5486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12</a:t>
            </a:r>
          </a:p>
        </p:txBody>
      </p:sp>
      <p:pic>
        <p:nvPicPr>
          <p:cNvPr id="8" name="Picture 7" descr="body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11640312" cy="52290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